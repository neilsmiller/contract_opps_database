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9"/>
  </p:notesMasterIdLst>
  <p:sldIdLst>
    <p:sldId id="257" r:id="rId5"/>
    <p:sldId id="259" r:id="rId6"/>
    <p:sldId id="2147481927" r:id="rId7"/>
    <p:sldId id="2147481928" r:id="rId8"/>
    <p:sldId id="292" r:id="rId9"/>
    <p:sldId id="2147481929" r:id="rId10"/>
    <p:sldId id="2147481930" r:id="rId11"/>
    <p:sldId id="680" r:id="rId12"/>
    <p:sldId id="681" r:id="rId13"/>
    <p:sldId id="2147481926" r:id="rId14"/>
    <p:sldId id="639" r:id="rId15"/>
    <p:sldId id="644" r:id="rId16"/>
    <p:sldId id="290"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73EE05-41D4-5C58-91DE-8342817F32DB}" name="CANNON, CHRISTOPHER C Col USAF HAF AF/A57DJ" initials="CCCCUHA" userId="S::christopher.cannon.1@us.af.mil::0bdbfbb5-bc75-410c-9a0a-068de4004627" providerId="AD"/>
  <p188:author id="{4BF71CB4-7195-EA83-AB14-1BE998145F02}" name="THOMAS, JACOB M Lt Col USAF HAF AF/A57DJ" initials="TJMLCUHA" userId="S::jacob.thomas.11@us.af.mil::3f51a553-d42d-414f-9a92-4591ea80d8b5" providerId="AD"/>
  <p188:author id="{6F2574DD-398B-1F68-9736-21F02E3A4867}" name="TURNER, COLE L 1st Lt USAF ACC 805 CTS/DOZ" initials="TCL1LUA8C" userId="S::cole.turner.4@us.af.mil::f2626920-59cb-49c5-ae77-b46abaf524e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5DCE91-92AF-E143-92ED-6BDC1F3CDBCA}" v="167" dt="2025-02-20T23:53:22.051"/>
    <p1510:client id="{FBF0FD8A-B8A3-4E67-B34E-A398731FA9E5}" v="182" dt="2025-02-20T20:11:54.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90482" autoAdjust="0"/>
  </p:normalViewPr>
  <p:slideViewPr>
    <p:cSldViewPr snapToGrid="0">
      <p:cViewPr varScale="1">
        <p:scale>
          <a:sx n="95" d="100"/>
          <a:sy n="95" d="100"/>
        </p:scale>
        <p:origin x="1002"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NON, CHRISTOPHER C Col USAF HAF AF/A57DJ" userId="0bdbfbb5-bc75-410c-9a0a-068de4004627" providerId="ADAL" clId="{AD689F01-731F-40FA-94A7-B29D5B2DD329}"/>
    <pc:docChg chg="custSel modSld">
      <pc:chgData name="CANNON, CHRISTOPHER C Col USAF HAF AF/A57DJ" userId="0bdbfbb5-bc75-410c-9a0a-068de4004627" providerId="ADAL" clId="{AD689F01-731F-40FA-94A7-B29D5B2DD329}" dt="2024-07-17T19:45:44.622" v="433" actId="20577"/>
      <pc:docMkLst>
        <pc:docMk/>
      </pc:docMkLst>
      <pc:sldChg chg="modNotesTx">
        <pc:chgData name="CANNON, CHRISTOPHER C Col USAF HAF AF/A57DJ" userId="0bdbfbb5-bc75-410c-9a0a-068de4004627" providerId="ADAL" clId="{AD689F01-731F-40FA-94A7-B29D5B2DD329}" dt="2024-07-17T19:40:36.131" v="6" actId="20577"/>
        <pc:sldMkLst>
          <pc:docMk/>
          <pc:sldMk cId="2455924376" sldId="257"/>
        </pc:sldMkLst>
      </pc:sldChg>
      <pc:sldChg chg="modNotesTx">
        <pc:chgData name="CANNON, CHRISTOPHER C Col USAF HAF AF/A57DJ" userId="0bdbfbb5-bc75-410c-9a0a-068de4004627" providerId="ADAL" clId="{AD689F01-731F-40FA-94A7-B29D5B2DD329}" dt="2024-07-17T19:40:42.073" v="7" actId="20577"/>
        <pc:sldMkLst>
          <pc:docMk/>
          <pc:sldMk cId="1588635254" sldId="259"/>
        </pc:sldMkLst>
      </pc:sldChg>
      <pc:sldChg chg="modNotesTx">
        <pc:chgData name="CANNON, CHRISTOPHER C Col USAF HAF AF/A57DJ" userId="0bdbfbb5-bc75-410c-9a0a-068de4004627" providerId="ADAL" clId="{AD689F01-731F-40FA-94A7-B29D5B2DD329}" dt="2024-07-17T19:39:54.789" v="3" actId="20577"/>
        <pc:sldMkLst>
          <pc:docMk/>
          <pc:sldMk cId="1087439404" sldId="276"/>
        </pc:sldMkLst>
      </pc:sldChg>
      <pc:sldChg chg="modNotesTx">
        <pc:chgData name="CANNON, CHRISTOPHER C Col USAF HAF AF/A57DJ" userId="0bdbfbb5-bc75-410c-9a0a-068de4004627" providerId="ADAL" clId="{AD689F01-731F-40FA-94A7-B29D5B2DD329}" dt="2024-07-17T19:39:49.674" v="2" actId="20577"/>
        <pc:sldMkLst>
          <pc:docMk/>
          <pc:sldMk cId="1066202000" sldId="277"/>
        </pc:sldMkLst>
      </pc:sldChg>
      <pc:sldChg chg="modSp mod">
        <pc:chgData name="CANNON, CHRISTOPHER C Col USAF HAF AF/A57DJ" userId="0bdbfbb5-bc75-410c-9a0a-068de4004627" providerId="ADAL" clId="{AD689F01-731F-40FA-94A7-B29D5B2DD329}" dt="2024-07-17T19:45:44.622" v="433" actId="20577"/>
        <pc:sldMkLst>
          <pc:docMk/>
          <pc:sldMk cId="4178447728" sldId="280"/>
        </pc:sldMkLst>
      </pc:sldChg>
      <pc:sldChg chg="modNotesTx">
        <pc:chgData name="CANNON, CHRISTOPHER C Col USAF HAF AF/A57DJ" userId="0bdbfbb5-bc75-410c-9a0a-068de4004627" providerId="ADAL" clId="{AD689F01-731F-40FA-94A7-B29D5B2DD329}" dt="2024-07-17T19:39:34.965" v="0" actId="20577"/>
        <pc:sldMkLst>
          <pc:docMk/>
          <pc:sldMk cId="3261885369" sldId="282"/>
        </pc:sldMkLst>
      </pc:sldChg>
      <pc:sldChg chg="modNotesTx">
        <pc:chgData name="CANNON, CHRISTOPHER C Col USAF HAF AF/A57DJ" userId="0bdbfbb5-bc75-410c-9a0a-068de4004627" providerId="ADAL" clId="{AD689F01-731F-40FA-94A7-B29D5B2DD329}" dt="2024-07-17T19:40:28.595" v="5" actId="20577"/>
        <pc:sldMkLst>
          <pc:docMk/>
          <pc:sldMk cId="369343070" sldId="285"/>
        </pc:sldMkLst>
      </pc:sldChg>
      <pc:sldChg chg="modNotesTx">
        <pc:chgData name="CANNON, CHRISTOPHER C Col USAF HAF AF/A57DJ" userId="0bdbfbb5-bc75-410c-9a0a-068de4004627" providerId="ADAL" clId="{AD689F01-731F-40FA-94A7-B29D5B2DD329}" dt="2024-07-17T19:40:14.298" v="4" actId="20577"/>
        <pc:sldMkLst>
          <pc:docMk/>
          <pc:sldMk cId="2236638176" sldId="286"/>
        </pc:sldMkLst>
      </pc:sldChg>
      <pc:sldChg chg="modNotesTx">
        <pc:chgData name="CANNON, CHRISTOPHER C Col USAF HAF AF/A57DJ" userId="0bdbfbb5-bc75-410c-9a0a-068de4004627" providerId="ADAL" clId="{AD689F01-731F-40FA-94A7-B29D5B2DD329}" dt="2024-07-17T19:40:59.386" v="9" actId="20577"/>
        <pc:sldMkLst>
          <pc:docMk/>
          <pc:sldMk cId="1727838480" sldId="287"/>
        </pc:sldMkLst>
      </pc:sldChg>
      <pc:sldChg chg="modNotesTx">
        <pc:chgData name="CANNON, CHRISTOPHER C Col USAF HAF AF/A57DJ" userId="0bdbfbb5-bc75-410c-9a0a-068de4004627" providerId="ADAL" clId="{AD689F01-731F-40FA-94A7-B29D5B2DD329}" dt="2024-07-17T19:40:46.615" v="8" actId="20577"/>
        <pc:sldMkLst>
          <pc:docMk/>
          <pc:sldMk cId="3539472517" sldId="290"/>
        </pc:sldMkLst>
      </pc:sldChg>
      <pc:sldChg chg="modNotesTx">
        <pc:chgData name="CANNON, CHRISTOPHER C Col USAF HAF AF/A57DJ" userId="0bdbfbb5-bc75-410c-9a0a-068de4004627" providerId="ADAL" clId="{AD689F01-731F-40FA-94A7-B29D5B2DD329}" dt="2024-07-17T19:39:39.865" v="1" actId="20577"/>
        <pc:sldMkLst>
          <pc:docMk/>
          <pc:sldMk cId="4106017564" sldId="291"/>
        </pc:sldMkLst>
      </pc:sldChg>
    </pc:docChg>
  </pc:docChgLst>
  <pc:docChgLst>
    <pc:chgData name="ENGELMANN, AARON C TSgt USAF ACC 805 CTS/DOZ" userId="S::aaron.engelmann@us.af.mil::4c8d493b-b6b3-4328-b1d3-d930d412f67f" providerId="AD" clId="Web-{9C5DCE91-92AF-E143-92ED-6BDC1F3CDBCA}"/>
    <pc:docChg chg="modSld">
      <pc:chgData name="ENGELMANN, AARON C TSgt USAF ACC 805 CTS/DOZ" userId="S::aaron.engelmann@us.af.mil::4c8d493b-b6b3-4328-b1d3-d930d412f67f" providerId="AD" clId="Web-{9C5DCE91-92AF-E143-92ED-6BDC1F3CDBCA}" dt="2025-02-20T23:53:22.051" v="165" actId="20577"/>
      <pc:docMkLst>
        <pc:docMk/>
      </pc:docMkLst>
      <pc:sldChg chg="modSp">
        <pc:chgData name="ENGELMANN, AARON C TSgt USAF ACC 805 CTS/DOZ" userId="S::aaron.engelmann@us.af.mil::4c8d493b-b6b3-4328-b1d3-d930d412f67f" providerId="AD" clId="Web-{9C5DCE91-92AF-E143-92ED-6BDC1F3CDBCA}" dt="2025-02-20T23:53:22.051" v="165" actId="20577"/>
        <pc:sldMkLst>
          <pc:docMk/>
          <pc:sldMk cId="4194969408" sldId="292"/>
        </pc:sldMkLst>
        <pc:spChg chg="mod">
          <ac:chgData name="ENGELMANN, AARON C TSgt USAF ACC 805 CTS/DOZ" userId="S::aaron.engelmann@us.af.mil::4c8d493b-b6b3-4328-b1d3-d930d412f67f" providerId="AD" clId="Web-{9C5DCE91-92AF-E143-92ED-6BDC1F3CDBCA}" dt="2025-02-20T23:53:22.051" v="165" actId="20577"/>
          <ac:spMkLst>
            <pc:docMk/>
            <pc:sldMk cId="4194969408" sldId="292"/>
            <ac:spMk id="21" creationId="{6676B091-E1D4-AD10-B126-411D1B6DCD87}"/>
          </ac:spMkLst>
        </pc:spChg>
      </pc:sldChg>
    </pc:docChg>
  </pc:docChgLst>
  <pc:docChgLst>
    <pc:chgData name="CHANDRA, NEERAJ CIV USAF HAF AF/ST" userId="S::neeraj.chandra@us.af.mil::88b65f12-8b2f-4d47-a96a-f09aa197aaeb" providerId="AD" clId="Web-{579529C2-3638-722A-7525-6C5A8F353443}"/>
    <pc:docChg chg="modSld">
      <pc:chgData name="CHANDRA, NEERAJ CIV USAF HAF AF/ST" userId="S::neeraj.chandra@us.af.mil::88b65f12-8b2f-4d47-a96a-f09aa197aaeb" providerId="AD" clId="Web-{579529C2-3638-722A-7525-6C5A8F353443}" dt="2024-07-17T18:44:30.278" v="118" actId="1076"/>
      <pc:docMkLst>
        <pc:docMk/>
      </pc:docMkLst>
      <pc:sldChg chg="modSp">
        <pc:chgData name="CHANDRA, NEERAJ CIV USAF HAF AF/ST" userId="S::neeraj.chandra@us.af.mil::88b65f12-8b2f-4d47-a96a-f09aa197aaeb" providerId="AD" clId="Web-{579529C2-3638-722A-7525-6C5A8F353443}" dt="2024-07-17T18:44:30.278" v="118" actId="1076"/>
        <pc:sldMkLst>
          <pc:docMk/>
          <pc:sldMk cId="704668746" sldId="288"/>
        </pc:sldMkLst>
      </pc:sldChg>
    </pc:docChg>
  </pc:docChgLst>
  <pc:docChgLst>
    <pc:chgData name="CANNON, CHRISTOPHER C Col USAF HAF AF/A57DJ" userId="0bdbfbb5-bc75-410c-9a0a-068de4004627" providerId="ADAL" clId="{3DB577DD-B39A-45FE-ADC8-AC7577D90E58}"/>
    <pc:docChg chg="undo custSel addSld delSld modSld sldOrd">
      <pc:chgData name="CANNON, CHRISTOPHER C Col USAF HAF AF/A57DJ" userId="0bdbfbb5-bc75-410c-9a0a-068de4004627" providerId="ADAL" clId="{3DB577DD-B39A-45FE-ADC8-AC7577D90E58}" dt="2024-07-17T15:18:45.975" v="1840" actId="47"/>
      <pc:docMkLst>
        <pc:docMk/>
      </pc:docMkLst>
      <pc:sldChg chg="del">
        <pc:chgData name="CANNON, CHRISTOPHER C Col USAF HAF AF/A57DJ" userId="0bdbfbb5-bc75-410c-9a0a-068de4004627" providerId="ADAL" clId="{3DB577DD-B39A-45FE-ADC8-AC7577D90E58}" dt="2024-07-17T14:21:08.891" v="1" actId="47"/>
        <pc:sldMkLst>
          <pc:docMk/>
          <pc:sldMk cId="2339434007" sldId="258"/>
        </pc:sldMkLst>
      </pc:sldChg>
      <pc:sldChg chg="modSp mod">
        <pc:chgData name="CANNON, CHRISTOPHER C Col USAF HAF AF/A57DJ" userId="0bdbfbb5-bc75-410c-9a0a-068de4004627" providerId="ADAL" clId="{3DB577DD-B39A-45FE-ADC8-AC7577D90E58}" dt="2024-07-17T14:59:47.013" v="1474" actId="20577"/>
        <pc:sldMkLst>
          <pc:docMk/>
          <pc:sldMk cId="1588635254" sldId="259"/>
        </pc:sldMkLst>
      </pc:sldChg>
      <pc:sldChg chg="modSp mod modAnim modCm modNotesTx">
        <pc:chgData name="CANNON, CHRISTOPHER C Col USAF HAF AF/A57DJ" userId="0bdbfbb5-bc75-410c-9a0a-068de4004627" providerId="ADAL" clId="{3DB577DD-B39A-45FE-ADC8-AC7577D90E58}" dt="2024-07-17T15:02:54.724" v="1486" actId="1036"/>
        <pc:sldMkLst>
          <pc:docMk/>
          <pc:sldMk cId="2662818686" sldId="260"/>
        </pc:sldMkLst>
        <pc:extLst>
          <p:ext xmlns:p="http://schemas.openxmlformats.org/presentationml/2006/main" uri="{D6D511B9-2390-475A-947B-AFAB55BFBCF1}">
            <pc226:cmChg xmlns:pc226="http://schemas.microsoft.com/office/powerpoint/2022/06/main/command" chg="mod">
              <pc226:chgData name="CANNON, CHRISTOPHER C Col USAF HAF AF/A57DJ" userId="0bdbfbb5-bc75-410c-9a0a-068de4004627" providerId="ADAL" clId="{3DB577DD-B39A-45FE-ADC8-AC7577D90E58}" dt="2024-07-17T14:21:52.485" v="36" actId="20577"/>
              <pc2:cmMkLst xmlns:pc2="http://schemas.microsoft.com/office/powerpoint/2019/9/main/command">
                <pc:docMk/>
                <pc:sldMk cId="2662818686" sldId="260"/>
                <pc2:cmMk id="{5EB40697-1ED9-44FC-BF62-13957B2DD15A}"/>
              </pc2:cmMkLst>
            </pc226:cmChg>
          </p:ext>
        </pc:extLst>
      </pc:sldChg>
      <pc:sldChg chg="del">
        <pc:chgData name="CANNON, CHRISTOPHER C Col USAF HAF AF/A57DJ" userId="0bdbfbb5-bc75-410c-9a0a-068de4004627" providerId="ADAL" clId="{3DB577DD-B39A-45FE-ADC8-AC7577D90E58}" dt="2024-07-17T15:16:55.517" v="1747" actId="47"/>
        <pc:sldMkLst>
          <pc:docMk/>
          <pc:sldMk cId="1674005589" sldId="267"/>
        </pc:sldMkLst>
      </pc:sldChg>
      <pc:sldChg chg="del">
        <pc:chgData name="CANNON, CHRISTOPHER C Col USAF HAF AF/A57DJ" userId="0bdbfbb5-bc75-410c-9a0a-068de4004627" providerId="ADAL" clId="{3DB577DD-B39A-45FE-ADC8-AC7577D90E58}" dt="2024-07-17T15:16:52.920" v="1746" actId="47"/>
        <pc:sldMkLst>
          <pc:docMk/>
          <pc:sldMk cId="2452678613" sldId="268"/>
        </pc:sldMkLst>
      </pc:sldChg>
      <pc:sldChg chg="del">
        <pc:chgData name="CANNON, CHRISTOPHER C Col USAF HAF AF/A57DJ" userId="0bdbfbb5-bc75-410c-9a0a-068de4004627" providerId="ADAL" clId="{3DB577DD-B39A-45FE-ADC8-AC7577D90E58}" dt="2024-07-17T15:16:52.052" v="1745" actId="47"/>
        <pc:sldMkLst>
          <pc:docMk/>
          <pc:sldMk cId="3491532963" sldId="269"/>
        </pc:sldMkLst>
      </pc:sldChg>
      <pc:sldChg chg="del">
        <pc:chgData name="CANNON, CHRISTOPHER C Col USAF HAF AF/A57DJ" userId="0bdbfbb5-bc75-410c-9a0a-068de4004627" providerId="ADAL" clId="{3DB577DD-B39A-45FE-ADC8-AC7577D90E58}" dt="2024-07-17T15:16:51.133" v="1744" actId="47"/>
        <pc:sldMkLst>
          <pc:docMk/>
          <pc:sldMk cId="2515035679" sldId="270"/>
        </pc:sldMkLst>
      </pc:sldChg>
      <pc:sldChg chg="del">
        <pc:chgData name="CANNON, CHRISTOPHER C Col USAF HAF AF/A57DJ" userId="0bdbfbb5-bc75-410c-9a0a-068de4004627" providerId="ADAL" clId="{3DB577DD-B39A-45FE-ADC8-AC7577D90E58}" dt="2024-07-17T15:16:49.976" v="1743" actId="47"/>
        <pc:sldMkLst>
          <pc:docMk/>
          <pc:sldMk cId="2301060880" sldId="271"/>
        </pc:sldMkLst>
      </pc:sldChg>
      <pc:sldChg chg="del">
        <pc:chgData name="CANNON, CHRISTOPHER C Col USAF HAF AF/A57DJ" userId="0bdbfbb5-bc75-410c-9a0a-068de4004627" providerId="ADAL" clId="{3DB577DD-B39A-45FE-ADC8-AC7577D90E58}" dt="2024-07-17T15:16:48.285" v="1742" actId="47"/>
        <pc:sldMkLst>
          <pc:docMk/>
          <pc:sldMk cId="817628518" sldId="272"/>
        </pc:sldMkLst>
      </pc:sldChg>
      <pc:sldChg chg="del">
        <pc:chgData name="CANNON, CHRISTOPHER C Col USAF HAF AF/A57DJ" userId="0bdbfbb5-bc75-410c-9a0a-068de4004627" providerId="ADAL" clId="{3DB577DD-B39A-45FE-ADC8-AC7577D90E58}" dt="2024-07-17T15:16:46.870" v="1741" actId="47"/>
        <pc:sldMkLst>
          <pc:docMk/>
          <pc:sldMk cId="3772058388" sldId="273"/>
        </pc:sldMkLst>
      </pc:sldChg>
      <pc:sldChg chg="del">
        <pc:chgData name="CANNON, CHRISTOPHER C Col USAF HAF AF/A57DJ" userId="0bdbfbb5-bc75-410c-9a0a-068de4004627" providerId="ADAL" clId="{3DB577DD-B39A-45FE-ADC8-AC7577D90E58}" dt="2024-07-17T15:16:44.274" v="1740" actId="47"/>
        <pc:sldMkLst>
          <pc:docMk/>
          <pc:sldMk cId="1013503984" sldId="274"/>
        </pc:sldMkLst>
      </pc:sldChg>
      <pc:sldChg chg="del">
        <pc:chgData name="CANNON, CHRISTOPHER C Col USAF HAF AF/A57DJ" userId="0bdbfbb5-bc75-410c-9a0a-068de4004627" providerId="ADAL" clId="{3DB577DD-B39A-45FE-ADC8-AC7577D90E58}" dt="2024-07-17T15:16:41.684" v="1739" actId="47"/>
        <pc:sldMkLst>
          <pc:docMk/>
          <pc:sldMk cId="429342089" sldId="275"/>
        </pc:sldMkLst>
      </pc:sldChg>
      <pc:sldChg chg="modSp mod">
        <pc:chgData name="CANNON, CHRISTOPHER C Col USAF HAF AF/A57DJ" userId="0bdbfbb5-bc75-410c-9a0a-068de4004627" providerId="ADAL" clId="{3DB577DD-B39A-45FE-ADC8-AC7577D90E58}" dt="2024-07-17T15:16:34.007" v="1738" actId="20577"/>
        <pc:sldMkLst>
          <pc:docMk/>
          <pc:sldMk cId="1087439404" sldId="276"/>
        </pc:sldMkLst>
      </pc:sldChg>
      <pc:sldChg chg="del">
        <pc:chgData name="CANNON, CHRISTOPHER C Col USAF HAF AF/A57DJ" userId="0bdbfbb5-bc75-410c-9a0a-068de4004627" providerId="ADAL" clId="{3DB577DD-B39A-45FE-ADC8-AC7577D90E58}" dt="2024-07-17T15:18:45.975" v="1840" actId="47"/>
        <pc:sldMkLst>
          <pc:docMk/>
          <pc:sldMk cId="1266898072" sldId="278"/>
        </pc:sldMkLst>
      </pc:sldChg>
      <pc:sldChg chg="del">
        <pc:chgData name="CANNON, CHRISTOPHER C Col USAF HAF AF/A57DJ" userId="0bdbfbb5-bc75-410c-9a0a-068de4004627" providerId="ADAL" clId="{3DB577DD-B39A-45FE-ADC8-AC7577D90E58}" dt="2024-07-17T15:09:34.851" v="1636" actId="47"/>
        <pc:sldMkLst>
          <pc:docMk/>
          <pc:sldMk cId="2530415130" sldId="279"/>
        </pc:sldMkLst>
      </pc:sldChg>
      <pc:sldChg chg="modSp mod ord modNotesTx">
        <pc:chgData name="CANNON, CHRISTOPHER C Col USAF HAF AF/A57DJ" userId="0bdbfbb5-bc75-410c-9a0a-068de4004627" providerId="ADAL" clId="{3DB577DD-B39A-45FE-ADC8-AC7577D90E58}" dt="2024-07-17T15:18:35.832" v="1838"/>
        <pc:sldMkLst>
          <pc:docMk/>
          <pc:sldMk cId="4178447728" sldId="280"/>
        </pc:sldMkLst>
      </pc:sldChg>
      <pc:sldChg chg="del">
        <pc:chgData name="CANNON, CHRISTOPHER C Col USAF HAF AF/A57DJ" userId="0bdbfbb5-bc75-410c-9a0a-068de4004627" providerId="ADAL" clId="{3DB577DD-B39A-45FE-ADC8-AC7577D90E58}" dt="2024-07-17T14:59:12.035" v="1464" actId="47"/>
        <pc:sldMkLst>
          <pc:docMk/>
          <pc:sldMk cId="3666388241" sldId="281"/>
        </pc:sldMkLst>
      </pc:sldChg>
      <pc:sldChg chg="modSp mod modNotesTx">
        <pc:chgData name="CANNON, CHRISTOPHER C Col USAF HAF AF/A57DJ" userId="0bdbfbb5-bc75-410c-9a0a-068de4004627" providerId="ADAL" clId="{3DB577DD-B39A-45FE-ADC8-AC7577D90E58}" dt="2024-07-17T15:14:43.334" v="1737" actId="20577"/>
        <pc:sldMkLst>
          <pc:docMk/>
          <pc:sldMk cId="704668746" sldId="288"/>
        </pc:sldMkLst>
      </pc:sldChg>
      <pc:sldChg chg="del">
        <pc:chgData name="CANNON, CHRISTOPHER C Col USAF HAF AF/A57DJ" userId="0bdbfbb5-bc75-410c-9a0a-068de4004627" providerId="ADAL" clId="{3DB577DD-B39A-45FE-ADC8-AC7577D90E58}" dt="2024-07-17T14:21:08.029" v="0" actId="47"/>
        <pc:sldMkLst>
          <pc:docMk/>
          <pc:sldMk cId="170347632" sldId="289"/>
        </pc:sldMkLst>
      </pc:sldChg>
      <pc:sldChg chg="modSp mod modAnim">
        <pc:chgData name="CANNON, CHRISTOPHER C Col USAF HAF AF/A57DJ" userId="0bdbfbb5-bc75-410c-9a0a-068de4004627" providerId="ADAL" clId="{3DB577DD-B39A-45FE-ADC8-AC7577D90E58}" dt="2024-07-17T15:13:55.302" v="1698"/>
        <pc:sldMkLst>
          <pc:docMk/>
          <pc:sldMk cId="3539472517" sldId="290"/>
        </pc:sldMkLst>
      </pc:sldChg>
      <pc:sldChg chg="del">
        <pc:chgData name="CANNON, CHRISTOPHER C Col USAF HAF AF/A57DJ" userId="0bdbfbb5-bc75-410c-9a0a-068de4004627" providerId="ADAL" clId="{3DB577DD-B39A-45FE-ADC8-AC7577D90E58}" dt="2024-07-17T14:59:08.061" v="1463" actId="47"/>
        <pc:sldMkLst>
          <pc:docMk/>
          <pc:sldMk cId="3366097482" sldId="292"/>
        </pc:sldMkLst>
      </pc:sldChg>
      <pc:sldChg chg="new del">
        <pc:chgData name="CANNON, CHRISTOPHER C Col USAF HAF AF/A57DJ" userId="0bdbfbb5-bc75-410c-9a0a-068de4004627" providerId="ADAL" clId="{3DB577DD-B39A-45FE-ADC8-AC7577D90E58}" dt="2024-07-17T15:18:38.649" v="1839" actId="47"/>
        <pc:sldMkLst>
          <pc:docMk/>
          <pc:sldMk cId="3909265798" sldId="292"/>
        </pc:sldMkLst>
      </pc:sldChg>
      <pc:sldChg chg="del">
        <pc:chgData name="CANNON, CHRISTOPHER C Col USAF HAF AF/A57DJ" userId="0bdbfbb5-bc75-410c-9a0a-068de4004627" providerId="ADAL" clId="{3DB577DD-B39A-45FE-ADC8-AC7577D90E58}" dt="2024-07-17T14:59:06.938" v="1462" actId="47"/>
        <pc:sldMkLst>
          <pc:docMk/>
          <pc:sldMk cId="1234818414" sldId="293"/>
        </pc:sldMkLst>
      </pc:sldChg>
      <pc:sldChg chg="del">
        <pc:chgData name="CANNON, CHRISTOPHER C Col USAF HAF AF/A57DJ" userId="0bdbfbb5-bc75-410c-9a0a-068de4004627" providerId="ADAL" clId="{3DB577DD-B39A-45FE-ADC8-AC7577D90E58}" dt="2024-07-17T14:22:54.684" v="37" actId="47"/>
        <pc:sldMkLst>
          <pc:docMk/>
          <pc:sldMk cId="2697781096" sldId="294"/>
        </pc:sldMkLst>
      </pc:sldChg>
      <pc:sldChg chg="modSp new del mod">
        <pc:chgData name="CANNON, CHRISTOPHER C Col USAF HAF AF/A57DJ" userId="0bdbfbb5-bc75-410c-9a0a-068de4004627" providerId="ADAL" clId="{3DB577DD-B39A-45FE-ADC8-AC7577D90E58}" dt="2024-07-17T15:03:30.008" v="1489" actId="47"/>
        <pc:sldMkLst>
          <pc:docMk/>
          <pc:sldMk cId="3018825934" sldId="294"/>
        </pc:sldMkLst>
      </pc:sldChg>
      <pc:sldChg chg="del">
        <pc:chgData name="CANNON, CHRISTOPHER C Col USAF HAF AF/A57DJ" userId="0bdbfbb5-bc75-410c-9a0a-068de4004627" providerId="ADAL" clId="{3DB577DD-B39A-45FE-ADC8-AC7577D90E58}" dt="2024-07-17T14:23:01.534" v="38" actId="47"/>
        <pc:sldMkLst>
          <pc:docMk/>
          <pc:sldMk cId="3176486288" sldId="295"/>
        </pc:sldMkLst>
      </pc:sldChg>
    </pc:docChg>
  </pc:docChgLst>
  <pc:docChgLst>
    <pc:chgData name="CANNON, CHRISTOPHER C Col USAF HAF AF/A57RB" userId="0bdbfbb5-bc75-410c-9a0a-068de4004627" providerId="ADAL" clId="{FBF0FD8A-B8A3-4E67-B34E-A398731FA9E5}"/>
    <pc:docChg chg="undo custSel addSld delSld modSld modMainMaster">
      <pc:chgData name="CANNON, CHRISTOPHER C Col USAF HAF AF/A57RB" userId="0bdbfbb5-bc75-410c-9a0a-068de4004627" providerId="ADAL" clId="{FBF0FD8A-B8A3-4E67-B34E-A398731FA9E5}" dt="2025-02-21T15:45:55.998" v="4595" actId="20577"/>
      <pc:docMkLst>
        <pc:docMk/>
      </pc:docMkLst>
      <pc:sldChg chg="modSp mod">
        <pc:chgData name="CANNON, CHRISTOPHER C Col USAF HAF AF/A57RB" userId="0bdbfbb5-bc75-410c-9a0a-068de4004627" providerId="ADAL" clId="{FBF0FD8A-B8A3-4E67-B34E-A398731FA9E5}" dt="2025-02-20T18:12:12.963" v="1458" actId="20577"/>
        <pc:sldMkLst>
          <pc:docMk/>
          <pc:sldMk cId="2455924376" sldId="257"/>
        </pc:sldMkLst>
        <pc:spChg chg="mod">
          <ac:chgData name="CANNON, CHRISTOPHER C Col USAF HAF AF/A57RB" userId="0bdbfbb5-bc75-410c-9a0a-068de4004627" providerId="ADAL" clId="{FBF0FD8A-B8A3-4E67-B34E-A398731FA9E5}" dt="2025-02-20T18:12:12.963" v="1458" actId="20577"/>
          <ac:spMkLst>
            <pc:docMk/>
            <pc:sldMk cId="2455924376" sldId="257"/>
            <ac:spMk id="7" creationId="{00000000-0000-0000-0000-000000000000}"/>
          </ac:spMkLst>
        </pc:spChg>
        <pc:picChg chg="mod">
          <ac:chgData name="CANNON, CHRISTOPHER C Col USAF HAF AF/A57RB" userId="0bdbfbb5-bc75-410c-9a0a-068de4004627" providerId="ADAL" clId="{FBF0FD8A-B8A3-4E67-B34E-A398731FA9E5}" dt="2025-02-19T17:26:55.715" v="231" actId="1035"/>
          <ac:picMkLst>
            <pc:docMk/>
            <pc:sldMk cId="2455924376" sldId="257"/>
            <ac:picMk id="8" creationId="{00000000-0000-0000-0000-000000000000}"/>
          </ac:picMkLst>
        </pc:picChg>
      </pc:sldChg>
      <pc:sldChg chg="modSp mod">
        <pc:chgData name="CANNON, CHRISTOPHER C Col USAF HAF AF/A57RB" userId="0bdbfbb5-bc75-410c-9a0a-068de4004627" providerId="ADAL" clId="{FBF0FD8A-B8A3-4E67-B34E-A398731FA9E5}" dt="2025-02-20T19:13:38.012" v="2844" actId="20577"/>
        <pc:sldMkLst>
          <pc:docMk/>
          <pc:sldMk cId="1588635254" sldId="259"/>
        </pc:sldMkLst>
        <pc:spChg chg="mod">
          <ac:chgData name="CANNON, CHRISTOPHER C Col USAF HAF AF/A57RB" userId="0bdbfbb5-bc75-410c-9a0a-068de4004627" providerId="ADAL" clId="{FBF0FD8A-B8A3-4E67-B34E-A398731FA9E5}" dt="2025-02-20T18:05:11.787" v="1452" actId="20577"/>
          <ac:spMkLst>
            <pc:docMk/>
            <pc:sldMk cId="1588635254" sldId="259"/>
            <ac:spMk id="2" creationId="{EBFEDF79-E5C1-70F1-5D58-BB125867A0EE}"/>
          </ac:spMkLst>
        </pc:spChg>
        <pc:spChg chg="mod">
          <ac:chgData name="CANNON, CHRISTOPHER C Col USAF HAF AF/A57RB" userId="0bdbfbb5-bc75-410c-9a0a-068de4004627" providerId="ADAL" clId="{FBF0FD8A-B8A3-4E67-B34E-A398731FA9E5}" dt="2025-02-20T19:13:38.012" v="2844" actId="20577"/>
          <ac:spMkLst>
            <pc:docMk/>
            <pc:sldMk cId="1588635254" sldId="259"/>
            <ac:spMk id="3" creationId="{CCA33404-BC74-4BB5-727C-C359E0B5BCE7}"/>
          </ac:spMkLst>
        </pc:spChg>
      </pc:sldChg>
      <pc:sldChg chg="del">
        <pc:chgData name="CANNON, CHRISTOPHER C Col USAF HAF AF/A57RB" userId="0bdbfbb5-bc75-410c-9a0a-068de4004627" providerId="ADAL" clId="{FBF0FD8A-B8A3-4E67-B34E-A398731FA9E5}" dt="2025-02-20T18:55:46.251" v="2302" actId="47"/>
        <pc:sldMkLst>
          <pc:docMk/>
          <pc:sldMk cId="2662818686" sldId="260"/>
        </pc:sldMkLst>
      </pc:sldChg>
      <pc:sldChg chg="del">
        <pc:chgData name="CANNON, CHRISTOPHER C Col USAF HAF AF/A57RB" userId="0bdbfbb5-bc75-410c-9a0a-068de4004627" providerId="ADAL" clId="{FBF0FD8A-B8A3-4E67-B34E-A398731FA9E5}" dt="2025-02-20T19:46:58.111" v="4274" actId="47"/>
        <pc:sldMkLst>
          <pc:docMk/>
          <pc:sldMk cId="1087439404" sldId="276"/>
        </pc:sldMkLst>
      </pc:sldChg>
      <pc:sldChg chg="del">
        <pc:chgData name="CANNON, CHRISTOPHER C Col USAF HAF AF/A57RB" userId="0bdbfbb5-bc75-410c-9a0a-068de4004627" providerId="ADAL" clId="{FBF0FD8A-B8A3-4E67-B34E-A398731FA9E5}" dt="2025-02-20T19:46:58.111" v="4274" actId="47"/>
        <pc:sldMkLst>
          <pc:docMk/>
          <pc:sldMk cId="1066202000" sldId="277"/>
        </pc:sldMkLst>
      </pc:sldChg>
      <pc:sldChg chg="addSp delSp modSp mod">
        <pc:chgData name="CANNON, CHRISTOPHER C Col USAF HAF AF/A57RB" userId="0bdbfbb5-bc75-410c-9a0a-068de4004627" providerId="ADAL" clId="{FBF0FD8A-B8A3-4E67-B34E-A398731FA9E5}" dt="2025-02-20T20:09:40.051" v="4558" actId="255"/>
        <pc:sldMkLst>
          <pc:docMk/>
          <pc:sldMk cId="4178447728" sldId="280"/>
        </pc:sldMkLst>
        <pc:spChg chg="add del mod">
          <ac:chgData name="CANNON, CHRISTOPHER C Col USAF HAF AF/A57RB" userId="0bdbfbb5-bc75-410c-9a0a-068de4004627" providerId="ADAL" clId="{FBF0FD8A-B8A3-4E67-B34E-A398731FA9E5}" dt="2025-02-20T19:54:56.570" v="4447" actId="478"/>
          <ac:spMkLst>
            <pc:docMk/>
            <pc:sldMk cId="4178447728" sldId="280"/>
            <ac:spMk id="2" creationId="{2EB79B6C-BF38-B739-1515-735D08EB9D81}"/>
          </ac:spMkLst>
        </pc:spChg>
        <pc:spChg chg="mod">
          <ac:chgData name="CANNON, CHRISTOPHER C Col USAF HAF AF/A57RB" userId="0bdbfbb5-bc75-410c-9a0a-068de4004627" providerId="ADAL" clId="{FBF0FD8A-B8A3-4E67-B34E-A398731FA9E5}" dt="2025-02-20T20:09:40.051" v="4558" actId="255"/>
          <ac:spMkLst>
            <pc:docMk/>
            <pc:sldMk cId="4178447728" sldId="280"/>
            <ac:spMk id="3" creationId="{57D429BE-7950-AD58-956F-0A909DE54FA9}"/>
          </ac:spMkLst>
        </pc:spChg>
        <pc:spChg chg="add mod">
          <ac:chgData name="CANNON, CHRISTOPHER C Col USAF HAF AF/A57RB" userId="0bdbfbb5-bc75-410c-9a0a-068de4004627" providerId="ADAL" clId="{FBF0FD8A-B8A3-4E67-B34E-A398731FA9E5}" dt="2025-02-20T20:08:29.642" v="4495"/>
          <ac:spMkLst>
            <pc:docMk/>
            <pc:sldMk cId="4178447728" sldId="280"/>
            <ac:spMk id="5" creationId="{378310AB-4D90-0C02-4296-43050FABDD50}"/>
          </ac:spMkLst>
        </pc:spChg>
        <pc:spChg chg="del">
          <ac:chgData name="CANNON, CHRISTOPHER C Col USAF HAF AF/A57RB" userId="0bdbfbb5-bc75-410c-9a0a-068de4004627" providerId="ADAL" clId="{FBF0FD8A-B8A3-4E67-B34E-A398731FA9E5}" dt="2025-02-20T19:54:52.573" v="4446" actId="478"/>
          <ac:spMkLst>
            <pc:docMk/>
            <pc:sldMk cId="4178447728" sldId="280"/>
            <ac:spMk id="9" creationId="{D55EE564-843A-2EA7-6721-13E33EF4E8BA}"/>
          </ac:spMkLst>
        </pc:spChg>
      </pc:sldChg>
      <pc:sldChg chg="del">
        <pc:chgData name="CANNON, CHRISTOPHER C Col USAF HAF AF/A57RB" userId="0bdbfbb5-bc75-410c-9a0a-068de4004627" providerId="ADAL" clId="{FBF0FD8A-B8A3-4E67-B34E-A398731FA9E5}" dt="2025-02-20T19:46:58.111" v="4274" actId="47"/>
        <pc:sldMkLst>
          <pc:docMk/>
          <pc:sldMk cId="3261885369" sldId="282"/>
        </pc:sldMkLst>
      </pc:sldChg>
      <pc:sldChg chg="del">
        <pc:chgData name="CANNON, CHRISTOPHER C Col USAF HAF AF/A57RB" userId="0bdbfbb5-bc75-410c-9a0a-068de4004627" providerId="ADAL" clId="{FBF0FD8A-B8A3-4E67-B34E-A398731FA9E5}" dt="2025-02-20T19:46:58.111" v="4274" actId="47"/>
        <pc:sldMkLst>
          <pc:docMk/>
          <pc:sldMk cId="369343070" sldId="285"/>
        </pc:sldMkLst>
      </pc:sldChg>
      <pc:sldChg chg="del">
        <pc:chgData name="CANNON, CHRISTOPHER C Col USAF HAF AF/A57RB" userId="0bdbfbb5-bc75-410c-9a0a-068de4004627" providerId="ADAL" clId="{FBF0FD8A-B8A3-4E67-B34E-A398731FA9E5}" dt="2025-02-20T19:46:58.111" v="4274" actId="47"/>
        <pc:sldMkLst>
          <pc:docMk/>
          <pc:sldMk cId="2236638176" sldId="286"/>
        </pc:sldMkLst>
      </pc:sldChg>
      <pc:sldChg chg="del">
        <pc:chgData name="CANNON, CHRISTOPHER C Col USAF HAF AF/A57RB" userId="0bdbfbb5-bc75-410c-9a0a-068de4004627" providerId="ADAL" clId="{FBF0FD8A-B8A3-4E67-B34E-A398731FA9E5}" dt="2025-02-20T19:46:58.111" v="4274" actId="47"/>
        <pc:sldMkLst>
          <pc:docMk/>
          <pc:sldMk cId="1727838480" sldId="287"/>
        </pc:sldMkLst>
      </pc:sldChg>
      <pc:sldChg chg="del">
        <pc:chgData name="CANNON, CHRISTOPHER C Col USAF HAF AF/A57RB" userId="0bdbfbb5-bc75-410c-9a0a-068de4004627" providerId="ADAL" clId="{FBF0FD8A-B8A3-4E67-B34E-A398731FA9E5}" dt="2025-02-20T19:46:52.321" v="4273" actId="47"/>
        <pc:sldMkLst>
          <pc:docMk/>
          <pc:sldMk cId="704668746" sldId="288"/>
        </pc:sldMkLst>
      </pc:sldChg>
      <pc:sldChg chg="addSp delSp modSp mod">
        <pc:chgData name="CANNON, CHRISTOPHER C Col USAF HAF AF/A57RB" userId="0bdbfbb5-bc75-410c-9a0a-068de4004627" providerId="ADAL" clId="{FBF0FD8A-B8A3-4E67-B34E-A398731FA9E5}" dt="2025-02-20T20:11:39.898" v="4570"/>
        <pc:sldMkLst>
          <pc:docMk/>
          <pc:sldMk cId="3539472517" sldId="290"/>
        </pc:sldMkLst>
        <pc:spChg chg="del">
          <ac:chgData name="CANNON, CHRISTOPHER C Col USAF HAF AF/A57RB" userId="0bdbfbb5-bc75-410c-9a0a-068de4004627" providerId="ADAL" clId="{FBF0FD8A-B8A3-4E67-B34E-A398731FA9E5}" dt="2025-02-20T20:11:02.609" v="4567" actId="478"/>
          <ac:spMkLst>
            <pc:docMk/>
            <pc:sldMk cId="3539472517" sldId="290"/>
            <ac:spMk id="4" creationId="{1162AE35-690A-7C60-28D1-B91263F844A5}"/>
          </ac:spMkLst>
        </pc:spChg>
        <pc:spChg chg="del">
          <ac:chgData name="CANNON, CHRISTOPHER C Col USAF HAF AF/A57RB" userId="0bdbfbb5-bc75-410c-9a0a-068de4004627" providerId="ADAL" clId="{FBF0FD8A-B8A3-4E67-B34E-A398731FA9E5}" dt="2025-02-20T17:56:28.387" v="1231" actId="478"/>
          <ac:spMkLst>
            <pc:docMk/>
            <pc:sldMk cId="3539472517" sldId="290"/>
            <ac:spMk id="6" creationId="{D4FA65D9-E4E9-805E-B5D0-62DD0D651BB3}"/>
          </ac:spMkLst>
        </pc:spChg>
        <pc:spChg chg="mod">
          <ac:chgData name="CANNON, CHRISTOPHER C Col USAF HAF AF/A57RB" userId="0bdbfbb5-bc75-410c-9a0a-068de4004627" providerId="ADAL" clId="{FBF0FD8A-B8A3-4E67-B34E-A398731FA9E5}" dt="2025-02-20T17:55:57.085" v="1230" actId="1076"/>
          <ac:spMkLst>
            <pc:docMk/>
            <pc:sldMk cId="3539472517" sldId="290"/>
            <ac:spMk id="8" creationId="{36818803-7E88-6857-9B74-B5423E692EDA}"/>
          </ac:spMkLst>
        </pc:spChg>
        <pc:spChg chg="add mod">
          <ac:chgData name="CANNON, CHRISTOPHER C Col USAF HAF AF/A57RB" userId="0bdbfbb5-bc75-410c-9a0a-068de4004627" providerId="ADAL" clId="{FBF0FD8A-B8A3-4E67-B34E-A398731FA9E5}" dt="2025-02-20T18:02:19.558" v="1392" actId="1036"/>
          <ac:spMkLst>
            <pc:docMk/>
            <pc:sldMk cId="3539472517" sldId="290"/>
            <ac:spMk id="9" creationId="{96089F97-188F-EE30-6892-B767241D75C0}"/>
          </ac:spMkLst>
        </pc:spChg>
        <pc:spChg chg="add del mod">
          <ac:chgData name="CANNON, CHRISTOPHER C Col USAF HAF AF/A57RB" userId="0bdbfbb5-bc75-410c-9a0a-068de4004627" providerId="ADAL" clId="{FBF0FD8A-B8A3-4E67-B34E-A398731FA9E5}" dt="2025-02-20T20:11:29.924" v="4569" actId="478"/>
          <ac:spMkLst>
            <pc:docMk/>
            <pc:sldMk cId="3539472517" sldId="290"/>
            <ac:spMk id="10" creationId="{38989EBE-0337-FB60-0F69-ABFB4C64679D}"/>
          </ac:spMkLst>
        </pc:spChg>
        <pc:spChg chg="add mod">
          <ac:chgData name="CANNON, CHRISTOPHER C Col USAF HAF AF/A57RB" userId="0bdbfbb5-bc75-410c-9a0a-068de4004627" providerId="ADAL" clId="{FBF0FD8A-B8A3-4E67-B34E-A398731FA9E5}" dt="2025-02-20T20:11:39.898" v="4570"/>
          <ac:spMkLst>
            <pc:docMk/>
            <pc:sldMk cId="3539472517" sldId="290"/>
            <ac:spMk id="11" creationId="{87D5EAA9-95FE-9DE7-E8E4-426BE4A238E1}"/>
          </ac:spMkLst>
        </pc:spChg>
        <pc:spChg chg="del">
          <ac:chgData name="CANNON, CHRISTOPHER C Col USAF HAF AF/A57RB" userId="0bdbfbb5-bc75-410c-9a0a-068de4004627" providerId="ADAL" clId="{FBF0FD8A-B8A3-4E67-B34E-A398731FA9E5}" dt="2025-02-20T17:56:30.606" v="1232" actId="478"/>
          <ac:spMkLst>
            <pc:docMk/>
            <pc:sldMk cId="3539472517" sldId="290"/>
            <ac:spMk id="110" creationId="{0ADB47A2-72B4-C48D-D6B0-6201B15C31F2}"/>
          </ac:spMkLst>
        </pc:spChg>
        <pc:spChg chg="del">
          <ac:chgData name="CANNON, CHRISTOPHER C Col USAF HAF AF/A57RB" userId="0bdbfbb5-bc75-410c-9a0a-068de4004627" providerId="ADAL" clId="{FBF0FD8A-B8A3-4E67-B34E-A398731FA9E5}" dt="2025-02-20T17:56:28.387" v="1231" actId="478"/>
          <ac:spMkLst>
            <pc:docMk/>
            <pc:sldMk cId="3539472517" sldId="290"/>
            <ac:spMk id="111" creationId="{AF25EEA2-0207-7E96-9915-4E926FB10131}"/>
          </ac:spMkLst>
        </pc:spChg>
        <pc:spChg chg="del">
          <ac:chgData name="CANNON, CHRISTOPHER C Col USAF HAF AF/A57RB" userId="0bdbfbb5-bc75-410c-9a0a-068de4004627" providerId="ADAL" clId="{FBF0FD8A-B8A3-4E67-B34E-A398731FA9E5}" dt="2025-02-20T17:56:28.387" v="1231" actId="478"/>
          <ac:spMkLst>
            <pc:docMk/>
            <pc:sldMk cId="3539472517" sldId="290"/>
            <ac:spMk id="112" creationId="{8EAA4C69-5C58-93EB-DE95-222923229374}"/>
          </ac:spMkLst>
        </pc:spChg>
        <pc:spChg chg="del">
          <ac:chgData name="CANNON, CHRISTOPHER C Col USAF HAF AF/A57RB" userId="0bdbfbb5-bc75-410c-9a0a-068de4004627" providerId="ADAL" clId="{FBF0FD8A-B8A3-4E67-B34E-A398731FA9E5}" dt="2025-02-20T17:56:28.387" v="1231" actId="478"/>
          <ac:spMkLst>
            <pc:docMk/>
            <pc:sldMk cId="3539472517" sldId="290"/>
            <ac:spMk id="113" creationId="{00147FD4-C453-DAA8-85BD-71872E322CBB}"/>
          </ac:spMkLst>
        </pc:spChg>
        <pc:spChg chg="del">
          <ac:chgData name="CANNON, CHRISTOPHER C Col USAF HAF AF/A57RB" userId="0bdbfbb5-bc75-410c-9a0a-068de4004627" providerId="ADAL" clId="{FBF0FD8A-B8A3-4E67-B34E-A398731FA9E5}" dt="2025-02-20T17:56:28.387" v="1231" actId="478"/>
          <ac:spMkLst>
            <pc:docMk/>
            <pc:sldMk cId="3539472517" sldId="290"/>
            <ac:spMk id="114" creationId="{333738BA-C46C-2915-5AE6-06C3A8492174}"/>
          </ac:spMkLst>
        </pc:spChg>
        <pc:spChg chg="del">
          <ac:chgData name="CANNON, CHRISTOPHER C Col USAF HAF AF/A57RB" userId="0bdbfbb5-bc75-410c-9a0a-068de4004627" providerId="ADAL" clId="{FBF0FD8A-B8A3-4E67-B34E-A398731FA9E5}" dt="2025-02-20T17:56:28.387" v="1231" actId="478"/>
          <ac:spMkLst>
            <pc:docMk/>
            <pc:sldMk cId="3539472517" sldId="290"/>
            <ac:spMk id="115" creationId="{D2CC5408-3010-BFA2-0C28-048A697532B5}"/>
          </ac:spMkLst>
        </pc:spChg>
        <pc:spChg chg="del">
          <ac:chgData name="CANNON, CHRISTOPHER C Col USAF HAF AF/A57RB" userId="0bdbfbb5-bc75-410c-9a0a-068de4004627" providerId="ADAL" clId="{FBF0FD8A-B8A3-4E67-B34E-A398731FA9E5}" dt="2025-02-20T17:56:28.387" v="1231" actId="478"/>
          <ac:spMkLst>
            <pc:docMk/>
            <pc:sldMk cId="3539472517" sldId="290"/>
            <ac:spMk id="116" creationId="{F94ABCBD-0642-0D8F-7451-F46A7FDEC96F}"/>
          </ac:spMkLst>
        </pc:spChg>
        <pc:spChg chg="del">
          <ac:chgData name="CANNON, CHRISTOPHER C Col USAF HAF AF/A57RB" userId="0bdbfbb5-bc75-410c-9a0a-068de4004627" providerId="ADAL" clId="{FBF0FD8A-B8A3-4E67-B34E-A398731FA9E5}" dt="2025-02-20T17:56:28.387" v="1231" actId="478"/>
          <ac:spMkLst>
            <pc:docMk/>
            <pc:sldMk cId="3539472517" sldId="290"/>
            <ac:spMk id="119" creationId="{E87EAC15-BE50-F21E-B192-34D6D197C4F2}"/>
          </ac:spMkLst>
        </pc:spChg>
        <pc:spChg chg="del">
          <ac:chgData name="CANNON, CHRISTOPHER C Col USAF HAF AF/A57RB" userId="0bdbfbb5-bc75-410c-9a0a-068de4004627" providerId="ADAL" clId="{FBF0FD8A-B8A3-4E67-B34E-A398731FA9E5}" dt="2025-02-20T17:56:28.387" v="1231" actId="478"/>
          <ac:spMkLst>
            <pc:docMk/>
            <pc:sldMk cId="3539472517" sldId="290"/>
            <ac:spMk id="121" creationId="{F7348C8D-2171-F008-05D2-669AA4479EEE}"/>
          </ac:spMkLst>
        </pc:spChg>
        <pc:spChg chg="del">
          <ac:chgData name="CANNON, CHRISTOPHER C Col USAF HAF AF/A57RB" userId="0bdbfbb5-bc75-410c-9a0a-068de4004627" providerId="ADAL" clId="{FBF0FD8A-B8A3-4E67-B34E-A398731FA9E5}" dt="2025-02-20T17:56:28.387" v="1231" actId="478"/>
          <ac:spMkLst>
            <pc:docMk/>
            <pc:sldMk cId="3539472517" sldId="290"/>
            <ac:spMk id="122" creationId="{D6E8A379-86FE-EBFB-7F03-436DA450C9EE}"/>
          </ac:spMkLst>
        </pc:spChg>
        <pc:grpChg chg="del">
          <ac:chgData name="CANNON, CHRISTOPHER C Col USAF HAF AF/A57RB" userId="0bdbfbb5-bc75-410c-9a0a-068de4004627" providerId="ADAL" clId="{FBF0FD8A-B8A3-4E67-B34E-A398731FA9E5}" dt="2025-02-20T17:56:30.606" v="1232" actId="478"/>
          <ac:grpSpMkLst>
            <pc:docMk/>
            <pc:sldMk cId="3539472517" sldId="290"/>
            <ac:grpSpMk id="123" creationId="{0BE1F59A-3009-165A-84A9-8E3740656749}"/>
          </ac:grpSpMkLst>
        </pc:grpChg>
        <pc:picChg chg="add mod">
          <ac:chgData name="CANNON, CHRISTOPHER C Col USAF HAF AF/A57RB" userId="0bdbfbb5-bc75-410c-9a0a-068de4004627" providerId="ADAL" clId="{FBF0FD8A-B8A3-4E67-B34E-A398731FA9E5}" dt="2025-02-20T18:00:40.692" v="1311" actId="1035"/>
          <ac:picMkLst>
            <pc:docMk/>
            <pc:sldMk cId="3539472517" sldId="290"/>
            <ac:picMk id="3" creationId="{358628DD-6526-FFDD-8B2E-F5F6D0B21371}"/>
          </ac:picMkLst>
        </pc:picChg>
      </pc:sldChg>
      <pc:sldChg chg="del">
        <pc:chgData name="CANNON, CHRISTOPHER C Col USAF HAF AF/A57RB" userId="0bdbfbb5-bc75-410c-9a0a-068de4004627" providerId="ADAL" clId="{FBF0FD8A-B8A3-4E67-B34E-A398731FA9E5}" dt="2025-02-20T19:46:58.111" v="4274" actId="47"/>
        <pc:sldMkLst>
          <pc:docMk/>
          <pc:sldMk cId="4106017564" sldId="291"/>
        </pc:sldMkLst>
      </pc:sldChg>
      <pc:sldChg chg="addSp delSp modSp new mod">
        <pc:chgData name="CANNON, CHRISTOPHER C Col USAF HAF AF/A57RB" userId="0bdbfbb5-bc75-410c-9a0a-068de4004627" providerId="ADAL" clId="{FBF0FD8A-B8A3-4E67-B34E-A398731FA9E5}" dt="2025-02-20T20:25:37.684" v="4576" actId="2"/>
        <pc:sldMkLst>
          <pc:docMk/>
          <pc:sldMk cId="4194969408" sldId="292"/>
        </pc:sldMkLst>
        <pc:spChg chg="mod">
          <ac:chgData name="CANNON, CHRISTOPHER C Col USAF HAF AF/A57RB" userId="0bdbfbb5-bc75-410c-9a0a-068de4004627" providerId="ADAL" clId="{FBF0FD8A-B8A3-4E67-B34E-A398731FA9E5}" dt="2025-02-20T19:14:29.461" v="2859" actId="6549"/>
          <ac:spMkLst>
            <pc:docMk/>
            <pc:sldMk cId="4194969408" sldId="292"/>
            <ac:spMk id="2" creationId="{0EA18190-1830-291A-738D-E0B6B628202A}"/>
          </ac:spMkLst>
        </pc:spChg>
        <pc:spChg chg="add mod">
          <ac:chgData name="CANNON, CHRISTOPHER C Col USAF HAF AF/A57RB" userId="0bdbfbb5-bc75-410c-9a0a-068de4004627" providerId="ADAL" clId="{FBF0FD8A-B8A3-4E67-B34E-A398731FA9E5}" dt="2025-02-20T20:08:12.752" v="4488"/>
          <ac:spMkLst>
            <pc:docMk/>
            <pc:sldMk cId="4194969408" sldId="292"/>
            <ac:spMk id="3" creationId="{DCEE47A0-6B64-3340-1603-E06D71524F97}"/>
          </ac:spMkLst>
        </pc:spChg>
        <pc:spChg chg="add mod">
          <ac:chgData name="CANNON, CHRISTOPHER C Col USAF HAF AF/A57RB" userId="0bdbfbb5-bc75-410c-9a0a-068de4004627" providerId="ADAL" clId="{FBF0FD8A-B8A3-4E67-B34E-A398731FA9E5}" dt="2025-02-19T18:10:18.044" v="502" actId="1038"/>
          <ac:spMkLst>
            <pc:docMk/>
            <pc:sldMk cId="4194969408" sldId="292"/>
            <ac:spMk id="6" creationId="{430890FB-302F-6E8C-A4D4-171D79C67599}"/>
          </ac:spMkLst>
        </pc:spChg>
        <pc:spChg chg="add mod">
          <ac:chgData name="CANNON, CHRISTOPHER C Col USAF HAF AF/A57RB" userId="0bdbfbb5-bc75-410c-9a0a-068de4004627" providerId="ADAL" clId="{FBF0FD8A-B8A3-4E67-B34E-A398731FA9E5}" dt="2025-02-19T18:10:18.044" v="502" actId="1038"/>
          <ac:spMkLst>
            <pc:docMk/>
            <pc:sldMk cId="4194969408" sldId="292"/>
            <ac:spMk id="7" creationId="{245AABEF-29E8-C62A-174A-612BE49FA46D}"/>
          </ac:spMkLst>
        </pc:spChg>
        <pc:spChg chg="add mod">
          <ac:chgData name="CANNON, CHRISTOPHER C Col USAF HAF AF/A57RB" userId="0bdbfbb5-bc75-410c-9a0a-068de4004627" providerId="ADAL" clId="{FBF0FD8A-B8A3-4E67-B34E-A398731FA9E5}" dt="2025-02-19T18:05:59.710" v="378" actId="207"/>
          <ac:spMkLst>
            <pc:docMk/>
            <pc:sldMk cId="4194969408" sldId="292"/>
            <ac:spMk id="18" creationId="{AEEEAAB4-2239-C030-548E-58488361140B}"/>
          </ac:spMkLst>
        </pc:spChg>
        <pc:spChg chg="add mod ord">
          <ac:chgData name="CANNON, CHRISTOPHER C Col USAF HAF AF/A57RB" userId="0bdbfbb5-bc75-410c-9a0a-068de4004627" providerId="ADAL" clId="{FBF0FD8A-B8A3-4E67-B34E-A398731FA9E5}" dt="2025-02-19T18:06:34.658" v="388" actId="207"/>
          <ac:spMkLst>
            <pc:docMk/>
            <pc:sldMk cId="4194969408" sldId="292"/>
            <ac:spMk id="19" creationId="{3A531682-8F02-E688-937F-4AA17EC0BC5B}"/>
          </ac:spMkLst>
        </pc:spChg>
        <pc:spChg chg="add mod">
          <ac:chgData name="CANNON, CHRISTOPHER C Col USAF HAF AF/A57RB" userId="0bdbfbb5-bc75-410c-9a0a-068de4004627" providerId="ADAL" clId="{FBF0FD8A-B8A3-4E67-B34E-A398731FA9E5}" dt="2025-02-19T18:10:35.703" v="512" actId="14100"/>
          <ac:spMkLst>
            <pc:docMk/>
            <pc:sldMk cId="4194969408" sldId="292"/>
            <ac:spMk id="20" creationId="{F02059FB-62F4-ED4C-1AE7-807866A8D44F}"/>
          </ac:spMkLst>
        </pc:spChg>
        <pc:spChg chg="add mod">
          <ac:chgData name="CANNON, CHRISTOPHER C Col USAF HAF AF/A57RB" userId="0bdbfbb5-bc75-410c-9a0a-068de4004627" providerId="ADAL" clId="{FBF0FD8A-B8A3-4E67-B34E-A398731FA9E5}" dt="2025-02-20T20:25:37.684" v="4576" actId="2"/>
          <ac:spMkLst>
            <pc:docMk/>
            <pc:sldMk cId="4194969408" sldId="292"/>
            <ac:spMk id="21" creationId="{6676B091-E1D4-AD10-B126-411D1B6DCD87}"/>
          </ac:spMkLst>
        </pc:spChg>
        <pc:picChg chg="add mod ord">
          <ac:chgData name="CANNON, CHRISTOPHER C Col USAF HAF AF/A57RB" userId="0bdbfbb5-bc75-410c-9a0a-068de4004627" providerId="ADAL" clId="{FBF0FD8A-B8A3-4E67-B34E-A398731FA9E5}" dt="2025-02-19T18:10:18.044" v="502" actId="1038"/>
          <ac:picMkLst>
            <pc:docMk/>
            <pc:sldMk cId="4194969408" sldId="292"/>
            <ac:picMk id="9" creationId="{9E07DC82-2C06-3F75-AF9D-9847EA02B693}"/>
          </ac:picMkLst>
        </pc:picChg>
        <pc:cxnChg chg="add mod">
          <ac:chgData name="CANNON, CHRISTOPHER C Col USAF HAF AF/A57RB" userId="0bdbfbb5-bc75-410c-9a0a-068de4004627" providerId="ADAL" clId="{FBF0FD8A-B8A3-4E67-B34E-A398731FA9E5}" dt="2025-02-19T18:10:18.044" v="502" actId="1038"/>
          <ac:cxnSpMkLst>
            <pc:docMk/>
            <pc:sldMk cId="4194969408" sldId="292"/>
            <ac:cxnSpMk id="11" creationId="{D23535FD-1E6A-C4A7-ED0E-C561A3D52C07}"/>
          </ac:cxnSpMkLst>
        </pc:cxnChg>
        <pc:cxnChg chg="add mod">
          <ac:chgData name="CANNON, CHRISTOPHER C Col USAF HAF AF/A57RB" userId="0bdbfbb5-bc75-410c-9a0a-068de4004627" providerId="ADAL" clId="{FBF0FD8A-B8A3-4E67-B34E-A398731FA9E5}" dt="2025-02-19T18:06:04.985" v="379" actId="208"/>
          <ac:cxnSpMkLst>
            <pc:docMk/>
            <pc:sldMk cId="4194969408" sldId="292"/>
            <ac:cxnSpMk id="16" creationId="{262693A0-E311-AEFC-EF96-B6910CE8A8A3}"/>
          </ac:cxnSpMkLst>
        </pc:cxnChg>
      </pc:sldChg>
      <pc:sldChg chg="addSp delSp modSp add del mod">
        <pc:chgData name="CANNON, CHRISTOPHER C Col USAF HAF AF/A57RB" userId="0bdbfbb5-bc75-410c-9a0a-068de4004627" providerId="ADAL" clId="{FBF0FD8A-B8A3-4E67-B34E-A398731FA9E5}" dt="2025-02-20T20:11:46.113" v="4572"/>
        <pc:sldMkLst>
          <pc:docMk/>
          <pc:sldMk cId="605958082" sldId="639"/>
        </pc:sldMkLst>
        <pc:spChg chg="del">
          <ac:chgData name="CANNON, CHRISTOPHER C Col USAF HAF AF/A57RB" userId="0bdbfbb5-bc75-410c-9a0a-068de4004627" providerId="ADAL" clId="{FBF0FD8A-B8A3-4E67-B34E-A398731FA9E5}" dt="2025-02-20T20:10:33.100" v="4564" actId="478"/>
          <ac:spMkLst>
            <pc:docMk/>
            <pc:sldMk cId="605958082" sldId="639"/>
            <ac:spMk id="2" creationId="{00000000-0000-0000-0000-000000000000}"/>
          </ac:spMkLst>
        </pc:spChg>
        <pc:spChg chg="del">
          <ac:chgData name="CANNON, CHRISTOPHER C Col USAF HAF AF/A57RB" userId="0bdbfbb5-bc75-410c-9a0a-068de4004627" providerId="ADAL" clId="{FBF0FD8A-B8A3-4E67-B34E-A398731FA9E5}" dt="2025-02-20T20:10:31.489" v="4563" actId="478"/>
          <ac:spMkLst>
            <pc:docMk/>
            <pc:sldMk cId="605958082" sldId="639"/>
            <ac:spMk id="10" creationId="{00000000-0000-0000-0000-000000000000}"/>
          </ac:spMkLst>
        </pc:spChg>
        <pc:spChg chg="add mod">
          <ac:chgData name="CANNON, CHRISTOPHER C Col USAF HAF AF/A57RB" userId="0bdbfbb5-bc75-410c-9a0a-068de4004627" providerId="ADAL" clId="{FBF0FD8A-B8A3-4E67-B34E-A398731FA9E5}" dt="2025-02-20T20:08:22.912" v="4493"/>
          <ac:spMkLst>
            <pc:docMk/>
            <pc:sldMk cId="605958082" sldId="639"/>
            <ac:spMk id="14" creationId="{537EACFB-A0CE-1838-ACF5-AD292CF08A20}"/>
          </ac:spMkLst>
        </pc:spChg>
        <pc:spChg chg="add mod">
          <ac:chgData name="CANNON, CHRISTOPHER C Col USAF HAF AF/A57RB" userId="0bdbfbb5-bc75-410c-9a0a-068de4004627" providerId="ADAL" clId="{FBF0FD8A-B8A3-4E67-B34E-A398731FA9E5}" dt="2025-02-20T20:11:46.113" v="4572"/>
          <ac:spMkLst>
            <pc:docMk/>
            <pc:sldMk cId="605958082" sldId="639"/>
            <ac:spMk id="19" creationId="{A79B26E9-1500-B9FF-6177-D241B4D6A1AB}"/>
          </ac:spMkLst>
        </pc:spChg>
      </pc:sldChg>
      <pc:sldChg chg="addSp delSp modSp add del mod">
        <pc:chgData name="CANNON, CHRISTOPHER C Col USAF HAF AF/A57RB" userId="0bdbfbb5-bc75-410c-9a0a-068de4004627" providerId="ADAL" clId="{FBF0FD8A-B8A3-4E67-B34E-A398731FA9E5}" dt="2025-02-20T20:11:43.192" v="4571"/>
        <pc:sldMkLst>
          <pc:docMk/>
          <pc:sldMk cId="2639064343" sldId="644"/>
        </pc:sldMkLst>
        <pc:spChg chg="add mod">
          <ac:chgData name="CANNON, CHRISTOPHER C Col USAF HAF AF/A57RB" userId="0bdbfbb5-bc75-410c-9a0a-068de4004627" providerId="ADAL" clId="{FBF0FD8A-B8A3-4E67-B34E-A398731FA9E5}" dt="2025-02-20T20:08:25.422" v="4494"/>
          <ac:spMkLst>
            <pc:docMk/>
            <pc:sldMk cId="2639064343" sldId="644"/>
            <ac:spMk id="4" creationId="{44B64DDF-5A57-3BB9-3D93-04D5DC093D01}"/>
          </ac:spMkLst>
        </pc:spChg>
        <pc:spChg chg="mod">
          <ac:chgData name="CANNON, CHRISTOPHER C Col USAF HAF AF/A57RB" userId="0bdbfbb5-bc75-410c-9a0a-068de4004627" providerId="ADAL" clId="{FBF0FD8A-B8A3-4E67-B34E-A398731FA9E5}" dt="2025-02-20T20:10:46.114" v="4565" actId="167"/>
          <ac:spMkLst>
            <pc:docMk/>
            <pc:sldMk cId="2639064343" sldId="644"/>
            <ac:spMk id="6" creationId="{9510E5DA-0C20-AE73-274F-24770B9F8F7B}"/>
          </ac:spMkLst>
        </pc:spChg>
        <pc:spChg chg="del mod">
          <ac:chgData name="CANNON, CHRISTOPHER C Col USAF HAF AF/A57RB" userId="0bdbfbb5-bc75-410c-9a0a-068de4004627" providerId="ADAL" clId="{FBF0FD8A-B8A3-4E67-B34E-A398731FA9E5}" dt="2025-02-20T20:10:58.299" v="4566" actId="478"/>
          <ac:spMkLst>
            <pc:docMk/>
            <pc:sldMk cId="2639064343" sldId="644"/>
            <ac:spMk id="10" creationId="{A5CF62C2-D8E3-FD48-54F9-E6E645DAD9DF}"/>
          </ac:spMkLst>
        </pc:spChg>
        <pc:spChg chg="del">
          <ac:chgData name="CANNON, CHRISTOPHER C Col USAF HAF AF/A57RB" userId="0bdbfbb5-bc75-410c-9a0a-068de4004627" providerId="ADAL" clId="{FBF0FD8A-B8A3-4E67-B34E-A398731FA9E5}" dt="2025-02-20T20:07:49.152" v="4485" actId="478"/>
          <ac:spMkLst>
            <pc:docMk/>
            <pc:sldMk cId="2639064343" sldId="644"/>
            <ac:spMk id="13" creationId="{A8225BD2-F7A4-FE51-3977-C1B20CBB09A4}"/>
          </ac:spMkLst>
        </pc:spChg>
        <pc:spChg chg="add mod">
          <ac:chgData name="CANNON, CHRISTOPHER C Col USAF HAF AF/A57RB" userId="0bdbfbb5-bc75-410c-9a0a-068de4004627" providerId="ADAL" clId="{FBF0FD8A-B8A3-4E67-B34E-A398731FA9E5}" dt="2025-02-20T20:11:43.192" v="4571"/>
          <ac:spMkLst>
            <pc:docMk/>
            <pc:sldMk cId="2639064343" sldId="644"/>
            <ac:spMk id="15" creationId="{22CCCF29-9A18-9EFF-A9EF-026A36675FAF}"/>
          </ac:spMkLst>
        </pc:spChg>
      </pc:sldChg>
      <pc:sldChg chg="addSp delSp modSp add del mod">
        <pc:chgData name="CANNON, CHRISTOPHER C Col USAF HAF AF/A57RB" userId="0bdbfbb5-bc75-410c-9a0a-068de4004627" providerId="ADAL" clId="{FBF0FD8A-B8A3-4E67-B34E-A398731FA9E5}" dt="2025-02-20T20:11:54.558" v="4575"/>
        <pc:sldMkLst>
          <pc:docMk/>
          <pc:sldMk cId="1042205920" sldId="680"/>
        </pc:sldMkLst>
        <pc:spChg chg="del">
          <ac:chgData name="CANNON, CHRISTOPHER C Col USAF HAF AF/A57RB" userId="0bdbfbb5-bc75-410c-9a0a-068de4004627" providerId="ADAL" clId="{FBF0FD8A-B8A3-4E67-B34E-A398731FA9E5}" dt="2025-02-20T20:10:16.400" v="4560" actId="478"/>
          <ac:spMkLst>
            <pc:docMk/>
            <pc:sldMk cId="1042205920" sldId="680"/>
            <ac:spMk id="2" creationId="{00000000-0000-0000-0000-000000000000}"/>
          </ac:spMkLst>
        </pc:spChg>
        <pc:spChg chg="add mod">
          <ac:chgData name="CANNON, CHRISTOPHER C Col USAF HAF AF/A57RB" userId="0bdbfbb5-bc75-410c-9a0a-068de4004627" providerId="ADAL" clId="{FBF0FD8A-B8A3-4E67-B34E-A398731FA9E5}" dt="2025-02-20T20:08:16.262" v="4490"/>
          <ac:spMkLst>
            <pc:docMk/>
            <pc:sldMk cId="1042205920" sldId="680"/>
            <ac:spMk id="4" creationId="{8F565250-CA7E-709B-7FC8-D9579713F910}"/>
          </ac:spMkLst>
        </pc:spChg>
        <pc:spChg chg="del">
          <ac:chgData name="CANNON, CHRISTOPHER C Col USAF HAF AF/A57RB" userId="0bdbfbb5-bc75-410c-9a0a-068de4004627" providerId="ADAL" clId="{FBF0FD8A-B8A3-4E67-B34E-A398731FA9E5}" dt="2025-02-20T20:10:14.052" v="4559" actId="478"/>
          <ac:spMkLst>
            <pc:docMk/>
            <pc:sldMk cId="1042205920" sldId="680"/>
            <ac:spMk id="10" creationId="{00000000-0000-0000-0000-000000000000}"/>
          </ac:spMkLst>
        </pc:spChg>
        <pc:spChg chg="add mod">
          <ac:chgData name="CANNON, CHRISTOPHER C Col USAF HAF AF/A57RB" userId="0bdbfbb5-bc75-410c-9a0a-068de4004627" providerId="ADAL" clId="{FBF0FD8A-B8A3-4E67-B34E-A398731FA9E5}" dt="2025-02-20T20:11:54.558" v="4575"/>
          <ac:spMkLst>
            <pc:docMk/>
            <pc:sldMk cId="1042205920" sldId="680"/>
            <ac:spMk id="15" creationId="{23ED92B8-C8DA-F1E6-EFCF-297108F56195}"/>
          </ac:spMkLst>
        </pc:spChg>
      </pc:sldChg>
      <pc:sldChg chg="addSp delSp modSp add del mod">
        <pc:chgData name="CANNON, CHRISTOPHER C Col USAF HAF AF/A57RB" userId="0bdbfbb5-bc75-410c-9a0a-068de4004627" providerId="ADAL" clId="{FBF0FD8A-B8A3-4E67-B34E-A398731FA9E5}" dt="2025-02-20T20:11:52.338" v="4574"/>
        <pc:sldMkLst>
          <pc:docMk/>
          <pc:sldMk cId="3484249709" sldId="681"/>
        </pc:sldMkLst>
        <pc:spChg chg="del">
          <ac:chgData name="CANNON, CHRISTOPHER C Col USAF HAF AF/A57RB" userId="0bdbfbb5-bc75-410c-9a0a-068de4004627" providerId="ADAL" clId="{FBF0FD8A-B8A3-4E67-B34E-A398731FA9E5}" dt="2025-02-20T20:10:20.759" v="4561" actId="478"/>
          <ac:spMkLst>
            <pc:docMk/>
            <pc:sldMk cId="3484249709" sldId="681"/>
            <ac:spMk id="2" creationId="{00000000-0000-0000-0000-000000000000}"/>
          </ac:spMkLst>
        </pc:spChg>
        <pc:spChg chg="add mod">
          <ac:chgData name="CANNON, CHRISTOPHER C Col USAF HAF AF/A57RB" userId="0bdbfbb5-bc75-410c-9a0a-068de4004627" providerId="ADAL" clId="{FBF0FD8A-B8A3-4E67-B34E-A398731FA9E5}" dt="2025-02-20T20:08:19.012" v="4491"/>
          <ac:spMkLst>
            <pc:docMk/>
            <pc:sldMk cId="3484249709" sldId="681"/>
            <ac:spMk id="11" creationId="{9701718B-1DBC-F425-16D4-3FBC95364BDF}"/>
          </ac:spMkLst>
        </pc:spChg>
        <pc:spChg chg="add mod">
          <ac:chgData name="CANNON, CHRISTOPHER C Col USAF HAF AF/A57RB" userId="0bdbfbb5-bc75-410c-9a0a-068de4004627" providerId="ADAL" clId="{FBF0FD8A-B8A3-4E67-B34E-A398731FA9E5}" dt="2025-02-20T20:11:52.338" v="4574"/>
          <ac:spMkLst>
            <pc:docMk/>
            <pc:sldMk cId="3484249709" sldId="681"/>
            <ac:spMk id="12" creationId="{B321EA80-BFA4-5A09-9143-17D9526550DB}"/>
          </ac:spMkLst>
        </pc:spChg>
      </pc:sldChg>
      <pc:sldChg chg="addSp delSp modSp add del mod">
        <pc:chgData name="CANNON, CHRISTOPHER C Col USAF HAF AF/A57RB" userId="0bdbfbb5-bc75-410c-9a0a-068de4004627" providerId="ADAL" clId="{FBF0FD8A-B8A3-4E67-B34E-A398731FA9E5}" dt="2025-02-20T20:11:48.828" v="4573"/>
        <pc:sldMkLst>
          <pc:docMk/>
          <pc:sldMk cId="653801886" sldId="2147481926"/>
        </pc:sldMkLst>
        <pc:spChg chg="del mod">
          <ac:chgData name="CANNON, CHRISTOPHER C Col USAF HAF AF/A57RB" userId="0bdbfbb5-bc75-410c-9a0a-068de4004627" providerId="ADAL" clId="{FBF0FD8A-B8A3-4E67-B34E-A398731FA9E5}" dt="2025-02-20T20:10:25.699" v="4562" actId="478"/>
          <ac:spMkLst>
            <pc:docMk/>
            <pc:sldMk cId="653801886" sldId="2147481926"/>
            <ac:spMk id="2" creationId="{03620CFA-7DF1-89CA-4D72-550ACC4F9D11}"/>
          </ac:spMkLst>
        </pc:spChg>
        <pc:spChg chg="add mod">
          <ac:chgData name="CANNON, CHRISTOPHER C Col USAF HAF AF/A57RB" userId="0bdbfbb5-bc75-410c-9a0a-068de4004627" providerId="ADAL" clId="{FBF0FD8A-B8A3-4E67-B34E-A398731FA9E5}" dt="2025-02-20T20:08:20.702" v="4492"/>
          <ac:spMkLst>
            <pc:docMk/>
            <pc:sldMk cId="653801886" sldId="2147481926"/>
            <ac:spMk id="13" creationId="{0EB47C07-0C1D-0191-EEC8-A0852B92EDCA}"/>
          </ac:spMkLst>
        </pc:spChg>
        <pc:spChg chg="add mod">
          <ac:chgData name="CANNON, CHRISTOPHER C Col USAF HAF AF/A57RB" userId="0bdbfbb5-bc75-410c-9a0a-068de4004627" providerId="ADAL" clId="{FBF0FD8A-B8A3-4E67-B34E-A398731FA9E5}" dt="2025-02-20T20:11:48.828" v="4573"/>
          <ac:spMkLst>
            <pc:docMk/>
            <pc:sldMk cId="653801886" sldId="2147481926"/>
            <ac:spMk id="14" creationId="{F68CD33D-4C16-31AB-E6BC-D3758C191DCE}"/>
          </ac:spMkLst>
        </pc:spChg>
      </pc:sldChg>
      <pc:sldChg chg="addSp delSp modSp new mod">
        <pc:chgData name="CANNON, CHRISTOPHER C Col USAF HAF AF/A57RB" userId="0bdbfbb5-bc75-410c-9a0a-068de4004627" providerId="ADAL" clId="{FBF0FD8A-B8A3-4E67-B34E-A398731FA9E5}" dt="2025-02-20T20:08:08.474" v="4486"/>
        <pc:sldMkLst>
          <pc:docMk/>
          <pc:sldMk cId="2057508592" sldId="2147481927"/>
        </pc:sldMkLst>
        <pc:spChg chg="mod">
          <ac:chgData name="CANNON, CHRISTOPHER C Col USAF HAF AF/A57RB" userId="0bdbfbb5-bc75-410c-9a0a-068de4004627" providerId="ADAL" clId="{FBF0FD8A-B8A3-4E67-B34E-A398731FA9E5}" dt="2025-02-20T18:18:13.978" v="1549" actId="207"/>
          <ac:spMkLst>
            <pc:docMk/>
            <pc:sldMk cId="2057508592" sldId="2147481927"/>
            <ac:spMk id="2" creationId="{401231FD-122E-10CA-9992-59D5AEF40463}"/>
          </ac:spMkLst>
        </pc:spChg>
        <pc:spChg chg="del">
          <ac:chgData name="CANNON, CHRISTOPHER C Col USAF HAF AF/A57RB" userId="0bdbfbb5-bc75-410c-9a0a-068de4004627" providerId="ADAL" clId="{FBF0FD8A-B8A3-4E67-B34E-A398731FA9E5}" dt="2025-02-20T18:18:52.178" v="1550" actId="478"/>
          <ac:spMkLst>
            <pc:docMk/>
            <pc:sldMk cId="2057508592" sldId="2147481927"/>
            <ac:spMk id="3" creationId="{D5D50947-8B84-B92F-A7F9-761343BB2EB1}"/>
          </ac:spMkLst>
        </pc:spChg>
        <pc:spChg chg="add mod">
          <ac:chgData name="CANNON, CHRISTOPHER C Col USAF HAF AF/A57RB" userId="0bdbfbb5-bc75-410c-9a0a-068de4004627" providerId="ADAL" clId="{FBF0FD8A-B8A3-4E67-B34E-A398731FA9E5}" dt="2025-02-20T19:49:04.373" v="4294" actId="20577"/>
          <ac:spMkLst>
            <pc:docMk/>
            <pc:sldMk cId="2057508592" sldId="2147481927"/>
            <ac:spMk id="5" creationId="{8255E93E-AED7-4C97-329C-5F46BE544B39}"/>
          </ac:spMkLst>
        </pc:spChg>
        <pc:spChg chg="add mod">
          <ac:chgData name="CANNON, CHRISTOPHER C Col USAF HAF AF/A57RB" userId="0bdbfbb5-bc75-410c-9a0a-068de4004627" providerId="ADAL" clId="{FBF0FD8A-B8A3-4E67-B34E-A398731FA9E5}" dt="2025-02-20T20:08:08.474" v="4486"/>
          <ac:spMkLst>
            <pc:docMk/>
            <pc:sldMk cId="2057508592" sldId="2147481927"/>
            <ac:spMk id="6" creationId="{7B337B4A-0B57-6ECC-16F8-9B7285543746}"/>
          </ac:spMkLst>
        </pc:spChg>
      </pc:sldChg>
      <pc:sldChg chg="addSp delSp modSp new mod">
        <pc:chgData name="CANNON, CHRISTOPHER C Col USAF HAF AF/A57RB" userId="0bdbfbb5-bc75-410c-9a0a-068de4004627" providerId="ADAL" clId="{FBF0FD8A-B8A3-4E67-B34E-A398731FA9E5}" dt="2025-02-21T15:45:55.998" v="4595" actId="20577"/>
        <pc:sldMkLst>
          <pc:docMk/>
          <pc:sldMk cId="3798349329" sldId="2147481928"/>
        </pc:sldMkLst>
        <pc:spChg chg="mod">
          <ac:chgData name="CANNON, CHRISTOPHER C Col USAF HAF AF/A57RB" userId="0bdbfbb5-bc75-410c-9a0a-068de4004627" providerId="ADAL" clId="{FBF0FD8A-B8A3-4E67-B34E-A398731FA9E5}" dt="2025-02-20T19:14:23.257" v="2857" actId="6549"/>
          <ac:spMkLst>
            <pc:docMk/>
            <pc:sldMk cId="3798349329" sldId="2147481928"/>
            <ac:spMk id="2" creationId="{E4042A17-5239-19E2-8FCB-F83504FD3F28}"/>
          </ac:spMkLst>
        </pc:spChg>
        <pc:spChg chg="mod">
          <ac:chgData name="CANNON, CHRISTOPHER C Col USAF HAF AF/A57RB" userId="0bdbfbb5-bc75-410c-9a0a-068de4004627" providerId="ADAL" clId="{FBF0FD8A-B8A3-4E67-B34E-A398731FA9E5}" dt="2025-02-21T15:45:55.998" v="4595" actId="20577"/>
          <ac:spMkLst>
            <pc:docMk/>
            <pc:sldMk cId="3798349329" sldId="2147481928"/>
            <ac:spMk id="3" creationId="{5AEDF0D0-366E-8768-8A6B-123E10C102B0}"/>
          </ac:spMkLst>
        </pc:spChg>
        <pc:spChg chg="add mod">
          <ac:chgData name="CANNON, CHRISTOPHER C Col USAF HAF AF/A57RB" userId="0bdbfbb5-bc75-410c-9a0a-068de4004627" providerId="ADAL" clId="{FBF0FD8A-B8A3-4E67-B34E-A398731FA9E5}" dt="2025-02-20T19:09:04.858" v="2803"/>
          <ac:spMkLst>
            <pc:docMk/>
            <pc:sldMk cId="3798349329" sldId="2147481928"/>
            <ac:spMk id="8" creationId="{44DA34EE-3B35-4ABF-A5FB-E46DBEA3CD95}"/>
          </ac:spMkLst>
        </pc:spChg>
        <pc:spChg chg="add mod">
          <ac:chgData name="CANNON, CHRISTOPHER C Col USAF HAF AF/A57RB" userId="0bdbfbb5-bc75-410c-9a0a-068de4004627" providerId="ADAL" clId="{FBF0FD8A-B8A3-4E67-B34E-A398731FA9E5}" dt="2025-02-20T19:09:04.858" v="2803"/>
          <ac:spMkLst>
            <pc:docMk/>
            <pc:sldMk cId="3798349329" sldId="2147481928"/>
            <ac:spMk id="10" creationId="{5888954E-6F18-4993-9328-A75CDB9C5C0B}"/>
          </ac:spMkLst>
        </pc:spChg>
        <pc:spChg chg="add mod">
          <ac:chgData name="CANNON, CHRISTOPHER C Col USAF HAF AF/A57RB" userId="0bdbfbb5-bc75-410c-9a0a-068de4004627" providerId="ADAL" clId="{FBF0FD8A-B8A3-4E67-B34E-A398731FA9E5}" dt="2025-02-20T19:09:04.858" v="2803"/>
          <ac:spMkLst>
            <pc:docMk/>
            <pc:sldMk cId="3798349329" sldId="2147481928"/>
            <ac:spMk id="14" creationId="{BDF4B5E1-8313-44E6-9897-FD786464ABFB}"/>
          </ac:spMkLst>
        </pc:spChg>
        <pc:spChg chg="add mod">
          <ac:chgData name="CANNON, CHRISTOPHER C Col USAF HAF AF/A57RB" userId="0bdbfbb5-bc75-410c-9a0a-068de4004627" providerId="ADAL" clId="{FBF0FD8A-B8A3-4E67-B34E-A398731FA9E5}" dt="2025-02-20T19:09:04.858" v="2803"/>
          <ac:spMkLst>
            <pc:docMk/>
            <pc:sldMk cId="3798349329" sldId="2147481928"/>
            <ac:spMk id="15" creationId="{227E8D58-F427-48D8-9D4F-D5B3081F72D9}"/>
          </ac:spMkLst>
        </pc:spChg>
        <pc:spChg chg="add mod">
          <ac:chgData name="CANNON, CHRISTOPHER C Col USAF HAF AF/A57RB" userId="0bdbfbb5-bc75-410c-9a0a-068de4004627" providerId="ADAL" clId="{FBF0FD8A-B8A3-4E67-B34E-A398731FA9E5}" dt="2025-02-20T19:09:04.858" v="2803"/>
          <ac:spMkLst>
            <pc:docMk/>
            <pc:sldMk cId="3798349329" sldId="2147481928"/>
            <ac:spMk id="19" creationId="{FC340B33-C03B-442D-B0A0-A1F70D74DC40}"/>
          </ac:spMkLst>
        </pc:spChg>
        <pc:spChg chg="add mod">
          <ac:chgData name="CANNON, CHRISTOPHER C Col USAF HAF AF/A57RB" userId="0bdbfbb5-bc75-410c-9a0a-068de4004627" providerId="ADAL" clId="{FBF0FD8A-B8A3-4E67-B34E-A398731FA9E5}" dt="2025-02-20T19:09:04.858" v="2803"/>
          <ac:spMkLst>
            <pc:docMk/>
            <pc:sldMk cId="3798349329" sldId="2147481928"/>
            <ac:spMk id="26" creationId="{043D7BF1-A9DB-4650-A517-985733B4FEA9}"/>
          </ac:spMkLst>
        </pc:spChg>
        <pc:spChg chg="add mod">
          <ac:chgData name="CANNON, CHRISTOPHER C Col USAF HAF AF/A57RB" userId="0bdbfbb5-bc75-410c-9a0a-068de4004627" providerId="ADAL" clId="{FBF0FD8A-B8A3-4E67-B34E-A398731FA9E5}" dt="2025-02-20T19:09:04.858" v="2803"/>
          <ac:spMkLst>
            <pc:docMk/>
            <pc:sldMk cId="3798349329" sldId="2147481928"/>
            <ac:spMk id="36" creationId="{FB1FACF4-183C-4D0A-8F75-D2FA28FBEE91}"/>
          </ac:spMkLst>
        </pc:spChg>
        <pc:spChg chg="add mod">
          <ac:chgData name="CANNON, CHRISTOPHER C Col USAF HAF AF/A57RB" userId="0bdbfbb5-bc75-410c-9a0a-068de4004627" providerId="ADAL" clId="{FBF0FD8A-B8A3-4E67-B34E-A398731FA9E5}" dt="2025-02-20T19:09:04.858" v="2803"/>
          <ac:spMkLst>
            <pc:docMk/>
            <pc:sldMk cId="3798349329" sldId="2147481928"/>
            <ac:spMk id="41" creationId="{46C782A1-01FD-48B2-A5E1-50705E4B1C20}"/>
          </ac:spMkLst>
        </pc:spChg>
        <pc:spChg chg="add mod">
          <ac:chgData name="CANNON, CHRISTOPHER C Col USAF HAF AF/A57RB" userId="0bdbfbb5-bc75-410c-9a0a-068de4004627" providerId="ADAL" clId="{FBF0FD8A-B8A3-4E67-B34E-A398731FA9E5}" dt="2025-02-20T19:09:04.858" v="2803"/>
          <ac:spMkLst>
            <pc:docMk/>
            <pc:sldMk cId="3798349329" sldId="2147481928"/>
            <ac:spMk id="48" creationId="{1066473A-9298-45BA-9075-5239BB5E5FD1}"/>
          </ac:spMkLst>
        </pc:spChg>
        <pc:spChg chg="add mod">
          <ac:chgData name="CANNON, CHRISTOPHER C Col USAF HAF AF/A57RB" userId="0bdbfbb5-bc75-410c-9a0a-068de4004627" providerId="ADAL" clId="{FBF0FD8A-B8A3-4E67-B34E-A398731FA9E5}" dt="2025-02-20T19:09:04.858" v="2803"/>
          <ac:spMkLst>
            <pc:docMk/>
            <pc:sldMk cId="3798349329" sldId="2147481928"/>
            <ac:spMk id="49" creationId="{624BEA1C-A428-47D1-B8E3-94DA1CE29A20}"/>
          </ac:spMkLst>
        </pc:spChg>
        <pc:spChg chg="add mod">
          <ac:chgData name="CANNON, CHRISTOPHER C Col USAF HAF AF/A57RB" userId="0bdbfbb5-bc75-410c-9a0a-068de4004627" providerId="ADAL" clId="{FBF0FD8A-B8A3-4E67-B34E-A398731FA9E5}" dt="2025-02-20T19:52:30.096" v="4408" actId="1035"/>
          <ac:spMkLst>
            <pc:docMk/>
            <pc:sldMk cId="3798349329" sldId="2147481928"/>
            <ac:spMk id="53" creationId="{52034738-45DF-AAB0-A9F7-7345F344CB6C}"/>
          </ac:spMkLst>
        </pc:spChg>
        <pc:spChg chg="add mod">
          <ac:chgData name="CANNON, CHRISTOPHER C Col USAF HAF AF/A57RB" userId="0bdbfbb5-bc75-410c-9a0a-068de4004627" providerId="ADAL" clId="{FBF0FD8A-B8A3-4E67-B34E-A398731FA9E5}" dt="2025-02-20T19:53:33.948" v="4411"/>
          <ac:spMkLst>
            <pc:docMk/>
            <pc:sldMk cId="3798349329" sldId="2147481928"/>
            <ac:spMk id="56" creationId="{8BDADFCE-C147-4674-A498-18257AC7274F}"/>
          </ac:spMkLst>
        </pc:spChg>
        <pc:spChg chg="add mod">
          <ac:chgData name="CANNON, CHRISTOPHER C Col USAF HAF AF/A57RB" userId="0bdbfbb5-bc75-410c-9a0a-068de4004627" providerId="ADAL" clId="{FBF0FD8A-B8A3-4E67-B34E-A398731FA9E5}" dt="2025-02-20T19:53:33.948" v="4411"/>
          <ac:spMkLst>
            <pc:docMk/>
            <pc:sldMk cId="3798349329" sldId="2147481928"/>
            <ac:spMk id="60" creationId="{4CD9BD32-C743-4B91-9CD1-C32BD0B75D15}"/>
          </ac:spMkLst>
        </pc:spChg>
        <pc:spChg chg="add mod">
          <ac:chgData name="CANNON, CHRISTOPHER C Col USAF HAF AF/A57RB" userId="0bdbfbb5-bc75-410c-9a0a-068de4004627" providerId="ADAL" clId="{FBF0FD8A-B8A3-4E67-B34E-A398731FA9E5}" dt="2025-02-20T19:53:30.505" v="4410"/>
          <ac:spMkLst>
            <pc:docMk/>
            <pc:sldMk cId="3798349329" sldId="2147481928"/>
            <ac:spMk id="67" creationId="{FF21CA20-ACB4-4F8D-A212-56FC81981AE6}"/>
          </ac:spMkLst>
        </pc:spChg>
        <pc:spChg chg="add mod">
          <ac:chgData name="CANNON, CHRISTOPHER C Col USAF HAF AF/A57RB" userId="0bdbfbb5-bc75-410c-9a0a-068de4004627" providerId="ADAL" clId="{FBF0FD8A-B8A3-4E67-B34E-A398731FA9E5}" dt="2025-02-20T19:53:33.948" v="4411"/>
          <ac:spMkLst>
            <pc:docMk/>
            <pc:sldMk cId="3798349329" sldId="2147481928"/>
            <ac:spMk id="72" creationId="{2980B881-B039-4BBF-A86E-E7AA433E5AC4}"/>
          </ac:spMkLst>
        </pc:spChg>
        <pc:spChg chg="add mod">
          <ac:chgData name="CANNON, CHRISTOPHER C Col USAF HAF AF/A57RB" userId="0bdbfbb5-bc75-410c-9a0a-068de4004627" providerId="ADAL" clId="{FBF0FD8A-B8A3-4E67-B34E-A398731FA9E5}" dt="2025-02-20T19:53:33.948" v="4411"/>
          <ac:spMkLst>
            <pc:docMk/>
            <pc:sldMk cId="3798349329" sldId="2147481928"/>
            <ac:spMk id="73" creationId="{D6660439-D636-4294-88B0-5BD1E4AC3220}"/>
          </ac:spMkLst>
        </pc:spChg>
        <pc:spChg chg="add mod">
          <ac:chgData name="CANNON, CHRISTOPHER C Col USAF HAF AF/A57RB" userId="0bdbfbb5-bc75-410c-9a0a-068de4004627" providerId="ADAL" clId="{FBF0FD8A-B8A3-4E67-B34E-A398731FA9E5}" dt="2025-02-20T19:53:33.948" v="4411"/>
          <ac:spMkLst>
            <pc:docMk/>
            <pc:sldMk cId="3798349329" sldId="2147481928"/>
            <ac:spMk id="79" creationId="{9BF2323C-7CE2-4CF0-9B8B-CC9983678477}"/>
          </ac:spMkLst>
        </pc:spChg>
        <pc:spChg chg="add mod">
          <ac:chgData name="CANNON, CHRISTOPHER C Col USAF HAF AF/A57RB" userId="0bdbfbb5-bc75-410c-9a0a-068de4004627" providerId="ADAL" clId="{FBF0FD8A-B8A3-4E67-B34E-A398731FA9E5}" dt="2025-02-20T19:53:33.948" v="4411"/>
          <ac:spMkLst>
            <pc:docMk/>
            <pc:sldMk cId="3798349329" sldId="2147481928"/>
            <ac:spMk id="80" creationId="{2DD85AFB-BB65-416D-A86F-3FAA0D554B23}"/>
          </ac:spMkLst>
        </pc:spChg>
        <pc:spChg chg="add mod">
          <ac:chgData name="CANNON, CHRISTOPHER C Col USAF HAF AF/A57RB" userId="0bdbfbb5-bc75-410c-9a0a-068de4004627" providerId="ADAL" clId="{FBF0FD8A-B8A3-4E67-B34E-A398731FA9E5}" dt="2025-02-20T19:53:33.948" v="4411"/>
          <ac:spMkLst>
            <pc:docMk/>
            <pc:sldMk cId="3798349329" sldId="2147481928"/>
            <ac:spMk id="88" creationId="{67FD2C71-0F90-4638-A384-C1A49E8D9ACF}"/>
          </ac:spMkLst>
        </pc:spChg>
        <pc:spChg chg="add mod">
          <ac:chgData name="CANNON, CHRISTOPHER C Col USAF HAF AF/A57RB" userId="0bdbfbb5-bc75-410c-9a0a-068de4004627" providerId="ADAL" clId="{FBF0FD8A-B8A3-4E67-B34E-A398731FA9E5}" dt="2025-02-20T19:53:33.948" v="4411"/>
          <ac:spMkLst>
            <pc:docMk/>
            <pc:sldMk cId="3798349329" sldId="2147481928"/>
            <ac:spMk id="91" creationId="{7354BF0E-9064-43F6-8C01-968668B6FD78}"/>
          </ac:spMkLst>
        </pc:spChg>
        <pc:spChg chg="add mod">
          <ac:chgData name="CANNON, CHRISTOPHER C Col USAF HAF AF/A57RB" userId="0bdbfbb5-bc75-410c-9a0a-068de4004627" providerId="ADAL" clId="{FBF0FD8A-B8A3-4E67-B34E-A398731FA9E5}" dt="2025-02-20T19:53:33.948" v="4411"/>
          <ac:spMkLst>
            <pc:docMk/>
            <pc:sldMk cId="3798349329" sldId="2147481928"/>
            <ac:spMk id="97" creationId="{1066473A-9298-45BA-9075-5239BB5E5FD1}"/>
          </ac:spMkLst>
        </pc:spChg>
        <pc:spChg chg="mod">
          <ac:chgData name="CANNON, CHRISTOPHER C Col USAF HAF AF/A57RB" userId="0bdbfbb5-bc75-410c-9a0a-068de4004627" providerId="ADAL" clId="{FBF0FD8A-B8A3-4E67-B34E-A398731FA9E5}" dt="2025-02-20T19:53:33.948" v="4411"/>
          <ac:spMkLst>
            <pc:docMk/>
            <pc:sldMk cId="3798349329" sldId="2147481928"/>
            <ac:spMk id="99" creationId="{81C2408E-372C-4D16-B6B1-431EE046E65E}"/>
          </ac:spMkLst>
        </pc:spChg>
        <pc:spChg chg="add mod">
          <ac:chgData name="CANNON, CHRISTOPHER C Col USAF HAF AF/A57RB" userId="0bdbfbb5-bc75-410c-9a0a-068de4004627" providerId="ADAL" clId="{FBF0FD8A-B8A3-4E67-B34E-A398731FA9E5}" dt="2025-02-20T20:08:10.332" v="4487"/>
          <ac:spMkLst>
            <pc:docMk/>
            <pc:sldMk cId="3798349329" sldId="2147481928"/>
            <ac:spMk id="102" creationId="{2746A788-D8BD-8741-5DAA-EA165C005507}"/>
          </ac:spMkLst>
        </pc:spChg>
        <pc:picChg chg="add del mod">
          <ac:chgData name="CANNON, CHRISTOPHER C Col USAF HAF AF/A57RB" userId="0bdbfbb5-bc75-410c-9a0a-068de4004627" providerId="ADAL" clId="{FBF0FD8A-B8A3-4E67-B34E-A398731FA9E5}" dt="2025-02-20T19:53:26.472" v="4409" actId="478"/>
          <ac:picMkLst>
            <pc:docMk/>
            <pc:sldMk cId="3798349329" sldId="2147481928"/>
            <ac:picMk id="52" creationId="{9B8A8080-1790-28BD-7403-242D7920B14F}"/>
          </ac:picMkLst>
        </pc:picChg>
        <pc:picChg chg="add mod">
          <ac:chgData name="CANNON, CHRISTOPHER C Col USAF HAF AF/A57RB" userId="0bdbfbb5-bc75-410c-9a0a-068de4004627" providerId="ADAL" clId="{FBF0FD8A-B8A3-4E67-B34E-A398731FA9E5}" dt="2025-02-20T19:54:08.973" v="4445" actId="1036"/>
          <ac:picMkLst>
            <pc:docMk/>
            <pc:sldMk cId="3798349329" sldId="2147481928"/>
            <ac:picMk id="101" creationId="{D209F255-EC3F-241F-BDBB-EB7532E7052A}"/>
          </ac:picMkLst>
        </pc:picChg>
      </pc:sldChg>
      <pc:sldChg chg="addSp modSp add mod">
        <pc:chgData name="CANNON, CHRISTOPHER C Col USAF HAF AF/A57RB" userId="0bdbfbb5-bc75-410c-9a0a-068de4004627" providerId="ADAL" clId="{FBF0FD8A-B8A3-4E67-B34E-A398731FA9E5}" dt="2025-02-20T20:25:39.634" v="4577" actId="2"/>
        <pc:sldMkLst>
          <pc:docMk/>
          <pc:sldMk cId="2496808810" sldId="2147481929"/>
        </pc:sldMkLst>
        <pc:spChg chg="mod">
          <ac:chgData name="CANNON, CHRISTOPHER C Col USAF HAF AF/A57RB" userId="0bdbfbb5-bc75-410c-9a0a-068de4004627" providerId="ADAL" clId="{FBF0FD8A-B8A3-4E67-B34E-A398731FA9E5}" dt="2025-02-20T19:17:31.204" v="2924" actId="20577"/>
          <ac:spMkLst>
            <pc:docMk/>
            <pc:sldMk cId="2496808810" sldId="2147481929"/>
            <ac:spMk id="2" creationId="{13C7269E-D470-7EA2-E480-0345FB01AA89}"/>
          </ac:spMkLst>
        </pc:spChg>
        <pc:spChg chg="add mod">
          <ac:chgData name="CANNON, CHRISTOPHER C Col USAF HAF AF/A57RB" userId="0bdbfbb5-bc75-410c-9a0a-068de4004627" providerId="ADAL" clId="{FBF0FD8A-B8A3-4E67-B34E-A398731FA9E5}" dt="2025-02-20T20:08:14.152" v="4489"/>
          <ac:spMkLst>
            <pc:docMk/>
            <pc:sldMk cId="2496808810" sldId="2147481929"/>
            <ac:spMk id="3" creationId="{20ADF63C-1DBC-21F7-5F97-A83F8CB57AC6}"/>
          </ac:spMkLst>
        </pc:spChg>
        <pc:spChg chg="mod">
          <ac:chgData name="CANNON, CHRISTOPHER C Col USAF HAF AF/A57RB" userId="0bdbfbb5-bc75-410c-9a0a-068de4004627" providerId="ADAL" clId="{FBF0FD8A-B8A3-4E67-B34E-A398731FA9E5}" dt="2025-02-20T20:25:39.634" v="4577" actId="2"/>
          <ac:spMkLst>
            <pc:docMk/>
            <pc:sldMk cId="2496808810" sldId="2147481929"/>
            <ac:spMk id="5" creationId="{C1E401D4-8844-D3A0-0105-CB37A7E41F35}"/>
          </ac:spMkLst>
        </pc:spChg>
      </pc:sldChg>
      <pc:sldChg chg="modSp add mod">
        <pc:chgData name="CANNON, CHRISTOPHER C Col USAF HAF AF/A57RB" userId="0bdbfbb5-bc75-410c-9a0a-068de4004627" providerId="ADAL" clId="{FBF0FD8A-B8A3-4E67-B34E-A398731FA9E5}" dt="2025-02-20T20:09:29.286" v="4556" actId="207"/>
        <pc:sldMkLst>
          <pc:docMk/>
          <pc:sldMk cId="4139814630" sldId="2147481930"/>
        </pc:sldMkLst>
        <pc:spChg chg="mod">
          <ac:chgData name="CANNON, CHRISTOPHER C Col USAF HAF AF/A57RB" userId="0bdbfbb5-bc75-410c-9a0a-068de4004627" providerId="ADAL" clId="{FBF0FD8A-B8A3-4E67-B34E-A398731FA9E5}" dt="2025-02-20T20:09:29.286" v="4556" actId="207"/>
          <ac:spMkLst>
            <pc:docMk/>
            <pc:sldMk cId="4139814630" sldId="2147481930"/>
            <ac:spMk id="3" creationId="{65C31697-7EFC-37EE-6E72-E980999CF671}"/>
          </ac:spMkLst>
        </pc:spChg>
      </pc:sldChg>
      <pc:sldMasterChg chg="modSp mod modSldLayout">
        <pc:chgData name="CANNON, CHRISTOPHER C Col USAF HAF AF/A57RB" userId="0bdbfbb5-bc75-410c-9a0a-068de4004627" providerId="ADAL" clId="{FBF0FD8A-B8A3-4E67-B34E-A398731FA9E5}" dt="2025-02-20T20:25:43.179" v="4579" actId="2"/>
        <pc:sldMasterMkLst>
          <pc:docMk/>
          <pc:sldMasterMk cId="513781571" sldId="2147483672"/>
        </pc:sldMasterMkLst>
        <pc:spChg chg="mod">
          <ac:chgData name="CANNON, CHRISTOPHER C Col USAF HAF AF/A57RB" userId="0bdbfbb5-bc75-410c-9a0a-068de4004627" providerId="ADAL" clId="{FBF0FD8A-B8A3-4E67-B34E-A398731FA9E5}" dt="2025-02-20T20:25:42.260" v="4578" actId="2"/>
          <ac:spMkLst>
            <pc:docMk/>
            <pc:sldMasterMk cId="513781571" sldId="2147483672"/>
            <ac:spMk id="9" creationId="{00000000-0000-0000-0000-000000000000}"/>
          </ac:spMkLst>
        </pc:spChg>
        <pc:sldLayoutChg chg="modSp mod">
          <pc:chgData name="CANNON, CHRISTOPHER C Col USAF HAF AF/A57RB" userId="0bdbfbb5-bc75-410c-9a0a-068de4004627" providerId="ADAL" clId="{FBF0FD8A-B8A3-4E67-B34E-A398731FA9E5}" dt="2025-02-20T20:25:43.179" v="4579" actId="2"/>
          <pc:sldLayoutMkLst>
            <pc:docMk/>
            <pc:sldMasterMk cId="513781571" sldId="2147483672"/>
            <pc:sldLayoutMk cId="2957773911" sldId="2147483673"/>
          </pc:sldLayoutMkLst>
          <pc:spChg chg="mod">
            <ac:chgData name="CANNON, CHRISTOPHER C Col USAF HAF AF/A57RB" userId="0bdbfbb5-bc75-410c-9a0a-068de4004627" providerId="ADAL" clId="{FBF0FD8A-B8A3-4E67-B34E-A398731FA9E5}" dt="2025-02-20T20:25:43.179" v="4579" actId="2"/>
            <ac:spMkLst>
              <pc:docMk/>
              <pc:sldMasterMk cId="513781571" sldId="2147483672"/>
              <pc:sldLayoutMk cId="2957773911" sldId="2147483673"/>
              <ac:spMk id="7"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6EEF6-844E-4AE8-A827-2FEE0C3BEF27}" type="datetimeFigureOut">
              <a:t>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027A66-AA41-4609-9C4A-39850A818A1C}" type="slidenum">
              <a:t>‹#›</a:t>
            </a:fld>
            <a:endParaRPr lang="en-US"/>
          </a:p>
        </p:txBody>
      </p:sp>
    </p:spTree>
    <p:extLst>
      <p:ext uri="{BB962C8B-B14F-4D97-AF65-F5344CB8AC3E}">
        <p14:creationId xmlns:p14="http://schemas.microsoft.com/office/powerpoint/2010/main" val="105297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DD6EC2CF-994F-4FB8-AE93-F7608445D411}" type="slidenum">
              <a:rPr lang="en-US" smtClean="0"/>
              <a:t>1</a:t>
            </a:fld>
            <a:endParaRPr lang="en-US" dirty="0"/>
          </a:p>
        </p:txBody>
      </p:sp>
    </p:spTree>
    <p:extLst>
      <p:ext uri="{BB962C8B-B14F-4D97-AF65-F5344CB8AC3E}">
        <p14:creationId xmlns:p14="http://schemas.microsoft.com/office/powerpoint/2010/main" val="2008847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DD6EC2CF-994F-4FB8-AE93-F7608445D411}" type="slidenum">
              <a:rPr lang="en-US" smtClean="0"/>
              <a:t>2</a:t>
            </a:fld>
            <a:endParaRPr lang="en-US" dirty="0"/>
          </a:p>
        </p:txBody>
      </p:sp>
    </p:spTree>
    <p:extLst>
      <p:ext uri="{BB962C8B-B14F-4D97-AF65-F5344CB8AC3E}">
        <p14:creationId xmlns:p14="http://schemas.microsoft.com/office/powerpoint/2010/main" val="4152681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1DBF-563C-233F-5E6A-0416E10F4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8E1EA-1DAD-B68A-DE0E-1E5F0D9B926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9475E0E-9BDB-22B1-952B-FBA49A5F5339}"/>
              </a:ext>
            </a:extLst>
          </p:cNvPr>
          <p:cNvSpPr>
            <a:spLocks noGrp="1"/>
          </p:cNvSpPr>
          <p:nvPr>
            <p:ph type="body" idx="1"/>
          </p:nvPr>
        </p:nvSpPr>
        <p:spPr/>
        <p:txBody>
          <a:bodyPr/>
          <a:lstStyle/>
          <a:p>
            <a:endParaRPr lang="en-US" b="0" i="0" dirty="0">
              <a:solidFill>
                <a:srgbClr val="444444"/>
              </a:solidFill>
              <a:effectLst/>
              <a:latin typeface="Calibri" panose="020F0502020204030204" pitchFamily="34" charset="0"/>
            </a:endParaRPr>
          </a:p>
        </p:txBody>
      </p:sp>
      <p:sp>
        <p:nvSpPr>
          <p:cNvPr id="4" name="Slide Number Placeholder 3">
            <a:extLst>
              <a:ext uri="{FF2B5EF4-FFF2-40B4-BE49-F238E27FC236}">
                <a16:creationId xmlns:a16="http://schemas.microsoft.com/office/drawing/2014/main" id="{8D5F58FB-8D28-415D-712A-210AA48B8602}"/>
              </a:ext>
            </a:extLst>
          </p:cNvPr>
          <p:cNvSpPr>
            <a:spLocks noGrp="1"/>
          </p:cNvSpPr>
          <p:nvPr>
            <p:ph type="sldNum" sz="quarter" idx="5"/>
          </p:nvPr>
        </p:nvSpPr>
        <p:spPr/>
        <p:txBody>
          <a:bodyPr/>
          <a:lstStyle/>
          <a:p>
            <a:fld id="{DD6EC2CF-994F-4FB8-AE93-F7608445D411}" type="slidenum">
              <a:rPr lang="en-US" smtClean="0"/>
              <a:t>7</a:t>
            </a:fld>
            <a:endParaRPr lang="en-US" dirty="0"/>
          </a:p>
        </p:txBody>
      </p:sp>
    </p:spTree>
    <p:extLst>
      <p:ext uri="{BB962C8B-B14F-4D97-AF65-F5344CB8AC3E}">
        <p14:creationId xmlns:p14="http://schemas.microsoft.com/office/powerpoint/2010/main" val="3565327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Notes:</a:t>
            </a:r>
          </a:p>
          <a:p>
            <a:pPr marL="228600" indent="-228600">
              <a:buAutoNum type="arabicPeriod"/>
            </a:pPr>
            <a:r>
              <a:rPr lang="en-US" dirty="0"/>
              <a:t>The Operational Environment Decision Domain incorporates all remaining Decision Functions after the other Decision Domains have been abstracted out.  For example, the Operational Environment Decision Domain includes Decision Functions including, but not limited to, political, cultural, economic, familial, romantic, etc.).  The Operational Environment Decision Domain is also unique in that it incorporates all other activities beyond just military decision-making.  Therefore, the Operational Environment Decision Domain encompasses and accounts for the physical/material world.</a:t>
            </a:r>
          </a:p>
          <a:p>
            <a:pPr marL="228600" indent="-228600">
              <a:buAutoNum type="arabicPeriod"/>
            </a:pPr>
            <a:endParaRPr lang="en-US" dirty="0"/>
          </a:p>
          <a:p>
            <a:pPr marL="0" indent="0">
              <a:buNone/>
            </a:pPr>
            <a:r>
              <a:rPr lang="en-US" dirty="0"/>
              <a:t>Additional Information:</a:t>
            </a:r>
          </a:p>
          <a:p>
            <a:pPr marL="0" indent="0">
              <a:buNone/>
            </a:pPr>
            <a:endParaRPr lang="en-US" dirty="0"/>
          </a:p>
          <a:p>
            <a:endParaRPr lang="en-US" dirty="0"/>
          </a:p>
        </p:txBody>
      </p:sp>
    </p:spTree>
    <p:extLst>
      <p:ext uri="{BB962C8B-B14F-4D97-AF65-F5344CB8AC3E}">
        <p14:creationId xmlns:p14="http://schemas.microsoft.com/office/powerpoint/2010/main" val="1710204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Notes:</a:t>
            </a:r>
          </a:p>
          <a:p>
            <a:pPr marL="228600" indent="-228600">
              <a:buAutoNum type="arabicPeriod"/>
            </a:pPr>
            <a:r>
              <a:rPr lang="en-US" dirty="0"/>
              <a:t>The Operational Environment Decision Domain incorporates all remaining Decision Functions after the other Decision Domains have been abstracted out.  For example, the Operational Environment Decision Domain includes Decision Functions including, but not limited to, political, cultural, economic, familial, romantic, etc.).  The Operational Environment Decision Domain is also unique in that it incorporates all other activities beyond just military decision-making.  Therefore, the Operational Environment Decision Domain encompasses and accounts for the physical/material world.</a:t>
            </a:r>
          </a:p>
          <a:p>
            <a:pPr marL="228600" indent="-228600">
              <a:buAutoNum type="arabicPeriod"/>
            </a:pPr>
            <a:endParaRPr lang="en-US" dirty="0"/>
          </a:p>
          <a:p>
            <a:pPr marL="0" indent="0">
              <a:buNone/>
            </a:pPr>
            <a:r>
              <a:rPr lang="en-US" dirty="0"/>
              <a:t>Additional Information:</a:t>
            </a:r>
          </a:p>
          <a:p>
            <a:pPr marL="0" indent="0">
              <a:buNone/>
            </a:pPr>
            <a:endParaRPr lang="en-US" dirty="0"/>
          </a:p>
          <a:p>
            <a:endParaRPr lang="en-US" dirty="0"/>
          </a:p>
        </p:txBody>
      </p:sp>
    </p:spTree>
    <p:extLst>
      <p:ext uri="{BB962C8B-B14F-4D97-AF65-F5344CB8AC3E}">
        <p14:creationId xmlns:p14="http://schemas.microsoft.com/office/powerpoint/2010/main" val="1755139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Notes:</a:t>
            </a:r>
          </a:p>
          <a:p>
            <a:pPr marL="228600" indent="-228600">
              <a:buAutoNum type="arabicPeriod"/>
            </a:pPr>
            <a:r>
              <a:rPr lang="en-US" dirty="0"/>
              <a:t>The Operational Environment Decision Domain incorporates all remaining Decision Functions after the other Decision Domains have been abstracted out.  For example, the Operational Environment Decision Domain includes Decision Functions including, but not limited to, political, cultural, economic, familial, romantic, etc.).  The Operational Environment Decision Domain is also unique in that it incorporates all other activities beyond just military decision-making.  Therefore, the Operational Environment Decision Domain encompasses and accounts for the physical/material world.</a:t>
            </a:r>
          </a:p>
          <a:p>
            <a:pPr marL="228600" indent="-228600">
              <a:buAutoNum type="arabicPeriod"/>
            </a:pPr>
            <a:endParaRPr lang="en-US" dirty="0"/>
          </a:p>
          <a:p>
            <a:pPr marL="0" indent="0">
              <a:buNone/>
            </a:pPr>
            <a:r>
              <a:rPr lang="en-US" dirty="0"/>
              <a:t>Additional Information:</a:t>
            </a:r>
          </a:p>
          <a:p>
            <a:pPr marL="0" indent="0">
              <a:buNone/>
            </a:pPr>
            <a:endParaRPr lang="en-US" dirty="0"/>
          </a:p>
          <a:p>
            <a:endParaRPr lang="en-US" dirty="0"/>
          </a:p>
        </p:txBody>
      </p:sp>
    </p:spTree>
    <p:extLst>
      <p:ext uri="{BB962C8B-B14F-4D97-AF65-F5344CB8AC3E}">
        <p14:creationId xmlns:p14="http://schemas.microsoft.com/office/powerpoint/2010/main" val="3135249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027A66-AA41-4609-9C4A-39850A818A1C}" type="slidenum">
              <a:rPr lang="en-US" smtClean="0"/>
              <a:t>13</a:t>
            </a:fld>
            <a:endParaRPr lang="en-US" dirty="0"/>
          </a:p>
        </p:txBody>
      </p:sp>
    </p:spTree>
    <p:extLst>
      <p:ext uri="{BB962C8B-B14F-4D97-AF65-F5344CB8AC3E}">
        <p14:creationId xmlns:p14="http://schemas.microsoft.com/office/powerpoint/2010/main" val="1360491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i="0" dirty="0">
              <a:solidFill>
                <a:srgbClr val="444444"/>
              </a:solidFill>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DD6EC2CF-994F-4FB8-AE93-F7608445D411}" type="slidenum">
              <a:rPr lang="en-US" smtClean="0"/>
              <a:t>14</a:t>
            </a:fld>
            <a:endParaRPr lang="en-US" dirty="0"/>
          </a:p>
        </p:txBody>
      </p:sp>
    </p:spTree>
    <p:extLst>
      <p:ext uri="{BB962C8B-B14F-4D97-AF65-F5344CB8AC3E}">
        <p14:creationId xmlns:p14="http://schemas.microsoft.com/office/powerpoint/2010/main" val="1575976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 name="Line 2"/>
          <p:cNvSpPr>
            <a:spLocks noChangeShapeType="1"/>
          </p:cNvSpPr>
          <p:nvPr/>
        </p:nvSpPr>
        <p:spPr bwMode="auto">
          <a:xfrm>
            <a:off x="508000" y="6451600"/>
            <a:ext cx="11176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sz="1350" dirty="0"/>
          </a:p>
        </p:txBody>
      </p:sp>
      <p:sp>
        <p:nvSpPr>
          <p:cNvPr id="4" name="Line 5"/>
          <p:cNvSpPr>
            <a:spLocks noChangeShapeType="1"/>
          </p:cNvSpPr>
          <p:nvPr/>
        </p:nvSpPr>
        <p:spPr bwMode="auto">
          <a:xfrm>
            <a:off x="508000" y="1231900"/>
            <a:ext cx="11176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sz="1350" dirty="0"/>
          </a:p>
        </p:txBody>
      </p:sp>
      <p:sp>
        <p:nvSpPr>
          <p:cNvPr id="6" name="Text Box 14"/>
          <p:cNvSpPr txBox="1">
            <a:spLocks noChangeArrowheads="1"/>
          </p:cNvSpPr>
          <p:nvPr/>
        </p:nvSpPr>
        <p:spPr bwMode="auto">
          <a:xfrm>
            <a:off x="508000" y="500068"/>
            <a:ext cx="11176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1400">
                <a:solidFill>
                  <a:schemeClr val="tx1"/>
                </a:solidFill>
                <a:latin typeface="Arial" panose="020B0604020202020204" pitchFamily="34" charset="0"/>
              </a:defRPr>
            </a:lvl1pPr>
            <a:lvl2pPr marL="742950" indent="-285750" algn="ctr">
              <a:defRPr sz="1400">
                <a:solidFill>
                  <a:schemeClr val="tx1"/>
                </a:solidFill>
                <a:latin typeface="Arial" panose="020B0604020202020204" pitchFamily="34" charset="0"/>
              </a:defRPr>
            </a:lvl2pPr>
            <a:lvl3pPr marL="1143000" indent="-228600" algn="ctr">
              <a:defRPr sz="1400">
                <a:solidFill>
                  <a:schemeClr val="tx1"/>
                </a:solidFill>
                <a:latin typeface="Arial" panose="020B0604020202020204" pitchFamily="34" charset="0"/>
              </a:defRPr>
            </a:lvl3pPr>
            <a:lvl4pPr marL="1600200" indent="-228600" algn="ctr">
              <a:defRPr sz="1400">
                <a:solidFill>
                  <a:schemeClr val="tx1"/>
                </a:solidFill>
                <a:latin typeface="Arial" panose="020B0604020202020204" pitchFamily="34" charset="0"/>
              </a:defRPr>
            </a:lvl4pPr>
            <a:lvl5pPr marL="2057400" indent="-228600" algn="ctr">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defRPr/>
            </a:pPr>
            <a:r>
              <a:rPr lang="en-US" altLang="en-US" sz="2700" b="1" i="1" dirty="0"/>
              <a:t>Department of the Air Force</a:t>
            </a:r>
          </a:p>
        </p:txBody>
      </p:sp>
      <p:sp>
        <p:nvSpPr>
          <p:cNvPr id="7" name="Text Box 1029"/>
          <p:cNvSpPr txBox="1">
            <a:spLocks noChangeArrowheads="1"/>
          </p:cNvSpPr>
          <p:nvPr userDrawn="1"/>
        </p:nvSpPr>
        <p:spPr bwMode="auto">
          <a:xfrm>
            <a:off x="508000" y="1280448"/>
            <a:ext cx="1117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1400">
                <a:solidFill>
                  <a:schemeClr val="tx1"/>
                </a:solidFill>
                <a:latin typeface="Arial" panose="020B0604020202020204" pitchFamily="34" charset="0"/>
              </a:defRPr>
            </a:lvl1pPr>
            <a:lvl2pPr marL="742950" indent="-285750" algn="ctr">
              <a:defRPr sz="1400">
                <a:solidFill>
                  <a:schemeClr val="tx1"/>
                </a:solidFill>
                <a:latin typeface="Arial" panose="020B0604020202020204" pitchFamily="34" charset="0"/>
              </a:defRPr>
            </a:lvl2pPr>
            <a:lvl3pPr marL="1143000" indent="-228600" algn="ctr">
              <a:defRPr sz="1400">
                <a:solidFill>
                  <a:schemeClr val="tx1"/>
                </a:solidFill>
                <a:latin typeface="Arial" panose="020B0604020202020204" pitchFamily="34" charset="0"/>
              </a:defRPr>
            </a:lvl3pPr>
            <a:lvl4pPr marL="1600200" indent="-228600" algn="ctr">
              <a:defRPr sz="1400">
                <a:solidFill>
                  <a:schemeClr val="tx1"/>
                </a:solidFill>
                <a:latin typeface="Arial" panose="020B0604020202020204" pitchFamily="34" charset="0"/>
              </a:defRPr>
            </a:lvl4pPr>
            <a:lvl5pPr marL="2057400" indent="-228600" algn="ctr">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spcBef>
                <a:spcPct val="50000"/>
              </a:spcBef>
              <a:defRPr/>
            </a:pPr>
            <a:r>
              <a:rPr lang="en-US" altLang="en-US" sz="1200" b="1" i="1" dirty="0">
                <a:latin typeface="Century Schoolbook" panose="02040604050505020304" pitchFamily="18" charset="0"/>
              </a:rPr>
              <a:t>I n t e g r i t y  -  S e r v i c e  -  E x c e l l e n c e</a:t>
            </a:r>
          </a:p>
        </p:txBody>
      </p:sp>
      <p:sp>
        <p:nvSpPr>
          <p:cNvPr id="50191" name="Rectangle 15"/>
          <p:cNvSpPr>
            <a:spLocks noGrp="1" noChangeArrowheads="1"/>
          </p:cNvSpPr>
          <p:nvPr>
            <p:ph type="ctrTitle"/>
          </p:nvPr>
        </p:nvSpPr>
        <p:spPr>
          <a:xfrm>
            <a:off x="368303" y="2054429"/>
            <a:ext cx="11315700" cy="1600200"/>
          </a:xfrm>
        </p:spPr>
        <p:txBody>
          <a:bodyPr/>
          <a:lstStyle>
            <a:lvl1pPr>
              <a:defRPr sz="3300" i="0"/>
            </a:lvl1pPr>
          </a:lstStyle>
          <a:p>
            <a:r>
              <a:rPr lang="en-US"/>
              <a:t>Click to edit Master title style</a:t>
            </a:r>
          </a:p>
        </p:txBody>
      </p:sp>
      <p:sp>
        <p:nvSpPr>
          <p:cNvPr id="8" name="Date Placeholder 6"/>
          <p:cNvSpPr>
            <a:spLocks noGrp="1" noChangeArrowheads="1"/>
          </p:cNvSpPr>
          <p:nvPr>
            <p:ph type="dt" sz="half" idx="10"/>
          </p:nvPr>
        </p:nvSpPr>
        <p:spPr/>
        <p:txBody>
          <a:bodyPr/>
          <a:lstStyle>
            <a:lvl1pPr>
              <a:defRPr/>
            </a:lvl1pPr>
          </a:lstStyle>
          <a:p>
            <a:pPr>
              <a:defRPr/>
            </a:pPr>
            <a:fld id="{C4A15553-08B4-4184-BB38-B28B7806F367}" type="datetime1">
              <a:rPr lang="en-US" smtClean="0"/>
              <a:t>2/20/2025</a:t>
            </a:fld>
            <a:endParaRPr lang="en-US" dirty="0"/>
          </a:p>
        </p:txBody>
      </p:sp>
      <p:sp>
        <p:nvSpPr>
          <p:cNvPr id="9" name="Slide Number Placeholder 7"/>
          <p:cNvSpPr>
            <a:spLocks noGrp="1" noChangeArrowheads="1"/>
          </p:cNvSpPr>
          <p:nvPr>
            <p:ph type="sldNum" sz="quarter" idx="11"/>
          </p:nvPr>
        </p:nvSpPr>
        <p:spPr/>
        <p:txBody>
          <a:bodyPr/>
          <a:lstStyle>
            <a:lvl1pPr>
              <a:defRPr/>
            </a:lvl1pPr>
          </a:lstStyle>
          <a:p>
            <a:pPr>
              <a:defRPr/>
            </a:pPr>
            <a:fld id="{4005F756-8005-40BC-BDB4-25D0D689C1DD}"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2957773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A03462-7E2C-41C6-85EA-7714273405F1}" type="datetime1">
              <a:rPr lang="en-US" smtClean="0"/>
              <a:t>2/20/2025</a:t>
            </a:fld>
            <a:endParaRPr lang="en-US" dirty="0"/>
          </a:p>
        </p:txBody>
      </p:sp>
      <p:sp>
        <p:nvSpPr>
          <p:cNvPr id="5" name="Slide Number Placeholder 4"/>
          <p:cNvSpPr>
            <a:spLocks noGrp="1"/>
          </p:cNvSpPr>
          <p:nvPr>
            <p:ph type="sldNum" sz="quarter" idx="11"/>
          </p:nvPr>
        </p:nvSpPr>
        <p:spPr/>
        <p:txBody>
          <a:bodyPr/>
          <a:lstStyle>
            <a:lvl1pPr>
              <a:defRPr/>
            </a:lvl1pPr>
          </a:lstStyle>
          <a:p>
            <a:pPr>
              <a:defRPr/>
            </a:pPr>
            <a:fld id="{47256DB1-98A0-4C5B-B461-C003FBFE3B06}" type="slidenum">
              <a:rPr lang="en-US" altLang="en-US"/>
              <a:pPr>
                <a:defRPr/>
              </a:pPr>
              <a:t>‹#›</a:t>
            </a:fld>
            <a:endParaRPr lang="en-US" altLang="en-US" dirty="0">
              <a:solidFill>
                <a:schemeClr val="bg2"/>
              </a:solidFill>
            </a:endParaRPr>
          </a:p>
        </p:txBody>
      </p:sp>
      <p:pic>
        <p:nvPicPr>
          <p:cNvPr id="6" name="Picture 13">
            <a:extLst>
              <a:ext uri="{FF2B5EF4-FFF2-40B4-BE49-F238E27FC236}">
                <a16:creationId xmlns:a16="http://schemas.microsoft.com/office/drawing/2014/main" id="{4D502836-0F36-B273-36C8-612600176E7C}"/>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635000" y="1143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8710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4"/>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8B97EC5F-86FF-47CF-BE1C-D7DF94CFA0AD}" type="datetime1">
              <a:rPr lang="en-US" smtClean="0"/>
              <a:t>2/20/2025</a:t>
            </a:fld>
            <a:endParaRPr lang="en-US" dirty="0"/>
          </a:p>
        </p:txBody>
      </p:sp>
      <p:sp>
        <p:nvSpPr>
          <p:cNvPr id="5" name="Slide Number Placeholder 4"/>
          <p:cNvSpPr>
            <a:spLocks noGrp="1"/>
          </p:cNvSpPr>
          <p:nvPr>
            <p:ph type="sldNum" sz="quarter" idx="11"/>
          </p:nvPr>
        </p:nvSpPr>
        <p:spPr/>
        <p:txBody>
          <a:bodyPr/>
          <a:lstStyle>
            <a:lvl1pPr>
              <a:defRPr/>
            </a:lvl1pPr>
          </a:lstStyle>
          <a:p>
            <a:pPr>
              <a:defRPr/>
            </a:pPr>
            <a:fld id="{1AA3360C-AE3B-4A8A-9E7D-39D4F0D2B7E6}"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106595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68300" y="1504952"/>
            <a:ext cx="5496984" cy="474345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68489" y="1504952"/>
            <a:ext cx="5496983" cy="474345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35BCD28C-9AA2-4228-92CD-849A2E115D2C}" type="datetime1">
              <a:rPr lang="en-US" smtClean="0"/>
              <a:t>2/20/2025</a:t>
            </a:fld>
            <a:endParaRPr lang="en-US" dirty="0"/>
          </a:p>
        </p:txBody>
      </p:sp>
      <p:sp>
        <p:nvSpPr>
          <p:cNvPr id="6" name="Slide Number Placeholder 5"/>
          <p:cNvSpPr>
            <a:spLocks noGrp="1"/>
          </p:cNvSpPr>
          <p:nvPr>
            <p:ph type="sldNum" sz="quarter" idx="11"/>
          </p:nvPr>
        </p:nvSpPr>
        <p:spPr/>
        <p:txBody>
          <a:bodyPr/>
          <a:lstStyle>
            <a:lvl1pPr>
              <a:defRPr/>
            </a:lvl1pPr>
          </a:lstStyle>
          <a:p>
            <a:pPr>
              <a:defRPr/>
            </a:pPr>
            <a:fld id="{241983CB-FF2E-4ABB-9D4A-533B2E07245C}"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1862659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6"/>
            <a:ext cx="5386917"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6"/>
            <a:ext cx="5389033"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fld id="{5837BE44-62BF-40ED-97FA-91BD821DA5C3}" type="datetime1">
              <a:rPr lang="en-US" smtClean="0"/>
              <a:t>2/20/2025</a:t>
            </a:fld>
            <a:endParaRPr lang="en-US" dirty="0"/>
          </a:p>
        </p:txBody>
      </p:sp>
      <p:sp>
        <p:nvSpPr>
          <p:cNvPr id="8" name="Slide Number Placeholder 7"/>
          <p:cNvSpPr>
            <a:spLocks noGrp="1"/>
          </p:cNvSpPr>
          <p:nvPr>
            <p:ph type="sldNum" sz="quarter" idx="11"/>
          </p:nvPr>
        </p:nvSpPr>
        <p:spPr/>
        <p:txBody>
          <a:bodyPr/>
          <a:lstStyle>
            <a:lvl1pPr>
              <a:defRPr/>
            </a:lvl1pPr>
          </a:lstStyle>
          <a:p>
            <a:pPr>
              <a:defRPr/>
            </a:pPr>
            <a:fld id="{508CC8AD-DEDE-45A8-AB78-F8B699CF4FFF}"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3097916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E9BFC146-EC4F-4884-BC32-72848D92D7FA}" type="datetime1">
              <a:rPr lang="en-US" smtClean="0"/>
              <a:t>2/20/2025</a:t>
            </a:fld>
            <a:endParaRPr lang="en-US" dirty="0"/>
          </a:p>
        </p:txBody>
      </p:sp>
      <p:sp>
        <p:nvSpPr>
          <p:cNvPr id="4" name="Slide Number Placeholder 3"/>
          <p:cNvSpPr>
            <a:spLocks noGrp="1"/>
          </p:cNvSpPr>
          <p:nvPr>
            <p:ph type="sldNum" sz="quarter" idx="11"/>
          </p:nvPr>
        </p:nvSpPr>
        <p:spPr/>
        <p:txBody>
          <a:bodyPr/>
          <a:lstStyle>
            <a:lvl1pPr>
              <a:defRPr/>
            </a:lvl1pPr>
          </a:lstStyle>
          <a:p>
            <a:pPr>
              <a:defRPr/>
            </a:pPr>
            <a:fld id="{F4520405-4A19-4BC4-9193-41F6583A41F2}"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3324823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F5A48ACB-1ABB-45FD-970F-073F6770A2FE}" type="datetime1">
              <a:rPr lang="en-US" smtClean="0"/>
              <a:t>2/20/2025</a:t>
            </a:fld>
            <a:endParaRPr lang="en-US" dirty="0"/>
          </a:p>
        </p:txBody>
      </p:sp>
      <p:sp>
        <p:nvSpPr>
          <p:cNvPr id="3" name="Slide Number Placeholder 2"/>
          <p:cNvSpPr>
            <a:spLocks noGrp="1"/>
          </p:cNvSpPr>
          <p:nvPr>
            <p:ph type="sldNum" sz="quarter" idx="11"/>
          </p:nvPr>
        </p:nvSpPr>
        <p:spPr/>
        <p:txBody>
          <a:bodyPr/>
          <a:lstStyle>
            <a:lvl1pPr>
              <a:defRPr/>
            </a:lvl1pPr>
          </a:lstStyle>
          <a:p>
            <a:pPr>
              <a:defRPr/>
            </a:pPr>
            <a:fld id="{85E9C438-D4A3-4372-96AC-CB86D778BA59}"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2806430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86100" y="319088"/>
            <a:ext cx="6096000" cy="7187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ctr">
              <a:defRPr lang="en-US" sz="3600" b="1" i="1" dirty="0">
                <a:solidFill>
                  <a:srgbClr val="000077"/>
                </a:solidFill>
                <a:latin typeface="Arial" pitchFamily="34" charset="0"/>
                <a:cs typeface="Arial" pitchFamily="34" charset="0"/>
              </a:defRPr>
            </a:lvl1pPr>
          </a:lstStyle>
          <a:p>
            <a:pPr lvl="0" algn="ctr"/>
            <a:r>
              <a:rPr lang="en-US"/>
              <a:t>Questions</a:t>
            </a:r>
          </a:p>
        </p:txBody>
      </p:sp>
      <p:sp>
        <p:nvSpPr>
          <p:cNvPr id="3" name="Subtitle 2"/>
          <p:cNvSpPr>
            <a:spLocks noGrp="1"/>
          </p:cNvSpPr>
          <p:nvPr>
            <p:ph type="subTitle" idx="1"/>
          </p:nvPr>
        </p:nvSpPr>
        <p:spPr>
          <a:xfrm>
            <a:off x="6096000" y="4343400"/>
            <a:ext cx="6096000" cy="1828800"/>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6FA7771-7148-4F3A-A779-3243B025D916}" type="datetime1">
              <a:rPr lang="en-US" smtClean="0"/>
              <a:t>2/20/2025</a:t>
            </a:fld>
            <a:endParaRPr lang="en-US" dirty="0"/>
          </a:p>
        </p:txBody>
      </p:sp>
      <p:sp>
        <p:nvSpPr>
          <p:cNvPr id="5" name="Footer Placeholder 4"/>
          <p:cNvSpPr>
            <a:spLocks noGrp="1"/>
          </p:cNvSpPr>
          <p:nvPr>
            <p:ph type="ftr" sz="quarter" idx="11"/>
          </p:nvPr>
        </p:nvSpPr>
        <p:spPr>
          <a:xfrm>
            <a:off x="3657600" y="6629400"/>
            <a:ext cx="4876800" cy="228600"/>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 name="Slide Number Placeholder 5"/>
          <p:cNvSpPr>
            <a:spLocks noGrp="1"/>
          </p:cNvSpPr>
          <p:nvPr>
            <p:ph type="sldNum" sz="quarter" idx="12"/>
          </p:nvPr>
        </p:nvSpPr>
        <p:spPr/>
        <p:txBody>
          <a:bodyPr/>
          <a:lstStyle/>
          <a:p>
            <a:fld id="{94C91EC1-764F-4D28-9947-A8D339512DEB}" type="slidenum">
              <a:rPr lang="en-US" smtClean="0"/>
              <a:t>‹#›</a:t>
            </a:fld>
            <a:endParaRPr lang="en-US" dirty="0"/>
          </a:p>
        </p:txBody>
      </p:sp>
      <p:sp>
        <p:nvSpPr>
          <p:cNvPr id="9" name="Text Placeholder 8"/>
          <p:cNvSpPr>
            <a:spLocks noGrp="1"/>
          </p:cNvSpPr>
          <p:nvPr>
            <p:ph type="body" sz="quarter" idx="13" hasCustomPrompt="1"/>
          </p:nvPr>
        </p:nvSpPr>
        <p:spPr>
          <a:xfrm>
            <a:off x="2438400" y="0"/>
            <a:ext cx="7315200" cy="228600"/>
          </a:xfrm>
        </p:spPr>
        <p:txBody>
          <a:bodyPr wrap="square" anchor="ctr" anchorCtr="1">
            <a:noAutofit/>
          </a:bodyPr>
          <a:lstStyle>
            <a:lvl1pPr marL="0" indent="0">
              <a:buNone/>
              <a:defRPr sz="1200" b="1">
                <a:solidFill>
                  <a:srgbClr val="00B050"/>
                </a:solidFill>
              </a:defRPr>
            </a:lvl1pPr>
          </a:lstStyle>
          <a:p>
            <a:pPr lvl="0"/>
            <a:r>
              <a:rPr lang="en-US"/>
              <a:t>Edit Classification</a:t>
            </a:r>
          </a:p>
        </p:txBody>
      </p:sp>
      <p:sp>
        <p:nvSpPr>
          <p:cNvPr id="11" name="Text Placeholder 8"/>
          <p:cNvSpPr>
            <a:spLocks noGrp="1"/>
          </p:cNvSpPr>
          <p:nvPr>
            <p:ph type="body" sz="quarter" idx="14" hasCustomPrompt="1"/>
          </p:nvPr>
        </p:nvSpPr>
        <p:spPr>
          <a:xfrm>
            <a:off x="2438400" y="6629400"/>
            <a:ext cx="7315200" cy="228600"/>
          </a:xfrm>
        </p:spPr>
        <p:txBody>
          <a:bodyPr wrap="square" anchor="ctr" anchorCtr="1">
            <a:noAutofit/>
          </a:bodyPr>
          <a:lstStyle>
            <a:lvl1pPr marL="0" indent="0">
              <a:buNone/>
              <a:defRPr sz="1200" b="1">
                <a:solidFill>
                  <a:srgbClr val="00B050"/>
                </a:solidFill>
              </a:defRPr>
            </a:lvl1pPr>
          </a:lstStyle>
          <a:p>
            <a:pPr lvl="0"/>
            <a:r>
              <a:rPr lang="en-US"/>
              <a:t>Edit Classification</a:t>
            </a:r>
          </a:p>
        </p:txBody>
      </p:sp>
      <p:pic>
        <p:nvPicPr>
          <p:cNvPr id="7" name="Picture 13">
            <a:extLst>
              <a:ext uri="{FF2B5EF4-FFF2-40B4-BE49-F238E27FC236}">
                <a16:creationId xmlns:a16="http://schemas.microsoft.com/office/drawing/2014/main" id="{27D429E3-C85E-8A82-1D79-A0E4FAFFCB4C}"/>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635000" y="1143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97031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6000" y="1600200"/>
            <a:ext cx="6096000" cy="27432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defRPr lang="en-US" sz="3600" b="1" i="0" dirty="0">
                <a:solidFill>
                  <a:srgbClr val="000077"/>
                </a:solidFill>
                <a:latin typeface="Arial" pitchFamily="34" charset="0"/>
                <a:cs typeface="Arial" pitchFamily="34" charset="0"/>
              </a:defRPr>
            </a:lvl1pPr>
          </a:lstStyle>
          <a:p>
            <a:pPr lvl="0" algn="ctr"/>
            <a:r>
              <a:rPr lang="en-US"/>
              <a:t>Click to edit Master title style</a:t>
            </a:r>
          </a:p>
        </p:txBody>
      </p:sp>
      <p:sp>
        <p:nvSpPr>
          <p:cNvPr id="3" name="Subtitle 2"/>
          <p:cNvSpPr>
            <a:spLocks noGrp="1"/>
          </p:cNvSpPr>
          <p:nvPr>
            <p:ph type="subTitle" idx="1"/>
          </p:nvPr>
        </p:nvSpPr>
        <p:spPr>
          <a:xfrm>
            <a:off x="6096000" y="4343400"/>
            <a:ext cx="6096000" cy="1828800"/>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85A9ED3-50FD-4E3A-81A0-58CD71DCA31A}" type="datetime1">
              <a:rPr lang="en-US" smtClean="0"/>
              <a:t>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C91EC1-764F-4D28-9947-A8D339512DEB}" type="slidenum">
              <a:rPr lang="en-US" smtClean="0"/>
              <a:t>‹#›</a:t>
            </a:fld>
            <a:endParaRPr lang="en-US" dirty="0"/>
          </a:p>
        </p:txBody>
      </p:sp>
      <p:sp>
        <p:nvSpPr>
          <p:cNvPr id="9" name="Text Placeholder 8"/>
          <p:cNvSpPr>
            <a:spLocks noGrp="1"/>
          </p:cNvSpPr>
          <p:nvPr>
            <p:ph type="body" sz="quarter" idx="13" hasCustomPrompt="1"/>
          </p:nvPr>
        </p:nvSpPr>
        <p:spPr>
          <a:xfrm>
            <a:off x="2438400" y="0"/>
            <a:ext cx="7315200" cy="228600"/>
          </a:xfrm>
        </p:spPr>
        <p:txBody>
          <a:bodyPr wrap="square" anchor="ctr" anchorCtr="1">
            <a:noAutofit/>
          </a:bodyPr>
          <a:lstStyle>
            <a:lvl1pPr marL="0" indent="0">
              <a:buNone/>
              <a:defRPr sz="1200" b="1">
                <a:solidFill>
                  <a:srgbClr val="00B050"/>
                </a:solidFill>
              </a:defRPr>
            </a:lvl1pPr>
          </a:lstStyle>
          <a:p>
            <a:pPr lvl="0"/>
            <a:r>
              <a:rPr lang="en-US"/>
              <a:t>Edit Classification</a:t>
            </a:r>
          </a:p>
        </p:txBody>
      </p:sp>
      <p:sp>
        <p:nvSpPr>
          <p:cNvPr id="11" name="Text Placeholder 8"/>
          <p:cNvSpPr>
            <a:spLocks noGrp="1"/>
          </p:cNvSpPr>
          <p:nvPr>
            <p:ph type="body" sz="quarter" idx="14" hasCustomPrompt="1"/>
          </p:nvPr>
        </p:nvSpPr>
        <p:spPr>
          <a:xfrm>
            <a:off x="2438400" y="6629400"/>
            <a:ext cx="7315200" cy="228600"/>
          </a:xfrm>
        </p:spPr>
        <p:txBody>
          <a:bodyPr wrap="square" anchor="ctr" anchorCtr="1">
            <a:noAutofit/>
          </a:bodyPr>
          <a:lstStyle>
            <a:lvl1pPr marL="0" indent="0">
              <a:buNone/>
              <a:defRPr sz="1200" b="1">
                <a:solidFill>
                  <a:srgbClr val="00B050"/>
                </a:solidFill>
              </a:defRPr>
            </a:lvl1pPr>
          </a:lstStyle>
          <a:p>
            <a:pPr lvl="0"/>
            <a:r>
              <a:rPr lang="en-US"/>
              <a:t>Edit Classification</a:t>
            </a:r>
          </a:p>
        </p:txBody>
      </p:sp>
    </p:spTree>
    <p:extLst>
      <p:ext uri="{BB962C8B-B14F-4D97-AF65-F5344CB8AC3E}">
        <p14:creationId xmlns:p14="http://schemas.microsoft.com/office/powerpoint/2010/main" val="7879587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4DA0F56D-48ED-1D33-6973-6CC489384FC0}"/>
              </a:ext>
            </a:extLst>
          </p:cNvPr>
          <p:cNvSpPr>
            <a:spLocks noGrp="1"/>
          </p:cNvSpPr>
          <p:nvPr>
            <p:ph type="sldNum" sz="quarter" idx="11"/>
          </p:nvPr>
        </p:nvSpPr>
        <p:spPr>
          <a:xfrm>
            <a:off x="11353800" y="6629400"/>
            <a:ext cx="777240" cy="194708"/>
          </a:xfrm>
        </p:spPr>
        <p:txBody>
          <a:bodyPr/>
          <a:lstStyle>
            <a:lvl1pPr>
              <a:defRPr/>
            </a:lvl1pPr>
          </a:lstStyle>
          <a:p>
            <a:pPr>
              <a:defRPr/>
            </a:pPr>
            <a:fld id="{85E9C438-D4A3-4372-96AC-CB86D778BA59}" type="slidenum">
              <a:rPr lang="en-US" altLang="en-US"/>
              <a:pPr>
                <a:defRPr/>
              </a:pPr>
              <a:t>‹#›</a:t>
            </a:fld>
            <a:endParaRPr lang="en-US" altLang="en-US" dirty="0">
              <a:solidFill>
                <a:schemeClr val="bg2"/>
              </a:solidFill>
            </a:endParaRPr>
          </a:p>
        </p:txBody>
      </p:sp>
    </p:spTree>
    <p:extLst>
      <p:ext uri="{BB962C8B-B14F-4D97-AF65-F5344CB8AC3E}">
        <p14:creationId xmlns:p14="http://schemas.microsoft.com/office/powerpoint/2010/main" val="4166548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5" name="Rectangle 1027"/>
          <p:cNvSpPr>
            <a:spLocks noGrp="1" noChangeArrowheads="1"/>
          </p:cNvSpPr>
          <p:nvPr>
            <p:ph type="dt" sz="half" idx="2"/>
          </p:nvPr>
        </p:nvSpPr>
        <p:spPr bwMode="auto">
          <a:xfrm>
            <a:off x="0" y="6524625"/>
            <a:ext cx="1625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750">
                <a:solidFill>
                  <a:srgbClr val="969696"/>
                </a:solidFill>
                <a:latin typeface="Arial" charset="0"/>
              </a:defRPr>
            </a:lvl1pPr>
          </a:lstStyle>
          <a:p>
            <a:pPr>
              <a:defRPr/>
            </a:pPr>
            <a:fld id="{0A19F9FC-9336-4BCB-9C2D-40077A7DA72D}" type="datetime1">
              <a:rPr lang="en-US" smtClean="0"/>
              <a:t>2/20/2025</a:t>
            </a:fld>
            <a:endParaRPr lang="en-US" dirty="0"/>
          </a:p>
        </p:txBody>
      </p:sp>
      <p:sp>
        <p:nvSpPr>
          <p:cNvPr id="49156" name="Rectangle 1028"/>
          <p:cNvSpPr>
            <a:spLocks noGrp="1" noChangeArrowheads="1"/>
          </p:cNvSpPr>
          <p:nvPr>
            <p:ph type="sldNum" sz="quarter" idx="4"/>
          </p:nvPr>
        </p:nvSpPr>
        <p:spPr bwMode="auto">
          <a:xfrm>
            <a:off x="10650539" y="6524625"/>
            <a:ext cx="1524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750">
                <a:solidFill>
                  <a:srgbClr val="7F7F7F"/>
                </a:solidFill>
              </a:defRPr>
            </a:lvl1pPr>
          </a:lstStyle>
          <a:p>
            <a:pPr>
              <a:defRPr/>
            </a:pPr>
            <a:fld id="{2F0766A9-09BE-4FD5-8E67-84EF6C310E62}" type="slidenum">
              <a:rPr lang="en-US" altLang="en-US"/>
              <a:pPr>
                <a:defRPr/>
              </a:pPr>
              <a:t>‹#›</a:t>
            </a:fld>
            <a:endParaRPr lang="en-US" altLang="en-US" dirty="0"/>
          </a:p>
        </p:txBody>
      </p:sp>
      <p:sp>
        <p:nvSpPr>
          <p:cNvPr id="1028" name="Rectangle 1030"/>
          <p:cNvSpPr>
            <a:spLocks noGrp="1" noChangeArrowheads="1"/>
          </p:cNvSpPr>
          <p:nvPr>
            <p:ph type="title"/>
          </p:nvPr>
        </p:nvSpPr>
        <p:spPr bwMode="auto">
          <a:xfrm>
            <a:off x="2217739" y="76200"/>
            <a:ext cx="9525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9" name="Line 1035"/>
          <p:cNvSpPr>
            <a:spLocks noChangeShapeType="1"/>
          </p:cNvSpPr>
          <p:nvPr/>
        </p:nvSpPr>
        <p:spPr bwMode="auto">
          <a:xfrm>
            <a:off x="508000" y="6451600"/>
            <a:ext cx="11176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sz="1350" dirty="0"/>
          </a:p>
        </p:txBody>
      </p:sp>
      <p:sp>
        <p:nvSpPr>
          <p:cNvPr id="1030" name="Line 1036"/>
          <p:cNvSpPr>
            <a:spLocks noChangeShapeType="1"/>
          </p:cNvSpPr>
          <p:nvPr/>
        </p:nvSpPr>
        <p:spPr bwMode="auto">
          <a:xfrm>
            <a:off x="508000" y="1231900"/>
            <a:ext cx="11176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sz="1350" dirty="0"/>
          </a:p>
        </p:txBody>
      </p:sp>
      <p:sp>
        <p:nvSpPr>
          <p:cNvPr id="1032" name="Rectangle 1040"/>
          <p:cNvSpPr>
            <a:spLocks noGrp="1" noChangeArrowheads="1"/>
          </p:cNvSpPr>
          <p:nvPr>
            <p:ph type="body" idx="1"/>
          </p:nvPr>
        </p:nvSpPr>
        <p:spPr bwMode="auto">
          <a:xfrm>
            <a:off x="368303" y="1504952"/>
            <a:ext cx="11196639" cy="4743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0"/>
            <a:r>
              <a:rPr lang="en-US" altLang="en-US"/>
              <a:t>2nd Bullet</a:t>
            </a:r>
          </a:p>
        </p:txBody>
      </p:sp>
      <p:sp>
        <p:nvSpPr>
          <p:cNvPr id="9" name="Text Box 1029"/>
          <p:cNvSpPr txBox="1">
            <a:spLocks noChangeArrowheads="1"/>
          </p:cNvSpPr>
          <p:nvPr userDrawn="1"/>
        </p:nvSpPr>
        <p:spPr bwMode="auto">
          <a:xfrm>
            <a:off x="508000" y="6491293"/>
            <a:ext cx="1117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1400">
                <a:solidFill>
                  <a:schemeClr val="tx1"/>
                </a:solidFill>
                <a:latin typeface="Arial" panose="020B0604020202020204" pitchFamily="34" charset="0"/>
              </a:defRPr>
            </a:lvl1pPr>
            <a:lvl2pPr marL="742950" indent="-285750" algn="ctr">
              <a:defRPr sz="1400">
                <a:solidFill>
                  <a:schemeClr val="tx1"/>
                </a:solidFill>
                <a:latin typeface="Arial" panose="020B0604020202020204" pitchFamily="34" charset="0"/>
              </a:defRPr>
            </a:lvl2pPr>
            <a:lvl3pPr marL="1143000" indent="-228600" algn="ctr">
              <a:defRPr sz="1400">
                <a:solidFill>
                  <a:schemeClr val="tx1"/>
                </a:solidFill>
                <a:latin typeface="Arial" panose="020B0604020202020204" pitchFamily="34" charset="0"/>
              </a:defRPr>
            </a:lvl3pPr>
            <a:lvl4pPr marL="1600200" indent="-228600" algn="ctr">
              <a:defRPr sz="1400">
                <a:solidFill>
                  <a:schemeClr val="tx1"/>
                </a:solidFill>
                <a:latin typeface="Arial" panose="020B0604020202020204" pitchFamily="34" charset="0"/>
              </a:defRPr>
            </a:lvl4pPr>
            <a:lvl5pPr marL="2057400" indent="-228600" algn="ctr">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spcBef>
                <a:spcPct val="50000"/>
              </a:spcBef>
              <a:defRPr/>
            </a:pPr>
            <a:r>
              <a:rPr lang="en-US" altLang="en-US" sz="1200" b="1" i="1" dirty="0">
                <a:latin typeface="Century Schoolbook" panose="02040604050505020304" pitchFamily="18" charset="0"/>
              </a:rPr>
              <a:t>I n t e g r i t y  -  S e r v i c e  -  E x c e l l e n c e</a:t>
            </a:r>
          </a:p>
        </p:txBody>
      </p:sp>
      <p:pic>
        <p:nvPicPr>
          <p:cNvPr id="11" name="Picture 10">
            <a:extLst>
              <a:ext uri="{FF2B5EF4-FFF2-40B4-BE49-F238E27FC236}">
                <a16:creationId xmlns:a16="http://schemas.microsoft.com/office/drawing/2014/main" id="{41819816-6F72-9BC9-B556-E66E4BF99E0C}"/>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087364" y="6496203"/>
            <a:ext cx="1495037" cy="327361"/>
          </a:xfrm>
          <a:prstGeom prst="rect">
            <a:avLst/>
          </a:prstGeom>
        </p:spPr>
      </p:pic>
    </p:spTree>
    <p:extLst>
      <p:ext uri="{BB962C8B-B14F-4D97-AF65-F5344CB8AC3E}">
        <p14:creationId xmlns:p14="http://schemas.microsoft.com/office/powerpoint/2010/main" val="5137815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700" r:id="rId8"/>
    <p:sldLayoutId id="2147483701" r:id="rId9"/>
    <p:sldLayoutId id="2147483705" r:id="rId10"/>
  </p:sldLayoutIdLst>
  <p:hf hdr="0" ftr="0" dt="0"/>
  <p:txStyles>
    <p:titleStyle>
      <a:lvl1pPr algn="r" rtl="0" eaLnBrk="0" fontAlgn="base" hangingPunct="0">
        <a:spcBef>
          <a:spcPct val="0"/>
        </a:spcBef>
        <a:spcAft>
          <a:spcPct val="0"/>
        </a:spcAft>
        <a:defRPr sz="2700" b="1" i="1">
          <a:solidFill>
            <a:srgbClr val="151C77"/>
          </a:solidFill>
          <a:latin typeface="+mj-lt"/>
          <a:ea typeface="+mj-ea"/>
          <a:cs typeface="+mj-cs"/>
        </a:defRPr>
      </a:lvl1pPr>
      <a:lvl2pPr algn="r" rtl="0" eaLnBrk="0" fontAlgn="base" hangingPunct="0">
        <a:spcBef>
          <a:spcPct val="0"/>
        </a:spcBef>
        <a:spcAft>
          <a:spcPct val="0"/>
        </a:spcAft>
        <a:defRPr sz="2700" b="1" i="1">
          <a:solidFill>
            <a:srgbClr val="151C77"/>
          </a:solidFill>
          <a:latin typeface="Arial" charset="0"/>
        </a:defRPr>
      </a:lvl2pPr>
      <a:lvl3pPr algn="r" rtl="0" eaLnBrk="0" fontAlgn="base" hangingPunct="0">
        <a:spcBef>
          <a:spcPct val="0"/>
        </a:spcBef>
        <a:spcAft>
          <a:spcPct val="0"/>
        </a:spcAft>
        <a:defRPr sz="2700" b="1" i="1">
          <a:solidFill>
            <a:srgbClr val="151C77"/>
          </a:solidFill>
          <a:latin typeface="Arial" charset="0"/>
        </a:defRPr>
      </a:lvl3pPr>
      <a:lvl4pPr algn="r" rtl="0" eaLnBrk="0" fontAlgn="base" hangingPunct="0">
        <a:spcBef>
          <a:spcPct val="0"/>
        </a:spcBef>
        <a:spcAft>
          <a:spcPct val="0"/>
        </a:spcAft>
        <a:defRPr sz="2700" b="1" i="1">
          <a:solidFill>
            <a:srgbClr val="151C77"/>
          </a:solidFill>
          <a:latin typeface="Arial" charset="0"/>
        </a:defRPr>
      </a:lvl4pPr>
      <a:lvl5pPr algn="r" rtl="0" eaLnBrk="0" fontAlgn="base" hangingPunct="0">
        <a:spcBef>
          <a:spcPct val="0"/>
        </a:spcBef>
        <a:spcAft>
          <a:spcPct val="0"/>
        </a:spcAft>
        <a:defRPr sz="2700" b="1" i="1">
          <a:solidFill>
            <a:srgbClr val="151C77"/>
          </a:solidFill>
          <a:latin typeface="Arial" charset="0"/>
        </a:defRPr>
      </a:lvl5pPr>
      <a:lvl6pPr marL="342900" algn="r" rtl="0" eaLnBrk="0" fontAlgn="base" hangingPunct="0">
        <a:spcBef>
          <a:spcPct val="0"/>
        </a:spcBef>
        <a:spcAft>
          <a:spcPct val="0"/>
        </a:spcAft>
        <a:defRPr sz="2700" b="1" i="1">
          <a:solidFill>
            <a:srgbClr val="151C77"/>
          </a:solidFill>
          <a:latin typeface="Arial" charset="0"/>
        </a:defRPr>
      </a:lvl6pPr>
      <a:lvl7pPr marL="685800" algn="r" rtl="0" eaLnBrk="0" fontAlgn="base" hangingPunct="0">
        <a:spcBef>
          <a:spcPct val="0"/>
        </a:spcBef>
        <a:spcAft>
          <a:spcPct val="0"/>
        </a:spcAft>
        <a:defRPr sz="2700" b="1" i="1">
          <a:solidFill>
            <a:srgbClr val="151C77"/>
          </a:solidFill>
          <a:latin typeface="Arial" charset="0"/>
        </a:defRPr>
      </a:lvl7pPr>
      <a:lvl8pPr marL="1028700" algn="r" rtl="0" eaLnBrk="0" fontAlgn="base" hangingPunct="0">
        <a:spcBef>
          <a:spcPct val="0"/>
        </a:spcBef>
        <a:spcAft>
          <a:spcPct val="0"/>
        </a:spcAft>
        <a:defRPr sz="2700" b="1" i="1">
          <a:solidFill>
            <a:srgbClr val="151C77"/>
          </a:solidFill>
          <a:latin typeface="Arial" charset="0"/>
        </a:defRPr>
      </a:lvl8pPr>
      <a:lvl9pPr marL="1371600" algn="r" rtl="0" eaLnBrk="0" fontAlgn="base" hangingPunct="0">
        <a:spcBef>
          <a:spcPct val="0"/>
        </a:spcBef>
        <a:spcAft>
          <a:spcPct val="0"/>
        </a:spcAft>
        <a:defRPr sz="2700" b="1" i="1">
          <a:solidFill>
            <a:srgbClr val="151C77"/>
          </a:solidFill>
          <a:latin typeface="Arial" charset="0"/>
        </a:defRPr>
      </a:lvl9pPr>
    </p:titleStyle>
    <p:bodyStyle>
      <a:lvl1pPr marL="214313" indent="-214313" algn="l" rtl="0" eaLnBrk="0" fontAlgn="base" hangingPunct="0">
        <a:spcBef>
          <a:spcPct val="50000"/>
        </a:spcBef>
        <a:spcAft>
          <a:spcPct val="0"/>
        </a:spcAft>
        <a:buClr>
          <a:srgbClr val="151C77"/>
        </a:buClr>
        <a:buSzPct val="80000"/>
        <a:buFont typeface="Wingdings" panose="05000000000000000000" pitchFamily="2" charset="2"/>
        <a:buChar char="n"/>
        <a:defRPr sz="1500" b="1">
          <a:solidFill>
            <a:schemeClr val="tx1"/>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3183523" y="3446566"/>
            <a:ext cx="8381999" cy="913212"/>
          </a:xfrm>
        </p:spPr>
        <p:txBody>
          <a:bodyPr>
            <a:normAutofit fontScale="90000"/>
          </a:bodyPr>
          <a:lstStyle/>
          <a:p>
            <a:r>
              <a:rPr lang="en-US" sz="2700" dirty="0">
                <a:solidFill>
                  <a:srgbClr val="0070C0"/>
                </a:solidFill>
                <a:latin typeface="Arial"/>
                <a:cs typeface="Arial"/>
              </a:rPr>
              <a:t>D</a:t>
            </a:r>
            <a:r>
              <a:rPr lang="en-US" sz="2400" dirty="0">
                <a:solidFill>
                  <a:srgbClr val="002060"/>
                </a:solidFill>
                <a:latin typeface="Arial"/>
                <a:cs typeface="Arial"/>
              </a:rPr>
              <a:t>ecision </a:t>
            </a:r>
            <a:r>
              <a:rPr lang="en-US" sz="2700" dirty="0">
                <a:solidFill>
                  <a:srgbClr val="0070C0"/>
                </a:solidFill>
                <a:latin typeface="Arial"/>
                <a:cs typeface="Arial"/>
              </a:rPr>
              <a:t>A</a:t>
            </a:r>
            <a:r>
              <a:rPr lang="en-US" sz="2400" dirty="0">
                <a:solidFill>
                  <a:srgbClr val="002060"/>
                </a:solidFill>
                <a:latin typeface="Arial"/>
                <a:cs typeface="Arial"/>
              </a:rPr>
              <a:t>dvantage </a:t>
            </a:r>
            <a:r>
              <a:rPr lang="en-US" sz="2700" dirty="0">
                <a:solidFill>
                  <a:srgbClr val="0070C0"/>
                </a:solidFill>
                <a:latin typeface="Arial"/>
                <a:cs typeface="Arial"/>
              </a:rPr>
              <a:t>S</a:t>
            </a:r>
            <a:r>
              <a:rPr lang="en-US" sz="2400" dirty="0">
                <a:solidFill>
                  <a:srgbClr val="002060"/>
                </a:solidFill>
                <a:latin typeface="Arial"/>
                <a:cs typeface="Arial"/>
              </a:rPr>
              <a:t>print for </a:t>
            </a:r>
            <a:r>
              <a:rPr lang="en-US" sz="2700" dirty="0">
                <a:solidFill>
                  <a:srgbClr val="0070C0"/>
                </a:solidFill>
                <a:latin typeface="Arial"/>
                <a:cs typeface="Arial"/>
              </a:rPr>
              <a:t>H</a:t>
            </a:r>
            <a:r>
              <a:rPr lang="en-US" sz="2400" dirty="0">
                <a:solidFill>
                  <a:srgbClr val="002060"/>
                </a:solidFill>
                <a:latin typeface="Arial"/>
                <a:cs typeface="Arial"/>
              </a:rPr>
              <a:t>uman-machine-teaming</a:t>
            </a:r>
            <a:br>
              <a:rPr lang="en-US" sz="2400" dirty="0"/>
            </a:br>
            <a:r>
              <a:rPr lang="en-US" sz="2400" b="0" dirty="0">
                <a:solidFill>
                  <a:srgbClr val="002060"/>
                </a:solidFill>
                <a:latin typeface="Arial"/>
                <a:cs typeface="Arial"/>
              </a:rPr>
              <a:t>DASH 1 - Perceive Actionable Entities (PAE) Information Briefing</a:t>
            </a:r>
            <a:br>
              <a:rPr lang="en-US" sz="2400" b="0" dirty="0">
                <a:solidFill>
                  <a:srgbClr val="002060"/>
                </a:solidFill>
                <a:latin typeface="Arial"/>
                <a:cs typeface="Arial"/>
              </a:rPr>
            </a:br>
            <a:r>
              <a:rPr lang="en-US" sz="2400" b="0" dirty="0">
                <a:solidFill>
                  <a:srgbClr val="002060"/>
                </a:solidFill>
                <a:latin typeface="Arial"/>
                <a:cs typeface="Arial"/>
              </a:rPr>
              <a:t>and “Ask Me Anything”</a:t>
            </a:r>
            <a:br>
              <a:rPr lang="en-US" sz="2400" b="0" dirty="0">
                <a:solidFill>
                  <a:srgbClr val="002060"/>
                </a:solidFill>
                <a:latin typeface="Arial"/>
                <a:cs typeface="Arial"/>
              </a:rPr>
            </a:br>
            <a:r>
              <a:rPr lang="en-US" sz="2400" b="0" dirty="0">
                <a:solidFill>
                  <a:schemeClr val="bg2">
                    <a:lumMod val="75000"/>
                  </a:schemeClr>
                </a:solidFill>
                <a:latin typeface="Arial"/>
                <a:cs typeface="Arial"/>
              </a:rPr>
              <a:t>Advanced Battle Management System Cross-Functional Team</a:t>
            </a:r>
            <a:br>
              <a:rPr lang="en-US" sz="2400" b="0" dirty="0">
                <a:solidFill>
                  <a:schemeClr val="bg2">
                    <a:lumMod val="75000"/>
                  </a:schemeClr>
                </a:solidFill>
                <a:latin typeface="Arial"/>
                <a:cs typeface="Arial"/>
              </a:rPr>
            </a:br>
            <a:r>
              <a:rPr lang="en-US" sz="2400" b="0" dirty="0">
                <a:solidFill>
                  <a:schemeClr val="bg2">
                    <a:lumMod val="75000"/>
                  </a:schemeClr>
                </a:solidFill>
                <a:latin typeface="Arial"/>
                <a:cs typeface="Arial"/>
              </a:rPr>
              <a:t>711th Human Performance Wing</a:t>
            </a:r>
            <a:endParaRPr lang="en-US" b="0" dirty="0">
              <a:solidFill>
                <a:schemeClr val="bg2">
                  <a:lumMod val="75000"/>
                </a:schemeClr>
              </a:solidFill>
              <a:latin typeface="Arial"/>
              <a:cs typeface="Arial"/>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7687" y="2298718"/>
            <a:ext cx="3737832" cy="831118"/>
          </a:xfrm>
          <a:prstGeom prst="rect">
            <a:avLst/>
          </a:prstGeom>
        </p:spPr>
      </p:pic>
      <p:sp>
        <p:nvSpPr>
          <p:cNvPr id="11" name="Rectangle 6"/>
          <p:cNvSpPr>
            <a:spLocks noChangeArrowheads="1"/>
          </p:cNvSpPr>
          <p:nvPr/>
        </p:nvSpPr>
        <p:spPr bwMode="auto">
          <a:xfrm>
            <a:off x="3550843" y="5722880"/>
            <a:ext cx="5090319" cy="667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lgn="ctr" eaLnBrk="0" fontAlgn="base" hangingPunct="0">
              <a:lnSpc>
                <a:spcPct val="90000"/>
              </a:lnSpc>
              <a:spcBef>
                <a:spcPct val="0"/>
              </a:spcBef>
              <a:spcAft>
                <a:spcPct val="0"/>
              </a:spcAft>
              <a:defRPr/>
            </a:pPr>
            <a:r>
              <a:rPr lang="en-US" sz="2000" b="1" dirty="0">
                <a:solidFill>
                  <a:srgbClr val="000000"/>
                </a:solidFill>
                <a:latin typeface="+mj-lt"/>
                <a:cs typeface="Arial" pitchFamily="34" charset="0"/>
              </a:rPr>
              <a:t>This briefing is</a:t>
            </a:r>
          </a:p>
          <a:p>
            <a:pPr marL="342900" indent="-342900" algn="ctr" eaLnBrk="0" fontAlgn="base" hangingPunct="0">
              <a:lnSpc>
                <a:spcPct val="90000"/>
              </a:lnSpc>
              <a:spcBef>
                <a:spcPct val="0"/>
              </a:spcBef>
              <a:spcAft>
                <a:spcPct val="0"/>
              </a:spcAft>
              <a:defRPr/>
            </a:pPr>
            <a:r>
              <a:rPr lang="en-US" b="1" dirty="0">
                <a:solidFill>
                  <a:srgbClr val="00B050"/>
                </a:solidFill>
                <a:latin typeface="+mj-lt"/>
                <a:cs typeface="Arial" pitchFamily="34" charset="0"/>
              </a:rPr>
              <a:t>UNCLASSIFIED</a:t>
            </a:r>
          </a:p>
        </p:txBody>
      </p:sp>
      <p:sp>
        <p:nvSpPr>
          <p:cNvPr id="12" name="Text Box 14">
            <a:extLst>
              <a:ext uri="{FF2B5EF4-FFF2-40B4-BE49-F238E27FC236}">
                <a16:creationId xmlns:a16="http://schemas.microsoft.com/office/drawing/2014/main" id="{5FA45137-915E-C424-0A6E-BC07B0050612}"/>
              </a:ext>
            </a:extLst>
          </p:cNvPr>
          <p:cNvSpPr txBox="1">
            <a:spLocks noChangeArrowheads="1"/>
          </p:cNvSpPr>
          <p:nvPr/>
        </p:nvSpPr>
        <p:spPr bwMode="auto">
          <a:xfrm>
            <a:off x="1905000" y="500068"/>
            <a:ext cx="8382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1400">
                <a:solidFill>
                  <a:schemeClr val="tx1"/>
                </a:solidFill>
                <a:latin typeface="Arial" panose="020B0604020202020204" pitchFamily="34" charset="0"/>
              </a:defRPr>
            </a:lvl1pPr>
            <a:lvl2pPr marL="742950" indent="-285750" algn="ctr">
              <a:defRPr sz="1400">
                <a:solidFill>
                  <a:schemeClr val="tx1"/>
                </a:solidFill>
                <a:latin typeface="Arial" panose="020B0604020202020204" pitchFamily="34" charset="0"/>
              </a:defRPr>
            </a:lvl2pPr>
            <a:lvl3pPr marL="1143000" indent="-228600" algn="ctr">
              <a:defRPr sz="1400">
                <a:solidFill>
                  <a:schemeClr val="tx1"/>
                </a:solidFill>
                <a:latin typeface="Arial" panose="020B0604020202020204" pitchFamily="34" charset="0"/>
              </a:defRPr>
            </a:lvl3pPr>
            <a:lvl4pPr marL="1600200" indent="-228600" algn="ctr">
              <a:defRPr sz="1400">
                <a:solidFill>
                  <a:schemeClr val="tx1"/>
                </a:solidFill>
                <a:latin typeface="Arial" panose="020B0604020202020204" pitchFamily="34" charset="0"/>
              </a:defRPr>
            </a:lvl4pPr>
            <a:lvl5pPr marL="2057400" indent="-228600" algn="ctr">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defRPr/>
            </a:pPr>
            <a:r>
              <a:rPr lang="en-US" altLang="en-US" sz="2700" b="1" i="1" dirty="0"/>
              <a:t>Department of the Air Force</a:t>
            </a:r>
          </a:p>
        </p:txBody>
      </p:sp>
      <p:pic>
        <p:nvPicPr>
          <p:cNvPr id="2" name="Picture 1">
            <a:extLst>
              <a:ext uri="{FF2B5EF4-FFF2-40B4-BE49-F238E27FC236}">
                <a16:creationId xmlns:a16="http://schemas.microsoft.com/office/drawing/2014/main" id="{50C591DD-C6E2-C828-2DA0-16424A1CCFD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804710" y="2373556"/>
            <a:ext cx="2110887" cy="211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4">
            <a:extLst>
              <a:ext uri="{FF2B5EF4-FFF2-40B4-BE49-F238E27FC236}">
                <a16:creationId xmlns:a16="http://schemas.microsoft.com/office/drawing/2014/main" id="{E0AA645D-183E-2F17-3AA3-B6FC8B0FF0BD}"/>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
        <p:nvSpPr>
          <p:cNvPr id="3" name="Slide Number Placeholder 2">
            <a:extLst>
              <a:ext uri="{FF2B5EF4-FFF2-40B4-BE49-F238E27FC236}">
                <a16:creationId xmlns:a16="http://schemas.microsoft.com/office/drawing/2014/main" id="{0E15AB79-7BDB-4F20-24AA-540AE4735581}"/>
              </a:ext>
            </a:extLst>
          </p:cNvPr>
          <p:cNvSpPr>
            <a:spLocks noGrp="1"/>
          </p:cNvSpPr>
          <p:nvPr>
            <p:ph type="sldNum" sz="quarter" idx="12"/>
          </p:nvPr>
        </p:nvSpPr>
        <p:spPr/>
        <p:txBody>
          <a:bodyPr/>
          <a:lstStyle/>
          <a:p>
            <a:fld id="{94C91EC1-764F-4D28-9947-A8D339512DEB}" type="slidenum">
              <a:rPr lang="en-US" smtClean="0"/>
              <a:t>1</a:t>
            </a:fld>
            <a:endParaRPr lang="en-US" dirty="0"/>
          </a:p>
        </p:txBody>
      </p:sp>
    </p:spTree>
    <p:extLst>
      <p:ext uri="{BB962C8B-B14F-4D97-AF65-F5344CB8AC3E}">
        <p14:creationId xmlns:p14="http://schemas.microsoft.com/office/powerpoint/2010/main" val="2455924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EDF79-E5C1-70F1-5D58-BB125867A0EE}"/>
              </a:ext>
            </a:extLst>
          </p:cNvPr>
          <p:cNvSpPr>
            <a:spLocks noGrp="1"/>
          </p:cNvSpPr>
          <p:nvPr>
            <p:ph type="title"/>
          </p:nvPr>
        </p:nvSpPr>
        <p:spPr/>
        <p:txBody>
          <a:bodyPr/>
          <a:lstStyle/>
          <a:p>
            <a:r>
              <a:rPr lang="en-US" sz="2800" dirty="0"/>
              <a:t>Topics</a:t>
            </a:r>
          </a:p>
        </p:txBody>
      </p:sp>
      <p:sp>
        <p:nvSpPr>
          <p:cNvPr id="3" name="Content Placeholder 2">
            <a:extLst>
              <a:ext uri="{FF2B5EF4-FFF2-40B4-BE49-F238E27FC236}">
                <a16:creationId xmlns:a16="http://schemas.microsoft.com/office/drawing/2014/main" id="{CCA33404-BC74-4BB5-727C-C359E0B5BCE7}"/>
              </a:ext>
            </a:extLst>
          </p:cNvPr>
          <p:cNvSpPr>
            <a:spLocks noGrp="1"/>
          </p:cNvSpPr>
          <p:nvPr>
            <p:ph idx="1"/>
          </p:nvPr>
        </p:nvSpPr>
        <p:spPr/>
        <p:txBody>
          <a:bodyPr/>
          <a:lstStyle/>
          <a:p>
            <a:pPr marL="213995" indent="-213995"/>
            <a:r>
              <a:rPr lang="en-US" sz="2400" dirty="0">
                <a:cs typeface="Arial"/>
              </a:rPr>
              <a:t>DASH Basics</a:t>
            </a:r>
          </a:p>
          <a:p>
            <a:pPr marL="213995" indent="-213995"/>
            <a:r>
              <a:rPr lang="en-US" sz="2400" dirty="0">
                <a:cs typeface="Arial"/>
              </a:rPr>
              <a:t>Milestones and Schedule</a:t>
            </a:r>
          </a:p>
          <a:p>
            <a:pPr marL="213995" indent="-213995"/>
            <a:r>
              <a:rPr lang="en-US" sz="2400" dirty="0">
                <a:cs typeface="Arial"/>
              </a:rPr>
              <a:t>Location</a:t>
            </a:r>
          </a:p>
          <a:p>
            <a:pPr marL="213995" indent="-213995"/>
            <a:r>
              <a:rPr lang="en-US" sz="2400" dirty="0">
                <a:cs typeface="Arial"/>
              </a:rPr>
              <a:t>Deliverables and Desired Outcomes</a:t>
            </a:r>
          </a:p>
          <a:p>
            <a:pPr marL="213995" indent="-213995"/>
            <a:r>
              <a:rPr lang="en-US" sz="2400" dirty="0">
                <a:cs typeface="Arial"/>
              </a:rPr>
              <a:t>Transformational Model for Decision Advantage Introduction</a:t>
            </a:r>
          </a:p>
          <a:p>
            <a:pPr marL="213995" indent="-213995"/>
            <a:r>
              <a:rPr lang="en-US" sz="2400" dirty="0">
                <a:cs typeface="Arial"/>
              </a:rPr>
              <a:t>Ask Me Anything</a:t>
            </a:r>
          </a:p>
          <a:p>
            <a:pPr marL="213995" indent="-213995"/>
            <a:endParaRPr lang="en-US" sz="2400" dirty="0">
              <a:cs typeface="Arial"/>
            </a:endParaRPr>
          </a:p>
        </p:txBody>
      </p:sp>
      <p:sp>
        <p:nvSpPr>
          <p:cNvPr id="4" name="Slide Number Placeholder 3">
            <a:extLst>
              <a:ext uri="{FF2B5EF4-FFF2-40B4-BE49-F238E27FC236}">
                <a16:creationId xmlns:a16="http://schemas.microsoft.com/office/drawing/2014/main" id="{9C7B212A-C9E3-C93E-9FC7-A589DAB59C78}"/>
              </a:ext>
            </a:extLst>
          </p:cNvPr>
          <p:cNvSpPr>
            <a:spLocks noGrp="1"/>
          </p:cNvSpPr>
          <p:nvPr>
            <p:ph type="sldNum" sz="quarter" idx="11"/>
          </p:nvPr>
        </p:nvSpPr>
        <p:spPr/>
        <p:txBody>
          <a:bodyPr/>
          <a:lstStyle/>
          <a:p>
            <a:pPr>
              <a:defRPr/>
            </a:pPr>
            <a:fld id="{47256DB1-98A0-4C5B-B461-C003FBFE3B06}" type="slidenum">
              <a:rPr lang="en-US" altLang="en-US" smtClean="0"/>
              <a:pPr>
                <a:defRPr/>
              </a:pPr>
              <a:t>2</a:t>
            </a:fld>
            <a:endParaRPr lang="en-US" altLang="en-US" dirty="0">
              <a:solidFill>
                <a:schemeClr val="bg2"/>
              </a:solidFill>
            </a:endParaRPr>
          </a:p>
        </p:txBody>
      </p:sp>
      <p:sp>
        <p:nvSpPr>
          <p:cNvPr id="8" name="Text Placeholder 4">
            <a:extLst>
              <a:ext uri="{FF2B5EF4-FFF2-40B4-BE49-F238E27FC236}">
                <a16:creationId xmlns:a16="http://schemas.microsoft.com/office/drawing/2014/main" id="{E20B5BB7-0AA6-23F7-9D78-2CE541E579EC}"/>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1588635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31FD-122E-10CA-9992-59D5AEF40463}"/>
              </a:ext>
            </a:extLst>
          </p:cNvPr>
          <p:cNvSpPr>
            <a:spLocks noGrp="1"/>
          </p:cNvSpPr>
          <p:nvPr>
            <p:ph type="title"/>
          </p:nvPr>
        </p:nvSpPr>
        <p:spPr>
          <a:xfrm>
            <a:off x="1858945" y="76200"/>
            <a:ext cx="9883794" cy="1143000"/>
          </a:xfrm>
        </p:spPr>
        <p:txBody>
          <a:bodyPr/>
          <a:lstStyle/>
          <a:p>
            <a:r>
              <a:rPr lang="en-US" dirty="0">
                <a:solidFill>
                  <a:schemeClr val="bg2"/>
                </a:solidFill>
              </a:rPr>
              <a:t>DASH Basics</a:t>
            </a:r>
            <a:br>
              <a:rPr lang="en-US" dirty="0"/>
            </a:br>
            <a:r>
              <a:rPr lang="en-US" dirty="0"/>
              <a:t>Enriching C2 Decision Advantage Software Requirements</a:t>
            </a:r>
          </a:p>
        </p:txBody>
      </p:sp>
      <p:sp>
        <p:nvSpPr>
          <p:cNvPr id="4" name="Slide Number Placeholder 3">
            <a:extLst>
              <a:ext uri="{FF2B5EF4-FFF2-40B4-BE49-F238E27FC236}">
                <a16:creationId xmlns:a16="http://schemas.microsoft.com/office/drawing/2014/main" id="{40CB055F-C3B3-2F83-79FC-FBA965AB958A}"/>
              </a:ext>
            </a:extLst>
          </p:cNvPr>
          <p:cNvSpPr>
            <a:spLocks noGrp="1"/>
          </p:cNvSpPr>
          <p:nvPr>
            <p:ph type="sldNum" sz="quarter" idx="11"/>
          </p:nvPr>
        </p:nvSpPr>
        <p:spPr/>
        <p:txBody>
          <a:bodyPr/>
          <a:lstStyle/>
          <a:p>
            <a:pPr>
              <a:defRPr/>
            </a:pPr>
            <a:fld id="{47256DB1-98A0-4C5B-B461-C003FBFE3B06}" type="slidenum">
              <a:rPr lang="en-US" altLang="en-US" smtClean="0"/>
              <a:pPr>
                <a:defRPr/>
              </a:pPr>
              <a:t>3</a:t>
            </a:fld>
            <a:endParaRPr lang="en-US" altLang="en-US" dirty="0">
              <a:solidFill>
                <a:schemeClr val="bg2"/>
              </a:solidFill>
            </a:endParaRPr>
          </a:p>
        </p:txBody>
      </p:sp>
      <p:sp>
        <p:nvSpPr>
          <p:cNvPr id="5" name="Content Placeholder 2">
            <a:extLst>
              <a:ext uri="{FF2B5EF4-FFF2-40B4-BE49-F238E27FC236}">
                <a16:creationId xmlns:a16="http://schemas.microsoft.com/office/drawing/2014/main" id="{8255E93E-AED7-4C97-329C-5F46BE544B39}"/>
              </a:ext>
            </a:extLst>
          </p:cNvPr>
          <p:cNvSpPr>
            <a:spLocks noGrp="1"/>
          </p:cNvSpPr>
          <p:nvPr>
            <p:ph idx="1"/>
          </p:nvPr>
        </p:nvSpPr>
        <p:spPr>
          <a:xfrm>
            <a:off x="368300" y="1274978"/>
            <a:ext cx="11196638" cy="4008352"/>
          </a:xfrm>
        </p:spPr>
        <p:txBody>
          <a:bodyPr/>
          <a:lstStyle/>
          <a:p>
            <a:r>
              <a:rPr lang="en-US" sz="1800" dirty="0"/>
              <a:t>Problem:  Our C2 systems will not give us decision advantage. All </a:t>
            </a:r>
            <a:r>
              <a:rPr lang="en-US" sz="1800" i="1" dirty="0"/>
              <a:t>decision-making</a:t>
            </a:r>
            <a:r>
              <a:rPr lang="en-US" sz="1800" dirty="0"/>
              <a:t> is still left to the humans without any help from the machines</a:t>
            </a:r>
          </a:p>
          <a:p>
            <a:r>
              <a:rPr lang="en-US" sz="1800" dirty="0"/>
              <a:t>Collaboration between 711 Human Performance Wing, ABMS CFT, and 805 CTS</a:t>
            </a:r>
          </a:p>
          <a:p>
            <a:r>
              <a:rPr lang="en-US" sz="1800" dirty="0"/>
              <a:t>Battle management warfighters and software developers collaborate over two-weeks to:</a:t>
            </a:r>
          </a:p>
          <a:p>
            <a:pPr lvl="1"/>
            <a:r>
              <a:rPr lang="en-US" sz="1800" dirty="0"/>
              <a:t>Use the Transformational Model (TM) to define, derive, and enrich software functional and technical requirements for implementing decision advantage via microservices</a:t>
            </a:r>
          </a:p>
          <a:p>
            <a:pPr lvl="1"/>
            <a:r>
              <a:rPr lang="en-US" sz="1800" dirty="0"/>
              <a:t>Develop or improve microservice human-machine interfaces</a:t>
            </a:r>
          </a:p>
          <a:p>
            <a:pPr lvl="1"/>
            <a:r>
              <a:rPr lang="en-US" sz="1800" dirty="0"/>
              <a:t>Produce prototype/MVP-like microservices</a:t>
            </a:r>
          </a:p>
          <a:p>
            <a:pPr lvl="1"/>
            <a:r>
              <a:rPr lang="en-US" sz="1800" dirty="0"/>
              <a:t>Validate TM decision function decomposition for microservice development</a:t>
            </a:r>
          </a:p>
          <a:p>
            <a:r>
              <a:rPr lang="en-US" sz="1800" dirty="0"/>
              <a:t>Week 1:  TM deep dive, battle management scenario, software coding, operator feedback</a:t>
            </a:r>
          </a:p>
          <a:p>
            <a:r>
              <a:rPr lang="en-US" sz="1800" dirty="0"/>
              <a:t>Week 2:  Progress check, more software coding, final battle management scenario</a:t>
            </a:r>
          </a:p>
          <a:p>
            <a:r>
              <a:rPr lang="en-US" sz="1800" dirty="0"/>
              <a:t>Post-event:  Push DASH insights to C2 requirement developers for software acquisitions</a:t>
            </a:r>
          </a:p>
          <a:p>
            <a:r>
              <a:rPr lang="en-US" sz="1800" dirty="0">
                <a:solidFill>
                  <a:srgbClr val="0070C0"/>
                </a:solidFill>
              </a:rPr>
              <a:t>Bottom line:  TM-framed DASH events will help us build machine teammates that arm our C2 enterprise with decision advantage capabilities.  </a:t>
            </a:r>
          </a:p>
        </p:txBody>
      </p:sp>
      <p:sp>
        <p:nvSpPr>
          <p:cNvPr id="6" name="Text Placeholder 4">
            <a:extLst>
              <a:ext uri="{FF2B5EF4-FFF2-40B4-BE49-F238E27FC236}">
                <a16:creationId xmlns:a16="http://schemas.microsoft.com/office/drawing/2014/main" id="{7B337B4A-0B57-6ECC-16F8-9B7285543746}"/>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2057508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42A17-5239-19E2-8FCB-F83504FD3F28}"/>
              </a:ext>
            </a:extLst>
          </p:cNvPr>
          <p:cNvSpPr>
            <a:spLocks noGrp="1"/>
          </p:cNvSpPr>
          <p:nvPr>
            <p:ph type="title"/>
          </p:nvPr>
        </p:nvSpPr>
        <p:spPr/>
        <p:txBody>
          <a:bodyPr/>
          <a:lstStyle/>
          <a:p>
            <a:r>
              <a:rPr lang="en-US" dirty="0"/>
              <a:t>DASH 1 Milestones and Draft Schedule</a:t>
            </a:r>
          </a:p>
        </p:txBody>
      </p:sp>
      <p:sp>
        <p:nvSpPr>
          <p:cNvPr id="3" name="Content Placeholder 2">
            <a:extLst>
              <a:ext uri="{FF2B5EF4-FFF2-40B4-BE49-F238E27FC236}">
                <a16:creationId xmlns:a16="http://schemas.microsoft.com/office/drawing/2014/main" id="{5AEDF0D0-366E-8768-8A6B-123E10C102B0}"/>
              </a:ext>
            </a:extLst>
          </p:cNvPr>
          <p:cNvSpPr>
            <a:spLocks noGrp="1"/>
          </p:cNvSpPr>
          <p:nvPr>
            <p:ph idx="1"/>
          </p:nvPr>
        </p:nvSpPr>
        <p:spPr>
          <a:xfrm>
            <a:off x="368303" y="1233657"/>
            <a:ext cx="11196639" cy="1690418"/>
          </a:xfrm>
        </p:spPr>
        <p:txBody>
          <a:bodyPr/>
          <a:lstStyle/>
          <a:p>
            <a:r>
              <a:rPr lang="en-US" dirty="0"/>
              <a:t>21 February:  AMA           ; RFI released in Sam.gov</a:t>
            </a:r>
          </a:p>
          <a:p>
            <a:r>
              <a:rPr lang="en-US" dirty="0"/>
              <a:t>7 March:  RFI abstracts due; DTS cross-org information pushed to warfighters</a:t>
            </a:r>
          </a:p>
          <a:p>
            <a:r>
              <a:rPr lang="en-US" dirty="0"/>
              <a:t>14 March:  Government invites selected software development teams</a:t>
            </a:r>
          </a:p>
          <a:p>
            <a:r>
              <a:rPr lang="en-US" dirty="0"/>
              <a:t>21 March:  Software development team RSVPs due</a:t>
            </a:r>
          </a:p>
          <a:p>
            <a:r>
              <a:rPr lang="en-US" dirty="0"/>
              <a:t>24 March:  Deep dive briefing with selected teams</a:t>
            </a:r>
          </a:p>
          <a:p>
            <a:r>
              <a:rPr lang="en-US" dirty="0"/>
              <a:t>31 March – 11 April:  DASH 1 event</a:t>
            </a:r>
          </a:p>
        </p:txBody>
      </p:sp>
      <p:sp>
        <p:nvSpPr>
          <p:cNvPr id="4" name="Slide Number Placeholder 3">
            <a:extLst>
              <a:ext uri="{FF2B5EF4-FFF2-40B4-BE49-F238E27FC236}">
                <a16:creationId xmlns:a16="http://schemas.microsoft.com/office/drawing/2014/main" id="{50B0E836-2C0D-EE29-1FCE-76AEDB6E542A}"/>
              </a:ext>
            </a:extLst>
          </p:cNvPr>
          <p:cNvSpPr>
            <a:spLocks noGrp="1"/>
          </p:cNvSpPr>
          <p:nvPr>
            <p:ph type="sldNum" sz="quarter" idx="11"/>
          </p:nvPr>
        </p:nvSpPr>
        <p:spPr/>
        <p:txBody>
          <a:bodyPr/>
          <a:lstStyle/>
          <a:p>
            <a:pPr>
              <a:defRPr/>
            </a:pPr>
            <a:fld id="{47256DB1-98A0-4C5B-B461-C003FBFE3B06}" type="slidenum">
              <a:rPr lang="en-US" altLang="en-US" smtClean="0"/>
              <a:pPr>
                <a:defRPr/>
              </a:pPr>
              <a:t>4</a:t>
            </a:fld>
            <a:endParaRPr lang="en-US" altLang="en-US" dirty="0">
              <a:solidFill>
                <a:schemeClr val="bg2"/>
              </a:solidFill>
            </a:endParaRPr>
          </a:p>
        </p:txBody>
      </p:sp>
      <p:sp>
        <p:nvSpPr>
          <p:cNvPr id="53" name="Star: 10 Points 52">
            <a:extLst>
              <a:ext uri="{FF2B5EF4-FFF2-40B4-BE49-F238E27FC236}">
                <a16:creationId xmlns:a16="http://schemas.microsoft.com/office/drawing/2014/main" id="{52034738-45DF-AAB0-A9F7-7345F344CB6C}"/>
              </a:ext>
            </a:extLst>
          </p:cNvPr>
          <p:cNvSpPr/>
          <p:nvPr/>
        </p:nvSpPr>
        <p:spPr bwMode="auto">
          <a:xfrm>
            <a:off x="2413278" y="1156865"/>
            <a:ext cx="490171" cy="484501"/>
          </a:xfrm>
          <a:prstGeom prst="star10">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a:ln>
                  <a:noFill/>
                </a:ln>
                <a:solidFill>
                  <a:schemeClr val="tx1"/>
                </a:solidFill>
                <a:effectLst/>
                <a:latin typeface="Arial" charset="0"/>
              </a:rPr>
              <a:t>You are here</a:t>
            </a:r>
          </a:p>
        </p:txBody>
      </p:sp>
      <p:pic>
        <p:nvPicPr>
          <p:cNvPr id="101" name="Picture 100">
            <a:extLst>
              <a:ext uri="{FF2B5EF4-FFF2-40B4-BE49-F238E27FC236}">
                <a16:creationId xmlns:a16="http://schemas.microsoft.com/office/drawing/2014/main" id="{D209F255-EC3F-241F-BDBB-EB7532E7052A}"/>
              </a:ext>
            </a:extLst>
          </p:cNvPr>
          <p:cNvPicPr>
            <a:picLocks noChangeAspect="1"/>
          </p:cNvPicPr>
          <p:nvPr/>
        </p:nvPicPr>
        <p:blipFill>
          <a:blip r:embed="rId2"/>
          <a:stretch>
            <a:fillRect/>
          </a:stretch>
        </p:blipFill>
        <p:spPr>
          <a:xfrm>
            <a:off x="27528" y="3273053"/>
            <a:ext cx="12144375" cy="3077202"/>
          </a:xfrm>
          <a:prstGeom prst="rect">
            <a:avLst/>
          </a:prstGeom>
          <a:ln w="19050">
            <a:solidFill>
              <a:schemeClr val="tx1"/>
            </a:solidFill>
          </a:ln>
        </p:spPr>
      </p:pic>
      <p:sp>
        <p:nvSpPr>
          <p:cNvPr id="102" name="Text Placeholder 4">
            <a:extLst>
              <a:ext uri="{FF2B5EF4-FFF2-40B4-BE49-F238E27FC236}">
                <a16:creationId xmlns:a16="http://schemas.microsoft.com/office/drawing/2014/main" id="{2746A788-D8BD-8741-5DAA-EA165C005507}"/>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3798349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E07DC82-2C06-3F75-AF9D-9847EA02B693}"/>
              </a:ext>
            </a:extLst>
          </p:cNvPr>
          <p:cNvPicPr>
            <a:picLocks noChangeAspect="1"/>
          </p:cNvPicPr>
          <p:nvPr/>
        </p:nvPicPr>
        <p:blipFill>
          <a:blip r:embed="rId2"/>
          <a:stretch>
            <a:fillRect/>
          </a:stretch>
        </p:blipFill>
        <p:spPr>
          <a:xfrm>
            <a:off x="3506860" y="1371010"/>
            <a:ext cx="8653742" cy="4938839"/>
          </a:xfrm>
          <a:prstGeom prst="rect">
            <a:avLst/>
          </a:prstGeom>
        </p:spPr>
      </p:pic>
      <p:sp>
        <p:nvSpPr>
          <p:cNvPr id="19" name="Rectangle 18">
            <a:extLst>
              <a:ext uri="{FF2B5EF4-FFF2-40B4-BE49-F238E27FC236}">
                <a16:creationId xmlns:a16="http://schemas.microsoft.com/office/drawing/2014/main" id="{3A531682-8F02-E688-937F-4AA17EC0BC5B}"/>
              </a:ext>
            </a:extLst>
          </p:cNvPr>
          <p:cNvSpPr/>
          <p:nvPr/>
        </p:nvSpPr>
        <p:spPr bwMode="auto">
          <a:xfrm>
            <a:off x="10988030" y="5124661"/>
            <a:ext cx="351378" cy="796388"/>
          </a:xfrm>
          <a:prstGeom prst="rect">
            <a:avLst/>
          </a:prstGeom>
          <a:solidFill>
            <a:schemeClr val="bg1">
              <a:alpha val="5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p:txBody>
      </p:sp>
      <p:sp>
        <p:nvSpPr>
          <p:cNvPr id="2" name="Title 1">
            <a:extLst>
              <a:ext uri="{FF2B5EF4-FFF2-40B4-BE49-F238E27FC236}">
                <a16:creationId xmlns:a16="http://schemas.microsoft.com/office/drawing/2014/main" id="{0EA18190-1830-291A-738D-E0B6B628202A}"/>
              </a:ext>
            </a:extLst>
          </p:cNvPr>
          <p:cNvSpPr>
            <a:spLocks noGrp="1"/>
          </p:cNvSpPr>
          <p:nvPr>
            <p:ph type="title"/>
          </p:nvPr>
        </p:nvSpPr>
        <p:spPr/>
        <p:txBody>
          <a:bodyPr/>
          <a:lstStyle/>
          <a:p>
            <a:r>
              <a:rPr lang="en-US" sz="2800" dirty="0"/>
              <a:t>Location:  Howard Hughes Operations Center (H2O)</a:t>
            </a:r>
            <a:br>
              <a:rPr lang="en-US" sz="2800" dirty="0"/>
            </a:br>
            <a:r>
              <a:rPr lang="en-US" sz="1800" dirty="0"/>
              <a:t>3773 Howard Hughes Parkway Suite 300, Las Vegas, NV 89169</a:t>
            </a:r>
          </a:p>
        </p:txBody>
      </p:sp>
      <p:sp>
        <p:nvSpPr>
          <p:cNvPr id="4" name="Slide Number Placeholder 3">
            <a:extLst>
              <a:ext uri="{FF2B5EF4-FFF2-40B4-BE49-F238E27FC236}">
                <a16:creationId xmlns:a16="http://schemas.microsoft.com/office/drawing/2014/main" id="{35FF951E-DE7D-1804-32E6-725F2FC16E99}"/>
              </a:ext>
            </a:extLst>
          </p:cNvPr>
          <p:cNvSpPr>
            <a:spLocks noGrp="1"/>
          </p:cNvSpPr>
          <p:nvPr>
            <p:ph type="sldNum" sz="quarter" idx="11"/>
          </p:nvPr>
        </p:nvSpPr>
        <p:spPr/>
        <p:txBody>
          <a:bodyPr/>
          <a:lstStyle/>
          <a:p>
            <a:pPr>
              <a:defRPr/>
            </a:pPr>
            <a:fld id="{47256DB1-98A0-4C5B-B461-C003FBFE3B06}" type="slidenum">
              <a:rPr lang="en-US" altLang="en-US" smtClean="0"/>
              <a:pPr>
                <a:defRPr/>
              </a:pPr>
              <a:t>5</a:t>
            </a:fld>
            <a:endParaRPr lang="en-US" altLang="en-US" dirty="0">
              <a:solidFill>
                <a:schemeClr val="bg2"/>
              </a:solidFill>
            </a:endParaRPr>
          </a:p>
        </p:txBody>
      </p:sp>
      <p:sp>
        <p:nvSpPr>
          <p:cNvPr id="6" name="Oval 5">
            <a:extLst>
              <a:ext uri="{FF2B5EF4-FFF2-40B4-BE49-F238E27FC236}">
                <a16:creationId xmlns:a16="http://schemas.microsoft.com/office/drawing/2014/main" id="{430890FB-302F-6E8C-A4D4-171D79C67599}"/>
              </a:ext>
            </a:extLst>
          </p:cNvPr>
          <p:cNvSpPr/>
          <p:nvPr/>
        </p:nvSpPr>
        <p:spPr bwMode="auto">
          <a:xfrm>
            <a:off x="8385866" y="3677198"/>
            <a:ext cx="1097280" cy="1097280"/>
          </a:xfrm>
          <a:prstGeom prst="ellips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245AABEF-29E8-C62A-174A-612BE49FA46D}"/>
              </a:ext>
            </a:extLst>
          </p:cNvPr>
          <p:cNvSpPr txBox="1"/>
          <p:nvPr/>
        </p:nvSpPr>
        <p:spPr>
          <a:xfrm>
            <a:off x="9791556" y="3367655"/>
            <a:ext cx="822960" cy="369332"/>
          </a:xfrm>
          <a:prstGeom prst="rect">
            <a:avLst/>
          </a:prstGeom>
          <a:solidFill>
            <a:srgbClr val="FFFF00"/>
          </a:solidFill>
        </p:spPr>
        <p:txBody>
          <a:bodyPr wrap="square" rtlCol="0" anchor="ctr">
            <a:spAutoFit/>
          </a:bodyPr>
          <a:lstStyle/>
          <a:p>
            <a:pPr algn="ctr"/>
            <a:r>
              <a:rPr lang="en-US" b="1" dirty="0"/>
              <a:t>H2O</a:t>
            </a:r>
          </a:p>
        </p:txBody>
      </p:sp>
      <p:cxnSp>
        <p:nvCxnSpPr>
          <p:cNvPr id="11" name="Straight Connector 10">
            <a:extLst>
              <a:ext uri="{FF2B5EF4-FFF2-40B4-BE49-F238E27FC236}">
                <a16:creationId xmlns:a16="http://schemas.microsoft.com/office/drawing/2014/main" id="{D23535FD-1E6A-C4A7-ED0E-C561A3D52C07}"/>
              </a:ext>
            </a:extLst>
          </p:cNvPr>
          <p:cNvCxnSpPr>
            <a:cxnSpLocks/>
            <a:stCxn id="6" idx="7"/>
            <a:endCxn id="7" idx="1"/>
          </p:cNvCxnSpPr>
          <p:nvPr/>
        </p:nvCxnSpPr>
        <p:spPr bwMode="auto">
          <a:xfrm flipV="1">
            <a:off x="9322453" y="3552321"/>
            <a:ext cx="469103" cy="285570"/>
          </a:xfrm>
          <a:prstGeom prst="line">
            <a:avLst/>
          </a:prstGeom>
          <a:solidFill>
            <a:schemeClr val="accent1"/>
          </a:solidFill>
          <a:ln w="28575" cap="flat" cmpd="sng" algn="ctr">
            <a:solidFill>
              <a:srgbClr val="FFFF00"/>
            </a:solidFill>
            <a:prstDash val="solid"/>
            <a:round/>
            <a:headEnd type="none" w="med" len="med"/>
            <a:tailEnd type="none" w="med" len="med"/>
          </a:ln>
          <a:effectLst/>
        </p:spPr>
      </p:cxnSp>
      <p:cxnSp>
        <p:nvCxnSpPr>
          <p:cNvPr id="16" name="Straight Arrow Connector 15">
            <a:extLst>
              <a:ext uri="{FF2B5EF4-FFF2-40B4-BE49-F238E27FC236}">
                <a16:creationId xmlns:a16="http://schemas.microsoft.com/office/drawing/2014/main" id="{262693A0-E311-AEFC-EF96-B6910CE8A8A3}"/>
              </a:ext>
            </a:extLst>
          </p:cNvPr>
          <p:cNvCxnSpPr>
            <a:cxnSpLocks/>
          </p:cNvCxnSpPr>
          <p:nvPr/>
        </p:nvCxnSpPr>
        <p:spPr bwMode="auto">
          <a:xfrm flipV="1">
            <a:off x="11163719" y="5164853"/>
            <a:ext cx="0" cy="4572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8" name="TextBox 17">
            <a:extLst>
              <a:ext uri="{FF2B5EF4-FFF2-40B4-BE49-F238E27FC236}">
                <a16:creationId xmlns:a16="http://schemas.microsoft.com/office/drawing/2014/main" id="{AEEEAAB4-2239-C030-548E-58488361140B}"/>
              </a:ext>
            </a:extLst>
          </p:cNvPr>
          <p:cNvSpPr txBox="1"/>
          <p:nvPr/>
        </p:nvSpPr>
        <p:spPr>
          <a:xfrm>
            <a:off x="10988030" y="5591909"/>
            <a:ext cx="351378" cy="369332"/>
          </a:xfrm>
          <a:prstGeom prst="rect">
            <a:avLst/>
          </a:prstGeom>
          <a:noFill/>
        </p:spPr>
        <p:txBody>
          <a:bodyPr wrap="none" rtlCol="0" anchor="ctr">
            <a:spAutoFit/>
          </a:bodyPr>
          <a:lstStyle/>
          <a:p>
            <a:pPr algn="ctr"/>
            <a:r>
              <a:rPr lang="en-US" b="1" dirty="0"/>
              <a:t>N</a:t>
            </a:r>
          </a:p>
        </p:txBody>
      </p:sp>
      <p:sp>
        <p:nvSpPr>
          <p:cNvPr id="20" name="Rectangle 19">
            <a:extLst>
              <a:ext uri="{FF2B5EF4-FFF2-40B4-BE49-F238E27FC236}">
                <a16:creationId xmlns:a16="http://schemas.microsoft.com/office/drawing/2014/main" id="{F02059FB-62F4-ED4C-1AE7-807866A8D44F}"/>
              </a:ext>
            </a:extLst>
          </p:cNvPr>
          <p:cNvSpPr/>
          <p:nvPr/>
        </p:nvSpPr>
        <p:spPr bwMode="auto">
          <a:xfrm>
            <a:off x="11666136" y="1340866"/>
            <a:ext cx="509606" cy="5039838"/>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p:txBody>
      </p:sp>
      <p:sp>
        <p:nvSpPr>
          <p:cNvPr id="21" name="Content Placeholder 2">
            <a:extLst>
              <a:ext uri="{FF2B5EF4-FFF2-40B4-BE49-F238E27FC236}">
                <a16:creationId xmlns:a16="http://schemas.microsoft.com/office/drawing/2014/main" id="{6676B091-E1D4-AD10-B126-411D1B6DCD87}"/>
              </a:ext>
            </a:extLst>
          </p:cNvPr>
          <p:cNvSpPr>
            <a:spLocks noGrp="1"/>
          </p:cNvSpPr>
          <p:nvPr>
            <p:ph idx="1"/>
          </p:nvPr>
        </p:nvSpPr>
        <p:spPr>
          <a:xfrm>
            <a:off x="505837" y="1303020"/>
            <a:ext cx="3694373" cy="5077684"/>
          </a:xfrm>
          <a:solidFill>
            <a:schemeClr val="bg1"/>
          </a:solidFill>
          <a:ln>
            <a:solidFill>
              <a:schemeClr val="bg1"/>
            </a:solidFill>
          </a:ln>
        </p:spPr>
        <p:txBody>
          <a:bodyPr anchor="ctr"/>
          <a:lstStyle/>
          <a:p>
            <a:pPr marL="213995" indent="-213995"/>
            <a:r>
              <a:rPr lang="en-US" sz="1600" dirty="0">
                <a:cs typeface="Arial"/>
              </a:rPr>
              <a:t>Logistics</a:t>
            </a:r>
          </a:p>
          <a:p>
            <a:pPr marL="516255" lvl="1" indent="-213995"/>
            <a:r>
              <a:rPr lang="en-US" sz="1600" dirty="0">
                <a:cs typeface="Arial"/>
              </a:rPr>
              <a:t>No visit access request req’d</a:t>
            </a:r>
            <a:endParaRPr lang="en-US" sz="1600">
              <a:cs typeface="Arial"/>
            </a:endParaRPr>
          </a:p>
          <a:p>
            <a:pPr marL="770255" lvl="2" indent="-213995"/>
            <a:r>
              <a:rPr lang="en-US" sz="1600">
                <a:cs typeface="Arial"/>
              </a:rPr>
              <a:t>Names of participants needed</a:t>
            </a:r>
          </a:p>
          <a:p>
            <a:pPr marL="516255" lvl="1" indent="-213995"/>
            <a:r>
              <a:rPr lang="en-US" sz="1600" dirty="0">
                <a:cs typeface="Arial"/>
              </a:rPr>
              <a:t>Ample lodging, food, parking</a:t>
            </a:r>
            <a:endParaRPr lang="en-US" sz="1600">
              <a:cs typeface="Arial"/>
            </a:endParaRPr>
          </a:p>
          <a:p>
            <a:pPr marL="213995" indent="-213995"/>
            <a:r>
              <a:rPr lang="en-US" sz="1600" dirty="0">
                <a:cs typeface="Arial"/>
              </a:rPr>
              <a:t>H2O Facility</a:t>
            </a:r>
          </a:p>
          <a:p>
            <a:pPr marL="516255" lvl="1" indent="-213995"/>
            <a:r>
              <a:rPr lang="en-US" sz="1600" dirty="0">
                <a:cs typeface="Arial"/>
              </a:rPr>
              <a:t>Unclassified environment</a:t>
            </a:r>
            <a:endParaRPr lang="en-US" sz="1600">
              <a:cs typeface="Arial"/>
            </a:endParaRPr>
          </a:p>
          <a:p>
            <a:pPr marL="516255" lvl="1" indent="-213995"/>
            <a:r>
              <a:rPr lang="en-US" sz="1600" dirty="0">
                <a:cs typeface="Arial"/>
              </a:rPr>
              <a:t>Commercial Wi-Fi available</a:t>
            </a:r>
          </a:p>
          <a:p>
            <a:pPr marL="516255" lvl="1" indent="-213995"/>
            <a:r>
              <a:rPr lang="en-US" sz="1600" dirty="0">
                <a:cs typeface="Arial"/>
              </a:rPr>
              <a:t>No classified discussions</a:t>
            </a:r>
          </a:p>
          <a:p>
            <a:pPr marL="213995" indent="-213995"/>
            <a:r>
              <a:rPr lang="en-US" sz="1600" dirty="0">
                <a:cs typeface="Arial"/>
              </a:rPr>
              <a:t>H2O Software Dev Environment</a:t>
            </a:r>
          </a:p>
          <a:p>
            <a:pPr marL="516255" lvl="1" indent="-211455"/>
            <a:r>
              <a:rPr lang="en-US" sz="1600">
                <a:cs typeface="Arial"/>
              </a:rPr>
              <a:t>Hardware will be for scenario and software testing only</a:t>
            </a:r>
          </a:p>
          <a:p>
            <a:pPr marL="516255" lvl="1" indent="-213995"/>
            <a:r>
              <a:rPr lang="en-US" sz="1600">
                <a:cs typeface="Arial"/>
              </a:rPr>
              <a:t>Exploring routes of software transfer (External hard drive/GitHub)</a:t>
            </a:r>
            <a:endParaRPr lang="en-US" sz="1600" dirty="0">
              <a:cs typeface="Arial"/>
            </a:endParaRPr>
          </a:p>
          <a:p>
            <a:pPr marL="213360" indent="-213995"/>
            <a:r>
              <a:rPr lang="en-US" sz="1600" dirty="0">
                <a:cs typeface="Arial"/>
              </a:rPr>
              <a:t>Expect further details after participation selection</a:t>
            </a:r>
            <a:endParaRPr lang="en-US" sz="1600">
              <a:cs typeface="Arial"/>
            </a:endParaRPr>
          </a:p>
        </p:txBody>
      </p:sp>
      <p:sp>
        <p:nvSpPr>
          <p:cNvPr id="3" name="Text Placeholder 4">
            <a:extLst>
              <a:ext uri="{FF2B5EF4-FFF2-40B4-BE49-F238E27FC236}">
                <a16:creationId xmlns:a16="http://schemas.microsoft.com/office/drawing/2014/main" id="{DCEE47A0-6B64-3340-1603-E06D71524F97}"/>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419496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7104-9754-ECA5-AE04-8FAF4F901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269E-D470-7EA2-E480-0345FB01AA89}"/>
              </a:ext>
            </a:extLst>
          </p:cNvPr>
          <p:cNvSpPr>
            <a:spLocks noGrp="1"/>
          </p:cNvSpPr>
          <p:nvPr>
            <p:ph type="title"/>
          </p:nvPr>
        </p:nvSpPr>
        <p:spPr>
          <a:xfrm>
            <a:off x="1858945" y="76200"/>
            <a:ext cx="9883794" cy="1143000"/>
          </a:xfrm>
        </p:spPr>
        <p:txBody>
          <a:bodyPr/>
          <a:lstStyle/>
          <a:p>
            <a:r>
              <a:rPr lang="en-US" dirty="0"/>
              <a:t>Deliverables and Outcomes</a:t>
            </a:r>
          </a:p>
        </p:txBody>
      </p:sp>
      <p:sp>
        <p:nvSpPr>
          <p:cNvPr id="4" name="Slide Number Placeholder 3">
            <a:extLst>
              <a:ext uri="{FF2B5EF4-FFF2-40B4-BE49-F238E27FC236}">
                <a16:creationId xmlns:a16="http://schemas.microsoft.com/office/drawing/2014/main" id="{26BE291D-B427-4469-DB07-3D9FBB331A36}"/>
              </a:ext>
            </a:extLst>
          </p:cNvPr>
          <p:cNvSpPr>
            <a:spLocks noGrp="1"/>
          </p:cNvSpPr>
          <p:nvPr>
            <p:ph type="sldNum" sz="quarter" idx="11"/>
          </p:nvPr>
        </p:nvSpPr>
        <p:spPr/>
        <p:txBody>
          <a:bodyPr/>
          <a:lstStyle/>
          <a:p>
            <a:pPr>
              <a:defRPr/>
            </a:pPr>
            <a:fld id="{47256DB1-98A0-4C5B-B461-C003FBFE3B06}" type="slidenum">
              <a:rPr lang="en-US" altLang="en-US" smtClean="0"/>
              <a:pPr>
                <a:defRPr/>
              </a:pPr>
              <a:t>6</a:t>
            </a:fld>
            <a:endParaRPr lang="en-US" altLang="en-US" dirty="0">
              <a:solidFill>
                <a:schemeClr val="bg2"/>
              </a:solidFill>
            </a:endParaRPr>
          </a:p>
        </p:txBody>
      </p:sp>
      <p:sp>
        <p:nvSpPr>
          <p:cNvPr id="5" name="Content Placeholder 2">
            <a:extLst>
              <a:ext uri="{FF2B5EF4-FFF2-40B4-BE49-F238E27FC236}">
                <a16:creationId xmlns:a16="http://schemas.microsoft.com/office/drawing/2014/main" id="{C1E401D4-8844-D3A0-0105-CB37A7E41F35}"/>
              </a:ext>
            </a:extLst>
          </p:cNvPr>
          <p:cNvSpPr>
            <a:spLocks noGrp="1"/>
          </p:cNvSpPr>
          <p:nvPr>
            <p:ph idx="1"/>
          </p:nvPr>
        </p:nvSpPr>
        <p:spPr>
          <a:xfrm>
            <a:off x="368300" y="1274978"/>
            <a:ext cx="11196638" cy="4008352"/>
          </a:xfrm>
        </p:spPr>
        <p:txBody>
          <a:bodyPr/>
          <a:lstStyle/>
          <a:p>
            <a:r>
              <a:rPr lang="en-US" sz="1800" dirty="0"/>
              <a:t>Abstracts (not to exceed 5 pages)</a:t>
            </a:r>
          </a:p>
          <a:p>
            <a:pPr lvl="1"/>
            <a:r>
              <a:rPr lang="en-US" sz="1600" dirty="0"/>
              <a:t>Reflect an understanding of the PAE decision function</a:t>
            </a:r>
          </a:p>
          <a:p>
            <a:pPr lvl="1"/>
            <a:r>
              <a:rPr lang="en-US" sz="1600" dirty="0"/>
              <a:t>Describe proposed microservice solution</a:t>
            </a:r>
          </a:p>
          <a:p>
            <a:pPr lvl="1"/>
            <a:r>
              <a:rPr lang="en-US" sz="1600" dirty="0"/>
              <a:t>Address coverage of requirements as described by the PAE function</a:t>
            </a:r>
          </a:p>
          <a:p>
            <a:pPr lvl="1"/>
            <a:r>
              <a:rPr lang="en-US" sz="1600" dirty="0"/>
              <a:t>Unclassified military use case/vignette demonstrating decision function understanding</a:t>
            </a:r>
          </a:p>
          <a:p>
            <a:r>
              <a:rPr lang="en-US" sz="1800" dirty="0"/>
              <a:t>DASH</a:t>
            </a:r>
          </a:p>
          <a:p>
            <a:pPr lvl="1"/>
            <a:r>
              <a:rPr lang="en-US" sz="1600" dirty="0"/>
              <a:t>Software developers:</a:t>
            </a:r>
          </a:p>
          <a:p>
            <a:pPr lvl="2"/>
            <a:r>
              <a:rPr lang="en-US" sz="1600" dirty="0"/>
              <a:t>Produce a prototype PAE microservice that outputs a stream of effects (BattleEffects) that map a change state onto an entity and includes applicable operational limits (e.g., rules of engagement) and the time window associated with the state change</a:t>
            </a:r>
          </a:p>
          <a:p>
            <a:pPr lvl="2"/>
            <a:r>
              <a:rPr lang="en-US" sz="1600" dirty="0"/>
              <a:t>Demonstrate microservice performance when used by humans in a battle management scenario</a:t>
            </a:r>
          </a:p>
          <a:p>
            <a:pPr lvl="2"/>
            <a:r>
              <a:rPr lang="en-US" sz="1600" dirty="0"/>
              <a:t>Furnish software performance and technical integration insights for government consumption</a:t>
            </a:r>
          </a:p>
          <a:p>
            <a:pPr lvl="3"/>
            <a:r>
              <a:rPr lang="en-US" sz="1600" dirty="0"/>
              <a:t>Number of decision opportunities recognized/missed; decision speed; decision accuracy; human confidence in decision</a:t>
            </a:r>
          </a:p>
          <a:p>
            <a:pPr lvl="1"/>
            <a:r>
              <a:rPr lang="en-US" sz="1600" dirty="0"/>
              <a:t>ABMS CFT:</a:t>
            </a:r>
          </a:p>
          <a:p>
            <a:pPr lvl="2"/>
            <a:r>
              <a:rPr lang="en-US" sz="1600" dirty="0"/>
              <a:t>Detail functional and technical requirements to enable software microservice acquisition</a:t>
            </a:r>
          </a:p>
          <a:p>
            <a:pPr lvl="2"/>
            <a:endParaRPr lang="en-US" sz="1800" dirty="0"/>
          </a:p>
        </p:txBody>
      </p:sp>
      <p:sp>
        <p:nvSpPr>
          <p:cNvPr id="3" name="Text Placeholder 4">
            <a:extLst>
              <a:ext uri="{FF2B5EF4-FFF2-40B4-BE49-F238E27FC236}">
                <a16:creationId xmlns:a16="http://schemas.microsoft.com/office/drawing/2014/main" id="{20ADF63C-1DBC-21F7-5F97-A83F8CB57AC6}"/>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2496808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A17DB-79F3-9D3A-7A6E-A4649A1735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C31697-7EFC-37EE-6E72-E980999CF671}"/>
              </a:ext>
            </a:extLst>
          </p:cNvPr>
          <p:cNvSpPr>
            <a:spLocks noGrp="1"/>
          </p:cNvSpPr>
          <p:nvPr>
            <p:ph idx="1"/>
          </p:nvPr>
        </p:nvSpPr>
        <p:spPr>
          <a:xfrm>
            <a:off x="521208" y="1645923"/>
            <a:ext cx="11137392" cy="3981154"/>
          </a:xfrm>
        </p:spPr>
        <p:txBody>
          <a:bodyPr anchor="ctr"/>
          <a:lstStyle/>
          <a:p>
            <a:pPr marL="0" indent="0" algn="ctr">
              <a:buNone/>
            </a:pPr>
            <a:r>
              <a:rPr lang="en-US" sz="3600" dirty="0">
                <a:solidFill>
                  <a:srgbClr val="002060"/>
                </a:solidFill>
              </a:rPr>
              <a:t>Transformational Model for Decision Advantage Introduction</a:t>
            </a:r>
            <a:endParaRPr lang="en-US" sz="3600" b="0" dirty="0">
              <a:solidFill>
                <a:srgbClr val="002060"/>
              </a:solidFill>
              <a:cs typeface="Arial"/>
            </a:endParaRPr>
          </a:p>
        </p:txBody>
      </p:sp>
      <p:sp>
        <p:nvSpPr>
          <p:cNvPr id="4" name="Slide Number Placeholder 3">
            <a:extLst>
              <a:ext uri="{FF2B5EF4-FFF2-40B4-BE49-F238E27FC236}">
                <a16:creationId xmlns:a16="http://schemas.microsoft.com/office/drawing/2014/main" id="{684199AA-8058-C73F-521B-AFE30E7FC238}"/>
              </a:ext>
            </a:extLst>
          </p:cNvPr>
          <p:cNvSpPr>
            <a:spLocks noGrp="1"/>
          </p:cNvSpPr>
          <p:nvPr>
            <p:ph type="sldNum" sz="quarter" idx="11"/>
          </p:nvPr>
        </p:nvSpPr>
        <p:spPr/>
        <p:txBody>
          <a:bodyPr/>
          <a:lstStyle/>
          <a:p>
            <a:pPr>
              <a:defRPr/>
            </a:pPr>
            <a:fld id="{47256DB1-98A0-4C5B-B461-C003FBFE3B06}" type="slidenum">
              <a:rPr lang="en-US" altLang="en-US" smtClean="0"/>
              <a:pPr>
                <a:defRPr/>
              </a:pPr>
              <a:t>7</a:t>
            </a:fld>
            <a:endParaRPr lang="en-US" altLang="en-US" dirty="0">
              <a:solidFill>
                <a:schemeClr val="bg2"/>
              </a:solidFill>
            </a:endParaRPr>
          </a:p>
        </p:txBody>
      </p:sp>
      <p:sp>
        <p:nvSpPr>
          <p:cNvPr id="7" name="Text Placeholder 4">
            <a:extLst>
              <a:ext uri="{FF2B5EF4-FFF2-40B4-BE49-F238E27FC236}">
                <a16:creationId xmlns:a16="http://schemas.microsoft.com/office/drawing/2014/main" id="{32947D6A-8ABD-3EA9-B83A-AD8FEF8102C0}"/>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4139814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rrow: Right 37">
            <a:extLst>
              <a:ext uri="{FF2B5EF4-FFF2-40B4-BE49-F238E27FC236}">
                <a16:creationId xmlns:a16="http://schemas.microsoft.com/office/drawing/2014/main" id="{76826EF5-F1DC-4E4B-A55A-C7795A59CA6A}"/>
              </a:ext>
            </a:extLst>
          </p:cNvPr>
          <p:cNvSpPr/>
          <p:nvPr/>
        </p:nvSpPr>
        <p:spPr bwMode="auto">
          <a:xfrm rot="19898626">
            <a:off x="5180503" y="3293660"/>
            <a:ext cx="5388214" cy="766293"/>
          </a:xfrm>
          <a:prstGeom prst="rightArrow">
            <a:avLst/>
          </a:prstGeom>
          <a:solidFill>
            <a:schemeClr val="bg1">
              <a:lumMod val="8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2" name="Arc 31">
            <a:extLst>
              <a:ext uri="{FF2B5EF4-FFF2-40B4-BE49-F238E27FC236}">
                <a16:creationId xmlns:a16="http://schemas.microsoft.com/office/drawing/2014/main" id="{9A71BDD5-0B0A-30E4-3D62-AA27CE569E71}"/>
              </a:ext>
            </a:extLst>
          </p:cNvPr>
          <p:cNvSpPr>
            <a:spLocks noChangeAspect="1"/>
          </p:cNvSpPr>
          <p:nvPr/>
        </p:nvSpPr>
        <p:spPr bwMode="auto">
          <a:xfrm rot="3588853" flipV="1">
            <a:off x="5363411" y="4342354"/>
            <a:ext cx="1673158" cy="1673158"/>
          </a:xfrm>
          <a:prstGeom prst="arc">
            <a:avLst>
              <a:gd name="adj1" fmla="val 14064551"/>
              <a:gd name="adj2" fmla="val 0"/>
            </a:avLst>
          </a:prstGeom>
          <a:noFill/>
          <a:ln w="127000" cap="rnd" cmpd="sng" algn="ctr">
            <a:solidFill>
              <a:srgbClr val="0033CC"/>
            </a:solidFill>
            <a:prstDash val="solid"/>
            <a:round/>
            <a:headEnd type="none" w="med" len="med"/>
            <a:tailEnd type="triangl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3" name="Arc 32">
            <a:extLst>
              <a:ext uri="{FF2B5EF4-FFF2-40B4-BE49-F238E27FC236}">
                <a16:creationId xmlns:a16="http://schemas.microsoft.com/office/drawing/2014/main" id="{52097001-4683-A799-74F4-B4263C7C474A}"/>
              </a:ext>
            </a:extLst>
          </p:cNvPr>
          <p:cNvSpPr>
            <a:spLocks noChangeAspect="1"/>
          </p:cNvSpPr>
          <p:nvPr/>
        </p:nvSpPr>
        <p:spPr bwMode="auto">
          <a:xfrm rot="18011147" flipH="1" flipV="1">
            <a:off x="2628562" y="4344441"/>
            <a:ext cx="1673158" cy="1673158"/>
          </a:xfrm>
          <a:prstGeom prst="arc">
            <a:avLst>
              <a:gd name="adj1" fmla="val 14064551"/>
              <a:gd name="adj2" fmla="val 0"/>
            </a:avLst>
          </a:prstGeom>
          <a:noFill/>
          <a:ln w="127000" cap="rnd" cmpd="sng" algn="ctr">
            <a:solidFill>
              <a:srgbClr val="0033CC"/>
            </a:solidFill>
            <a:prstDash val="solid"/>
            <a:round/>
            <a:headEnd type="none" w="med" len="med"/>
            <a:tailEnd type="triangl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4" name="Arc 33">
            <a:extLst>
              <a:ext uri="{FF2B5EF4-FFF2-40B4-BE49-F238E27FC236}">
                <a16:creationId xmlns:a16="http://schemas.microsoft.com/office/drawing/2014/main" id="{945D95F4-8848-1461-A513-2D137211E7D8}"/>
              </a:ext>
            </a:extLst>
          </p:cNvPr>
          <p:cNvSpPr>
            <a:spLocks noChangeAspect="1"/>
          </p:cNvSpPr>
          <p:nvPr/>
        </p:nvSpPr>
        <p:spPr bwMode="auto">
          <a:xfrm rot="3547155" flipH="1" flipV="1">
            <a:off x="5304957" y="3576179"/>
            <a:ext cx="1673158" cy="1673158"/>
          </a:xfrm>
          <a:prstGeom prst="arc">
            <a:avLst>
              <a:gd name="adj1" fmla="val 14064551"/>
              <a:gd name="adj2" fmla="val 0"/>
            </a:avLst>
          </a:prstGeom>
          <a:noFill/>
          <a:ln w="127000" cap="rnd" cmpd="sng" algn="ctr">
            <a:solidFill>
              <a:srgbClr val="0033CC"/>
            </a:solidFill>
            <a:prstDash val="solid"/>
            <a:round/>
            <a:headEnd type="none" w="med" len="med"/>
            <a:tailEnd type="triangl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5" name="Arc 34">
            <a:extLst>
              <a:ext uri="{FF2B5EF4-FFF2-40B4-BE49-F238E27FC236}">
                <a16:creationId xmlns:a16="http://schemas.microsoft.com/office/drawing/2014/main" id="{7AD6016C-CF74-70DA-3BB7-F84C73A5E3C1}"/>
              </a:ext>
            </a:extLst>
          </p:cNvPr>
          <p:cNvSpPr>
            <a:spLocks noChangeAspect="1"/>
          </p:cNvSpPr>
          <p:nvPr/>
        </p:nvSpPr>
        <p:spPr bwMode="auto">
          <a:xfrm rot="18052845" flipV="1">
            <a:off x="2689107" y="3578267"/>
            <a:ext cx="1673158" cy="1673158"/>
          </a:xfrm>
          <a:prstGeom prst="arc">
            <a:avLst>
              <a:gd name="adj1" fmla="val 14064551"/>
              <a:gd name="adj2" fmla="val 0"/>
            </a:avLst>
          </a:prstGeom>
          <a:noFill/>
          <a:ln w="127000" cap="rnd" cmpd="sng" algn="ctr">
            <a:solidFill>
              <a:srgbClr val="0033CC"/>
            </a:solidFill>
            <a:prstDash val="solid"/>
            <a:round/>
            <a:headEnd type="none" w="med" len="med"/>
            <a:tailEnd type="triangle"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cxnSp>
        <p:nvCxnSpPr>
          <p:cNvPr id="37" name="Straight Arrow Connector 36">
            <a:extLst>
              <a:ext uri="{FF2B5EF4-FFF2-40B4-BE49-F238E27FC236}">
                <a16:creationId xmlns:a16="http://schemas.microsoft.com/office/drawing/2014/main" id="{02EAA26D-5673-8F8A-D050-8B0D6F2D230C}"/>
              </a:ext>
            </a:extLst>
          </p:cNvPr>
          <p:cNvCxnSpPr>
            <a:cxnSpLocks/>
          </p:cNvCxnSpPr>
          <p:nvPr/>
        </p:nvCxnSpPr>
        <p:spPr bwMode="auto">
          <a:xfrm flipV="1">
            <a:off x="4843515" y="2800273"/>
            <a:ext cx="0" cy="1097280"/>
          </a:xfrm>
          <a:prstGeom prst="straightConnector1">
            <a:avLst/>
          </a:prstGeom>
          <a:noFill/>
          <a:ln w="127000" cap="rnd" cmpd="sng" algn="ctr">
            <a:solidFill>
              <a:srgbClr val="0033CC"/>
            </a:solidFill>
            <a:prstDash val="solid"/>
            <a:round/>
            <a:headEnd type="triangle" w="sm" len="sm"/>
            <a:tailEnd type="triangle" w="sm" len="sm"/>
          </a:ln>
          <a:effectLst/>
        </p:spPr>
      </p:cxnSp>
      <p:sp>
        <p:nvSpPr>
          <p:cNvPr id="17" name="Star: 32 Points 16">
            <a:extLst>
              <a:ext uri="{FF2B5EF4-FFF2-40B4-BE49-F238E27FC236}">
                <a16:creationId xmlns:a16="http://schemas.microsoft.com/office/drawing/2014/main" id="{29BD5FEF-5A97-8500-00EA-500AC1A05DE9}"/>
              </a:ext>
            </a:extLst>
          </p:cNvPr>
          <p:cNvSpPr>
            <a:spLocks noChangeAspect="1"/>
          </p:cNvSpPr>
          <p:nvPr/>
        </p:nvSpPr>
        <p:spPr bwMode="auto">
          <a:xfrm>
            <a:off x="4152702" y="1397358"/>
            <a:ext cx="1371600" cy="1371600"/>
          </a:xfrm>
          <a:prstGeom prst="star32">
            <a:avLst>
              <a:gd name="adj" fmla="val 46047"/>
            </a:avLst>
          </a:prstGeom>
          <a:gradFill>
            <a:gsLst>
              <a:gs pos="0">
                <a:schemeClr val="bg1">
                  <a:lumMod val="50000"/>
                </a:schemeClr>
              </a:gs>
              <a:gs pos="11000">
                <a:schemeClr val="bg1">
                  <a:lumMod val="65000"/>
                </a:schemeClr>
              </a:gs>
              <a:gs pos="71000">
                <a:srgbClr val="0033CC"/>
              </a:gs>
              <a:gs pos="100000">
                <a:srgbClr val="0033CC"/>
              </a:gs>
            </a:gsLst>
            <a:lin ang="5400000" scaled="1"/>
          </a:gra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Alliance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Unity</a:t>
            </a: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a:p>
            <a:pPr marL="0" marR="0" lvl="0" indent="0" algn="ctr" defTabSz="914400" rtl="0" eaLnBrk="0" fontAlgn="base" latinLnBrk="0" hangingPunct="0">
              <a:lnSpc>
                <a:spcPts val="8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Integrated</a:t>
            </a: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Deterrence</a:t>
            </a:r>
          </a:p>
        </p:txBody>
      </p:sp>
      <p:sp>
        <p:nvSpPr>
          <p:cNvPr id="16" name="Star: 32 Points 15">
            <a:extLst>
              <a:ext uri="{FF2B5EF4-FFF2-40B4-BE49-F238E27FC236}">
                <a16:creationId xmlns:a16="http://schemas.microsoft.com/office/drawing/2014/main" id="{9C84EB79-DF75-E13B-B3C6-D476A4A5853A}"/>
              </a:ext>
            </a:extLst>
          </p:cNvPr>
          <p:cNvSpPr>
            <a:spLocks noChangeAspect="1"/>
          </p:cNvSpPr>
          <p:nvPr/>
        </p:nvSpPr>
        <p:spPr bwMode="auto">
          <a:xfrm>
            <a:off x="3690764" y="3957678"/>
            <a:ext cx="2286000" cy="2286000"/>
          </a:xfrm>
          <a:prstGeom prst="star32">
            <a:avLst>
              <a:gd name="adj" fmla="val 46047"/>
            </a:avLst>
          </a:prstGeom>
          <a:solidFill>
            <a:srgbClr val="0033CC"/>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Decision</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Make better decisions faster</a:t>
            </a:r>
          </a:p>
        </p:txBody>
      </p:sp>
      <p:sp>
        <p:nvSpPr>
          <p:cNvPr id="8" name="Star: 32 Points 7">
            <a:extLst>
              <a:ext uri="{FF2B5EF4-FFF2-40B4-BE49-F238E27FC236}">
                <a16:creationId xmlns:a16="http://schemas.microsoft.com/office/drawing/2014/main" id="{9F71FDBE-5669-294B-13BA-33309A785071}"/>
              </a:ext>
            </a:extLst>
          </p:cNvPr>
          <p:cNvSpPr>
            <a:spLocks noChangeAspect="1"/>
          </p:cNvSpPr>
          <p:nvPr/>
        </p:nvSpPr>
        <p:spPr bwMode="auto">
          <a:xfrm>
            <a:off x="1037834" y="4049118"/>
            <a:ext cx="2286000" cy="22860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Stick</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Field longer-range kill chains</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Choose &amp; orchestrate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engagements to have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favorable employment</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ranges</a:t>
            </a:r>
          </a:p>
        </p:txBody>
      </p:sp>
      <p:sp>
        <p:nvSpPr>
          <p:cNvPr id="19" name="Star: 32 Points 18">
            <a:extLst>
              <a:ext uri="{FF2B5EF4-FFF2-40B4-BE49-F238E27FC236}">
                <a16:creationId xmlns:a16="http://schemas.microsoft.com/office/drawing/2014/main" id="{D0B1D0E5-9370-9620-AEE1-C93329FFF9D0}"/>
              </a:ext>
            </a:extLst>
          </p:cNvPr>
          <p:cNvSpPr>
            <a:spLocks noChangeAspect="1"/>
          </p:cNvSpPr>
          <p:nvPr/>
        </p:nvSpPr>
        <p:spPr bwMode="auto">
          <a:xfrm>
            <a:off x="7714837" y="1580238"/>
            <a:ext cx="1371600" cy="13716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First Move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p:txBody>
      </p:sp>
      <p:sp>
        <p:nvSpPr>
          <p:cNvPr id="20" name="Star: 32 Points 19">
            <a:extLst>
              <a:ext uri="{FF2B5EF4-FFF2-40B4-BE49-F238E27FC236}">
                <a16:creationId xmlns:a16="http://schemas.microsoft.com/office/drawing/2014/main" id="{748AC9B4-1D03-3A26-4934-6D1D1ABEBD3E}"/>
              </a:ext>
            </a:extLst>
          </p:cNvPr>
          <p:cNvSpPr>
            <a:spLocks noChangeAspect="1"/>
          </p:cNvSpPr>
          <p:nvPr/>
        </p:nvSpPr>
        <p:spPr bwMode="auto">
          <a:xfrm>
            <a:off x="582517" y="1580238"/>
            <a:ext cx="1371600" cy="13716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Home Court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p:txBody>
      </p:sp>
      <p:sp>
        <p:nvSpPr>
          <p:cNvPr id="21" name="Star: 32 Points 20">
            <a:extLst>
              <a:ext uri="{FF2B5EF4-FFF2-40B4-BE49-F238E27FC236}">
                <a16:creationId xmlns:a16="http://schemas.microsoft.com/office/drawing/2014/main" id="{3BFD3510-A2EE-7BE8-B88C-AB35910AD765}"/>
              </a:ext>
            </a:extLst>
          </p:cNvPr>
          <p:cNvSpPr>
            <a:spLocks noChangeAspect="1"/>
          </p:cNvSpPr>
          <p:nvPr/>
        </p:nvSpPr>
        <p:spPr bwMode="auto">
          <a:xfrm>
            <a:off x="126213" y="3043278"/>
            <a:ext cx="1371600" cy="13716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Geographic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p:txBody>
      </p:sp>
      <p:sp>
        <p:nvSpPr>
          <p:cNvPr id="22" name="Star: 32 Points 21">
            <a:extLst>
              <a:ext uri="{FF2B5EF4-FFF2-40B4-BE49-F238E27FC236}">
                <a16:creationId xmlns:a16="http://schemas.microsoft.com/office/drawing/2014/main" id="{75E4FD76-DA51-AF01-8A6D-BCA24664CA05}"/>
              </a:ext>
            </a:extLst>
          </p:cNvPr>
          <p:cNvSpPr>
            <a:spLocks noChangeAspect="1"/>
          </p:cNvSpPr>
          <p:nvPr/>
        </p:nvSpPr>
        <p:spPr bwMode="auto">
          <a:xfrm>
            <a:off x="6343237" y="4049118"/>
            <a:ext cx="2286000" cy="22860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Numerical</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Outpace Adversary Industrial</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&amp; Human Capital Output</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Mass forces at optimal</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place &amp; time</a:t>
            </a:r>
          </a:p>
        </p:txBody>
      </p:sp>
      <p:sp>
        <p:nvSpPr>
          <p:cNvPr id="23" name="Star: 32 Points 22">
            <a:extLst>
              <a:ext uri="{FF2B5EF4-FFF2-40B4-BE49-F238E27FC236}">
                <a16:creationId xmlns:a16="http://schemas.microsoft.com/office/drawing/2014/main" id="{E3A0EAC5-37BB-D6E1-99D0-5D42A01401D7}"/>
              </a:ext>
            </a:extLst>
          </p:cNvPr>
          <p:cNvSpPr>
            <a:spLocks noChangeAspect="1"/>
          </p:cNvSpPr>
          <p:nvPr/>
        </p:nvSpPr>
        <p:spPr bwMode="auto">
          <a:xfrm>
            <a:off x="8172933" y="3043278"/>
            <a:ext cx="1371600" cy="13716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Logistics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Sustainment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p:txBody>
      </p:sp>
      <p:sp>
        <p:nvSpPr>
          <p:cNvPr id="24" name="Star: 32 Points 23">
            <a:extLst>
              <a:ext uri="{FF2B5EF4-FFF2-40B4-BE49-F238E27FC236}">
                <a16:creationId xmlns:a16="http://schemas.microsoft.com/office/drawing/2014/main" id="{9F313AC7-EE97-D990-2822-666276CDE38C}"/>
              </a:ext>
            </a:extLst>
          </p:cNvPr>
          <p:cNvSpPr>
            <a:spLocks noChangeAspect="1"/>
          </p:cNvSpPr>
          <p:nvPr/>
        </p:nvSpPr>
        <p:spPr bwMode="auto">
          <a:xfrm>
            <a:off x="5428837" y="1854558"/>
            <a:ext cx="2286000" cy="22860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Maneuver</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(Agility)</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Choose favorable trajectories</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Rapidly shift position</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&amp; force posture for</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unpredictability</a:t>
            </a:r>
          </a:p>
        </p:txBody>
      </p:sp>
      <p:sp>
        <p:nvSpPr>
          <p:cNvPr id="27" name="Star: 32 Points 26">
            <a:extLst>
              <a:ext uri="{FF2B5EF4-FFF2-40B4-BE49-F238E27FC236}">
                <a16:creationId xmlns:a16="http://schemas.microsoft.com/office/drawing/2014/main" id="{212AE1E8-0CB2-3B98-C364-E37BCBC29369}"/>
              </a:ext>
            </a:extLst>
          </p:cNvPr>
          <p:cNvSpPr>
            <a:spLocks noChangeAspect="1"/>
          </p:cNvSpPr>
          <p:nvPr/>
        </p:nvSpPr>
        <p:spPr bwMode="auto">
          <a:xfrm>
            <a:off x="1952234" y="1854558"/>
            <a:ext cx="2286000" cy="2286000"/>
          </a:xfrm>
          <a:prstGeom prst="star32">
            <a:avLst>
              <a:gd name="adj" fmla="val 46047"/>
            </a:avLst>
          </a:prstGeom>
          <a:solidFill>
            <a:schemeClr val="tx1">
              <a:lumMod val="50000"/>
              <a:lumOff val="50000"/>
            </a:schemeClr>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Information</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Live &amp; train in the OE</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Field robust, resilient networks</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Minimize loss between</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plausible, available,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accessible, &amp; usable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information</a:t>
            </a:r>
          </a:p>
        </p:txBody>
      </p:sp>
      <p:sp>
        <p:nvSpPr>
          <p:cNvPr id="18" name="Star: 32 Points 17">
            <a:extLst>
              <a:ext uri="{FF2B5EF4-FFF2-40B4-BE49-F238E27FC236}">
                <a16:creationId xmlns:a16="http://schemas.microsoft.com/office/drawing/2014/main" id="{E50502F8-BE8F-6AA3-B263-29197DF2A7BC}"/>
              </a:ext>
            </a:extLst>
          </p:cNvPr>
          <p:cNvSpPr>
            <a:spLocks noChangeAspect="1"/>
          </p:cNvSpPr>
          <p:nvPr/>
        </p:nvSpPr>
        <p:spPr bwMode="auto">
          <a:xfrm>
            <a:off x="1038730" y="4049118"/>
            <a:ext cx="2286000" cy="2286000"/>
          </a:xfrm>
          <a:prstGeom prst="star32">
            <a:avLst>
              <a:gd name="adj" fmla="val 46047"/>
            </a:avLst>
          </a:prstGeom>
          <a:gradFill flip="none" rotWithShape="1">
            <a:gsLst>
              <a:gs pos="50000">
                <a:schemeClr val="tx2">
                  <a:lumMod val="50000"/>
                  <a:lumOff val="50000"/>
                </a:schemeClr>
              </a:gs>
              <a:gs pos="80000">
                <a:srgbClr val="640000"/>
              </a:gs>
              <a:gs pos="10000">
                <a:srgbClr val="0033CC"/>
              </a:gs>
            </a:gsLst>
            <a:path path="circle">
              <a:fillToRect l="100000" t="100000"/>
            </a:path>
            <a:tileRect r="-100000" b="-100000"/>
          </a:gra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Stick</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Field longer-range kill chains</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Choose &amp; orchestrate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engagements to have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favorable employment</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ranges</a:t>
            </a:r>
          </a:p>
        </p:txBody>
      </p:sp>
      <p:sp>
        <p:nvSpPr>
          <p:cNvPr id="48" name="Rectangle 1030">
            <a:extLst>
              <a:ext uri="{FF2B5EF4-FFF2-40B4-BE49-F238E27FC236}">
                <a16:creationId xmlns:a16="http://schemas.microsoft.com/office/drawing/2014/main" id="{9AA58C34-B0CA-8EBC-388D-39155D0064C6}"/>
              </a:ext>
            </a:extLst>
          </p:cNvPr>
          <p:cNvSpPr txBox="1">
            <a:spLocks noChangeArrowheads="1"/>
          </p:cNvSpPr>
          <p:nvPr/>
        </p:nvSpPr>
        <p:spPr bwMode="auto">
          <a:xfrm>
            <a:off x="1005840" y="0"/>
            <a:ext cx="10149840"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ctr"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3600" b="1" i="1" u="none" strike="noStrike" kern="0" cap="none" spc="0" normalizeH="0" baseline="0" noProof="0" dirty="0">
                <a:ln>
                  <a:noFill/>
                </a:ln>
                <a:solidFill>
                  <a:srgbClr val="151C77"/>
                </a:solidFill>
                <a:effectLst/>
                <a:uLnTx/>
                <a:uFillTx/>
                <a:latin typeface="Arial"/>
                <a:ea typeface="+mj-ea"/>
                <a:cs typeface="+mj-cs"/>
              </a:rPr>
              <a:t>Military Advantages</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0" i="0" u="none" strike="noStrike" kern="0" cap="none" spc="0" normalizeH="0" baseline="0" noProof="0" dirty="0">
                <a:ln>
                  <a:noFill/>
                </a:ln>
                <a:solidFill>
                  <a:srgbClr val="151C77"/>
                </a:solidFill>
                <a:effectLst/>
                <a:uLnTx/>
                <a:uFillTx/>
                <a:latin typeface="Arial"/>
                <a:ea typeface="+mj-ea"/>
                <a:cs typeface="+mj-cs"/>
              </a:rPr>
              <a:t>What Advantages can Coalition &amp; Joint Forces Secure?</a:t>
            </a:r>
            <a:endParaRPr kumimoji="0" lang="en-US" altLang="en-US" sz="2400" b="0" i="1" u="none" strike="noStrike" kern="0" cap="none" spc="0" normalizeH="0" baseline="0" noProof="0" dirty="0">
              <a:ln>
                <a:noFill/>
              </a:ln>
              <a:solidFill>
                <a:srgbClr val="151C77"/>
              </a:solidFill>
              <a:effectLst/>
              <a:uLnTx/>
              <a:uFillTx/>
              <a:latin typeface="Arial"/>
              <a:ea typeface="+mj-ea"/>
              <a:cs typeface="+mj-cs"/>
            </a:endParaRPr>
          </a:p>
        </p:txBody>
      </p:sp>
      <p:sp>
        <p:nvSpPr>
          <p:cNvPr id="6" name="Star: 32 Points 5">
            <a:extLst>
              <a:ext uri="{FF2B5EF4-FFF2-40B4-BE49-F238E27FC236}">
                <a16:creationId xmlns:a16="http://schemas.microsoft.com/office/drawing/2014/main" id="{6CBE26AE-A77E-337C-AB94-61B71643EE05}"/>
              </a:ext>
            </a:extLst>
          </p:cNvPr>
          <p:cNvSpPr>
            <a:spLocks noChangeAspect="1"/>
          </p:cNvSpPr>
          <p:nvPr/>
        </p:nvSpPr>
        <p:spPr bwMode="auto">
          <a:xfrm>
            <a:off x="7715733" y="1580238"/>
            <a:ext cx="1371600" cy="1371600"/>
          </a:xfrm>
          <a:prstGeom prst="star32">
            <a:avLst>
              <a:gd name="adj" fmla="val 46047"/>
            </a:avLst>
          </a:prstGeom>
          <a:solidFill>
            <a:srgbClr val="640000"/>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First Move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p:txBody>
      </p:sp>
      <p:sp>
        <p:nvSpPr>
          <p:cNvPr id="7" name="Star: 32 Points 6">
            <a:extLst>
              <a:ext uri="{FF2B5EF4-FFF2-40B4-BE49-F238E27FC236}">
                <a16:creationId xmlns:a16="http://schemas.microsoft.com/office/drawing/2014/main" id="{00C22579-B268-83BE-C5D6-19FEC9B86846}"/>
              </a:ext>
            </a:extLst>
          </p:cNvPr>
          <p:cNvSpPr>
            <a:spLocks noChangeAspect="1"/>
          </p:cNvSpPr>
          <p:nvPr/>
        </p:nvSpPr>
        <p:spPr bwMode="auto">
          <a:xfrm>
            <a:off x="583413" y="1580238"/>
            <a:ext cx="1371600" cy="1371600"/>
          </a:xfrm>
          <a:prstGeom prst="star32">
            <a:avLst>
              <a:gd name="adj" fmla="val 46047"/>
            </a:avLst>
          </a:prstGeom>
          <a:solidFill>
            <a:srgbClr val="640000"/>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Home Court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p:txBody>
      </p:sp>
      <p:sp>
        <p:nvSpPr>
          <p:cNvPr id="9" name="Star: 32 Points 8">
            <a:extLst>
              <a:ext uri="{FF2B5EF4-FFF2-40B4-BE49-F238E27FC236}">
                <a16:creationId xmlns:a16="http://schemas.microsoft.com/office/drawing/2014/main" id="{77163676-6591-DA22-D6D2-BA6FCFBB36AE}"/>
              </a:ext>
            </a:extLst>
          </p:cNvPr>
          <p:cNvSpPr>
            <a:spLocks noChangeAspect="1"/>
          </p:cNvSpPr>
          <p:nvPr/>
        </p:nvSpPr>
        <p:spPr bwMode="auto">
          <a:xfrm>
            <a:off x="127109" y="3043278"/>
            <a:ext cx="1371600" cy="1371600"/>
          </a:xfrm>
          <a:prstGeom prst="star32">
            <a:avLst>
              <a:gd name="adj" fmla="val 46047"/>
            </a:avLst>
          </a:prstGeom>
          <a:solidFill>
            <a:srgbClr val="640000"/>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Geographic</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p:txBody>
      </p:sp>
      <p:sp>
        <p:nvSpPr>
          <p:cNvPr id="12" name="Star: 32 Points 11">
            <a:extLst>
              <a:ext uri="{FF2B5EF4-FFF2-40B4-BE49-F238E27FC236}">
                <a16:creationId xmlns:a16="http://schemas.microsoft.com/office/drawing/2014/main" id="{0E6C57F5-AA16-FC50-DD23-912898C51953}"/>
              </a:ext>
            </a:extLst>
          </p:cNvPr>
          <p:cNvSpPr>
            <a:spLocks noChangeAspect="1"/>
          </p:cNvSpPr>
          <p:nvPr/>
        </p:nvSpPr>
        <p:spPr bwMode="auto">
          <a:xfrm>
            <a:off x="6344133" y="4049118"/>
            <a:ext cx="2286000" cy="2286000"/>
          </a:xfrm>
          <a:prstGeom prst="star32">
            <a:avLst>
              <a:gd name="adj" fmla="val 46047"/>
            </a:avLst>
          </a:prstGeom>
          <a:gradFill flip="none" rotWithShape="1">
            <a:gsLst>
              <a:gs pos="30000">
                <a:schemeClr val="tx2">
                  <a:lumMod val="50000"/>
                  <a:lumOff val="50000"/>
                </a:schemeClr>
              </a:gs>
              <a:gs pos="35000">
                <a:srgbClr val="640000"/>
              </a:gs>
              <a:gs pos="20000">
                <a:srgbClr val="0033CC"/>
              </a:gs>
            </a:gsLst>
            <a:path path="circle">
              <a:fillToRect t="100000" r="100000"/>
            </a:path>
            <a:tileRect l="-100000" b="-100000"/>
          </a:gra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Numerical</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Outpace Adversary Industrial</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&amp; Human Capital Output</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Mass forces at optimal</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place &amp; time</a:t>
            </a:r>
          </a:p>
        </p:txBody>
      </p:sp>
      <p:sp>
        <p:nvSpPr>
          <p:cNvPr id="13" name="Star: 32 Points 12">
            <a:extLst>
              <a:ext uri="{FF2B5EF4-FFF2-40B4-BE49-F238E27FC236}">
                <a16:creationId xmlns:a16="http://schemas.microsoft.com/office/drawing/2014/main" id="{053C228C-B71F-14B7-4D36-0D4A6C348E8E}"/>
              </a:ext>
            </a:extLst>
          </p:cNvPr>
          <p:cNvSpPr>
            <a:spLocks noChangeAspect="1"/>
          </p:cNvSpPr>
          <p:nvPr/>
        </p:nvSpPr>
        <p:spPr bwMode="auto">
          <a:xfrm>
            <a:off x="8172933" y="3043278"/>
            <a:ext cx="1371600" cy="1371600"/>
          </a:xfrm>
          <a:prstGeom prst="star32">
            <a:avLst>
              <a:gd name="adj" fmla="val 46047"/>
            </a:avLst>
          </a:prstGeom>
          <a:solidFill>
            <a:srgbClr val="640000"/>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Logistics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Sustainment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p>
        </p:txBody>
      </p:sp>
      <p:sp>
        <p:nvSpPr>
          <p:cNvPr id="14" name="Star: 32 Points 13">
            <a:extLst>
              <a:ext uri="{FF2B5EF4-FFF2-40B4-BE49-F238E27FC236}">
                <a16:creationId xmlns:a16="http://schemas.microsoft.com/office/drawing/2014/main" id="{80A76F5B-6B99-F38D-876C-6D2F74D07A00}"/>
              </a:ext>
            </a:extLst>
          </p:cNvPr>
          <p:cNvSpPr>
            <a:spLocks noChangeAspect="1"/>
          </p:cNvSpPr>
          <p:nvPr/>
        </p:nvSpPr>
        <p:spPr bwMode="auto">
          <a:xfrm>
            <a:off x="5429733" y="1854558"/>
            <a:ext cx="2286000" cy="2286000"/>
          </a:xfrm>
          <a:prstGeom prst="star32">
            <a:avLst>
              <a:gd name="adj" fmla="val 46047"/>
            </a:avLst>
          </a:prstGeom>
          <a:gradFill flip="none" rotWithShape="1">
            <a:gsLst>
              <a:gs pos="35000">
                <a:schemeClr val="tx2">
                  <a:lumMod val="50000"/>
                  <a:lumOff val="50000"/>
                </a:schemeClr>
              </a:gs>
              <a:gs pos="55000">
                <a:srgbClr val="640000"/>
              </a:gs>
              <a:gs pos="20000">
                <a:srgbClr val="0033CC"/>
              </a:gs>
            </a:gsLst>
            <a:path path="circle">
              <a:fillToRect t="100000" r="100000"/>
            </a:path>
            <a:tileRect l="-100000" b="-100000"/>
          </a:gra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Maneuver</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(Agility)</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Choose favorable trajectories</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Rapidly shift position</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&amp; force posture for</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unpredictability</a:t>
            </a:r>
          </a:p>
        </p:txBody>
      </p:sp>
      <p:sp>
        <p:nvSpPr>
          <p:cNvPr id="5" name="Star: 32 Points 4">
            <a:extLst>
              <a:ext uri="{FF2B5EF4-FFF2-40B4-BE49-F238E27FC236}">
                <a16:creationId xmlns:a16="http://schemas.microsoft.com/office/drawing/2014/main" id="{FAB361EC-8C0E-8F61-5B8C-693FA75B4CE8}"/>
              </a:ext>
            </a:extLst>
          </p:cNvPr>
          <p:cNvSpPr>
            <a:spLocks noChangeAspect="1"/>
          </p:cNvSpPr>
          <p:nvPr/>
        </p:nvSpPr>
        <p:spPr bwMode="auto">
          <a:xfrm>
            <a:off x="1953130" y="1854558"/>
            <a:ext cx="2286000" cy="2286000"/>
          </a:xfrm>
          <a:prstGeom prst="star32">
            <a:avLst>
              <a:gd name="adj" fmla="val 46047"/>
            </a:avLst>
          </a:prstGeom>
          <a:gradFill>
            <a:gsLst>
              <a:gs pos="45000">
                <a:schemeClr val="tx2">
                  <a:lumMod val="50000"/>
                  <a:lumOff val="50000"/>
                </a:schemeClr>
              </a:gs>
              <a:gs pos="65000">
                <a:srgbClr val="640000"/>
              </a:gs>
              <a:gs pos="10000">
                <a:srgbClr val="0033CC"/>
              </a:gs>
            </a:gsLst>
            <a:path path="circle">
              <a:fillToRect l="100000" t="100000"/>
            </a:path>
          </a:gra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Information</a:t>
            </a:r>
            <a:endPar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Live &amp; train in the OE</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Field robust, resilient networks</a:t>
            </a:r>
          </a:p>
          <a:p>
            <a:pPr marL="0" marR="0" lvl="0" indent="0" algn="ctr" defTabSz="914400" rtl="0" eaLnBrk="0" fontAlgn="base" latinLnBrk="0" hangingPunct="0">
              <a:lnSpc>
                <a:spcPts val="6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112713" marR="0" lvl="0" indent="-112713" algn="ctr" defTabSz="914400" rtl="0" eaLnBrk="0" fontAlgn="base" latinLnBrk="0" hangingPunct="0">
              <a:lnSpc>
                <a:spcPts val="14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Minimize loss between</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plausible, available,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accessible, &amp; usable</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information</a:t>
            </a:r>
          </a:p>
        </p:txBody>
      </p:sp>
      <p:sp>
        <p:nvSpPr>
          <p:cNvPr id="3" name="Star: 32 Points 2">
            <a:extLst>
              <a:ext uri="{FF2B5EF4-FFF2-40B4-BE49-F238E27FC236}">
                <a16:creationId xmlns:a16="http://schemas.microsoft.com/office/drawing/2014/main" id="{761CCE0A-D755-8451-C1C3-942ACC6714D6}"/>
              </a:ext>
            </a:extLst>
          </p:cNvPr>
          <p:cNvSpPr>
            <a:spLocks noChangeAspect="1"/>
          </p:cNvSpPr>
          <p:nvPr/>
        </p:nvSpPr>
        <p:spPr bwMode="auto">
          <a:xfrm>
            <a:off x="10263282" y="1352280"/>
            <a:ext cx="1328242" cy="1328242"/>
          </a:xfrm>
          <a:prstGeom prst="star32">
            <a:avLst>
              <a:gd name="adj" fmla="val 46047"/>
            </a:avLst>
          </a:prstGeom>
          <a:solidFill>
            <a:srgbClr val="0033CC"/>
          </a:solidFill>
          <a:ln w="1270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Decision</a:t>
            </a:r>
            <a:endParaRPr kumimoji="0" lang="en-US" sz="14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Advantage</a:t>
            </a:r>
            <a:endPar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Make better</a:t>
            </a:r>
          </a:p>
          <a:p>
            <a:pPr marL="0" marR="0" lvl="0" indent="0" algn="ctr" defTabSz="914400" rtl="0" eaLnBrk="0" fontAlgn="base" latinLnBrk="0" hangingPunct="0">
              <a:lnSpc>
                <a:spcPts val="14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decisions faster</a:t>
            </a:r>
          </a:p>
        </p:txBody>
      </p:sp>
      <p:sp>
        <p:nvSpPr>
          <p:cNvPr id="11" name="Arrow: Up-Down 10">
            <a:extLst>
              <a:ext uri="{FF2B5EF4-FFF2-40B4-BE49-F238E27FC236}">
                <a16:creationId xmlns:a16="http://schemas.microsoft.com/office/drawing/2014/main" id="{DF221D6A-AE1C-CA29-4640-C5E0CEE65665}"/>
              </a:ext>
            </a:extLst>
          </p:cNvPr>
          <p:cNvSpPr/>
          <p:nvPr/>
        </p:nvSpPr>
        <p:spPr bwMode="auto">
          <a:xfrm>
            <a:off x="11024314" y="3013649"/>
            <a:ext cx="1036751" cy="1255690"/>
          </a:xfrm>
          <a:prstGeom prst="upDownArrow">
            <a:avLst>
              <a:gd name="adj1" fmla="val 41946"/>
              <a:gd name="adj2" fmla="val 40062"/>
            </a:avLst>
          </a:prstGeom>
          <a:gradFill>
            <a:gsLst>
              <a:gs pos="65000">
                <a:schemeClr val="tx2">
                  <a:lumMod val="50000"/>
                  <a:lumOff val="50000"/>
                  <a:alpha val="30000"/>
                </a:schemeClr>
              </a:gs>
              <a:gs pos="40000">
                <a:schemeClr val="tx2">
                  <a:lumMod val="50000"/>
                  <a:lumOff val="50000"/>
                  <a:alpha val="30000"/>
                </a:schemeClr>
              </a:gs>
              <a:gs pos="22000">
                <a:srgbClr val="0033CC">
                  <a:alpha val="30000"/>
                </a:srgbClr>
              </a:gs>
              <a:gs pos="80000">
                <a:srgbClr val="640000">
                  <a:alpha val="30000"/>
                </a:srgbClr>
              </a:gs>
            </a:gsLst>
            <a:lin ang="5400000" scaled="1"/>
          </a:gradFill>
          <a:ln w="12700"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2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blue</a:t>
            </a:r>
          </a:p>
          <a:p>
            <a:pPr marL="0" marR="0" lvl="0" indent="0" algn="ctr" defTabSz="914400" rtl="0" eaLnBrk="0" fontAlgn="base" latinLnBrk="0" hangingPunct="0">
              <a:lnSpc>
                <a:spcPts val="2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2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2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OE</a:t>
            </a:r>
          </a:p>
        </p:txBody>
      </p:sp>
      <p:sp>
        <p:nvSpPr>
          <p:cNvPr id="26" name="Arrow: Up-Down 25">
            <a:extLst>
              <a:ext uri="{FF2B5EF4-FFF2-40B4-BE49-F238E27FC236}">
                <a16:creationId xmlns:a16="http://schemas.microsoft.com/office/drawing/2014/main" id="{DC36155F-6D99-74AA-8BA5-B8E23C632CE4}"/>
              </a:ext>
            </a:extLst>
          </p:cNvPr>
          <p:cNvSpPr/>
          <p:nvPr/>
        </p:nvSpPr>
        <p:spPr bwMode="auto">
          <a:xfrm>
            <a:off x="10436178" y="4698634"/>
            <a:ext cx="1036751" cy="1255690"/>
          </a:xfrm>
          <a:prstGeom prst="upDownArrow">
            <a:avLst>
              <a:gd name="adj1" fmla="val 41946"/>
              <a:gd name="adj2" fmla="val 40062"/>
            </a:avLst>
          </a:prstGeom>
          <a:gradFill>
            <a:gsLst>
              <a:gs pos="65000">
                <a:schemeClr val="tx2">
                  <a:lumMod val="50000"/>
                  <a:lumOff val="50000"/>
                  <a:alpha val="30000"/>
                </a:schemeClr>
              </a:gs>
              <a:gs pos="40000">
                <a:schemeClr val="tx2">
                  <a:lumMod val="50000"/>
                  <a:lumOff val="50000"/>
                  <a:alpha val="30000"/>
                </a:schemeClr>
              </a:gs>
              <a:gs pos="22000">
                <a:srgbClr val="0033CC">
                  <a:alpha val="30000"/>
                </a:srgbClr>
              </a:gs>
              <a:gs pos="80000">
                <a:srgbClr val="640000">
                  <a:alpha val="30000"/>
                </a:srgbClr>
              </a:gs>
            </a:gsLst>
            <a:lin ang="5400000" scaled="1"/>
          </a:gradFill>
          <a:ln w="12700"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2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to-be</a:t>
            </a:r>
          </a:p>
          <a:p>
            <a:pPr marL="0" marR="0" lvl="0" indent="0" algn="ctr" defTabSz="914400" rtl="0" eaLnBrk="0" fontAlgn="base" latinLnBrk="0" hangingPunct="0">
              <a:lnSpc>
                <a:spcPts val="2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2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2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as-is</a:t>
            </a:r>
          </a:p>
        </p:txBody>
      </p:sp>
      <p:sp>
        <p:nvSpPr>
          <p:cNvPr id="28" name="Arrow: Up-Down 27">
            <a:extLst>
              <a:ext uri="{FF2B5EF4-FFF2-40B4-BE49-F238E27FC236}">
                <a16:creationId xmlns:a16="http://schemas.microsoft.com/office/drawing/2014/main" id="{DB60F0E9-C6D3-E497-AF7B-DD65751C73E3}"/>
              </a:ext>
            </a:extLst>
          </p:cNvPr>
          <p:cNvSpPr/>
          <p:nvPr/>
        </p:nvSpPr>
        <p:spPr bwMode="auto">
          <a:xfrm>
            <a:off x="9841604" y="3009355"/>
            <a:ext cx="1036751" cy="1255690"/>
          </a:xfrm>
          <a:prstGeom prst="upDownArrow">
            <a:avLst>
              <a:gd name="adj1" fmla="val 41946"/>
              <a:gd name="adj2" fmla="val 40062"/>
            </a:avLst>
          </a:prstGeom>
          <a:gradFill>
            <a:gsLst>
              <a:gs pos="65000">
                <a:schemeClr val="tx2">
                  <a:lumMod val="50000"/>
                  <a:lumOff val="50000"/>
                  <a:alpha val="30000"/>
                </a:schemeClr>
              </a:gs>
              <a:gs pos="40000">
                <a:schemeClr val="tx2">
                  <a:lumMod val="50000"/>
                  <a:lumOff val="50000"/>
                  <a:alpha val="30000"/>
                </a:schemeClr>
              </a:gs>
              <a:gs pos="22000">
                <a:srgbClr val="0033CC">
                  <a:alpha val="30000"/>
                </a:srgbClr>
              </a:gs>
              <a:gs pos="80000">
                <a:srgbClr val="640000">
                  <a:alpha val="30000"/>
                </a:srgbClr>
              </a:gs>
            </a:gsLst>
            <a:lin ang="5400000" scaled="1"/>
          </a:gradFill>
          <a:ln w="12700"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0" fontAlgn="base" latinLnBrk="0" hangingPunct="0">
              <a:lnSpc>
                <a:spcPts val="2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blue</a:t>
            </a:r>
          </a:p>
          <a:p>
            <a:pPr marL="0" marR="0" lvl="0" indent="0" algn="ctr" defTabSz="914400" rtl="0" eaLnBrk="0" fontAlgn="base" latinLnBrk="0" hangingPunct="0">
              <a:lnSpc>
                <a:spcPts val="2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2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2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red</a:t>
            </a:r>
          </a:p>
        </p:txBody>
      </p:sp>
      <p:sp>
        <p:nvSpPr>
          <p:cNvPr id="29" name="Rectangle 28">
            <a:extLst>
              <a:ext uri="{FF2B5EF4-FFF2-40B4-BE49-F238E27FC236}">
                <a16:creationId xmlns:a16="http://schemas.microsoft.com/office/drawing/2014/main" id="{11A4A6C1-3580-C0F8-80E7-DFFF3819C679}"/>
              </a:ext>
            </a:extLst>
          </p:cNvPr>
          <p:cNvSpPr/>
          <p:nvPr/>
        </p:nvSpPr>
        <p:spPr>
          <a:xfrm>
            <a:off x="10618425" y="4101827"/>
            <a:ext cx="680639" cy="551730"/>
          </a:xfrm>
          <a:prstGeom prst="rect">
            <a:avLst/>
          </a:prstGeom>
          <a:noFill/>
          <a:ln w="0">
            <a:noFill/>
          </a:ln>
        </p:spPr>
        <p:txBody>
          <a:bodyPr wrap="none" lIns="0" tIns="0" rIns="0" bIns="0" rtlCol="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009900"/>
                </a:solidFill>
                <a:effectLst>
                  <a:glow rad="63500">
                    <a:srgbClr val="FFFFFF">
                      <a:alpha val="80000"/>
                    </a:srgbClr>
                  </a:glow>
                </a:effectLst>
                <a:uLnTx/>
                <a:uFillTx/>
                <a:latin typeface="Arial" panose="020B0604020202020204" pitchFamily="34" charset="0"/>
                <a:ea typeface="+mn-ea"/>
                <a:cs typeface="Arial" panose="020B0604020202020204" pitchFamily="34" charset="0"/>
              </a:rPr>
              <a:t>+</a:t>
            </a:r>
          </a:p>
        </p:txBody>
      </p:sp>
      <p:cxnSp>
        <p:nvCxnSpPr>
          <p:cNvPr id="30" name="Straight Connector 29">
            <a:extLst>
              <a:ext uri="{FF2B5EF4-FFF2-40B4-BE49-F238E27FC236}">
                <a16:creationId xmlns:a16="http://schemas.microsoft.com/office/drawing/2014/main" id="{B791B7FA-52D2-1C10-4D3A-43D49E6EE6FD}"/>
              </a:ext>
            </a:extLst>
          </p:cNvPr>
          <p:cNvCxnSpPr>
            <a:cxnSpLocks/>
          </p:cNvCxnSpPr>
          <p:nvPr/>
        </p:nvCxnSpPr>
        <p:spPr bwMode="auto">
          <a:xfrm>
            <a:off x="9678474" y="1384479"/>
            <a:ext cx="0" cy="4964806"/>
          </a:xfrm>
          <a:prstGeom prst="line">
            <a:avLst/>
          </a:prstGeom>
          <a:solidFill>
            <a:schemeClr val="accent1"/>
          </a:solidFill>
          <a:ln w="12700" cap="flat" cmpd="sng" algn="ctr">
            <a:solidFill>
              <a:schemeClr val="bg1">
                <a:lumMod val="75000"/>
              </a:schemeClr>
            </a:solidFill>
            <a:prstDash val="dash"/>
            <a:round/>
            <a:headEnd type="none" w="med" len="med"/>
            <a:tailEnd type="none" w="med" len="med"/>
          </a:ln>
          <a:effectLst/>
        </p:spPr>
      </p:cxnSp>
      <p:sp>
        <p:nvSpPr>
          <p:cNvPr id="4" name="Text Placeholder 4">
            <a:extLst>
              <a:ext uri="{FF2B5EF4-FFF2-40B4-BE49-F238E27FC236}">
                <a16:creationId xmlns:a16="http://schemas.microsoft.com/office/drawing/2014/main" id="{8F565250-CA7E-709B-7FC8-D9579713F910}"/>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
        <p:nvSpPr>
          <p:cNvPr id="15" name="Slide Number Placeholder 3">
            <a:extLst>
              <a:ext uri="{FF2B5EF4-FFF2-40B4-BE49-F238E27FC236}">
                <a16:creationId xmlns:a16="http://schemas.microsoft.com/office/drawing/2014/main" id="{23ED92B8-C8DA-F1E6-EFCF-297108F56195}"/>
              </a:ext>
            </a:extLst>
          </p:cNvPr>
          <p:cNvSpPr>
            <a:spLocks noGrp="1"/>
          </p:cNvSpPr>
          <p:nvPr>
            <p:ph type="sldNum" sz="quarter" idx="11"/>
          </p:nvPr>
        </p:nvSpPr>
        <p:spPr>
          <a:xfrm>
            <a:off x="10650539" y="6524625"/>
            <a:ext cx="1524000" cy="304800"/>
          </a:xfrm>
        </p:spPr>
        <p:txBody>
          <a:bodyPr/>
          <a:lstStyle/>
          <a:p>
            <a:pPr>
              <a:defRPr/>
            </a:pPr>
            <a:fld id="{47256DB1-98A0-4C5B-B461-C003FBFE3B06}" type="slidenum">
              <a:rPr lang="en-US" altLang="en-US" smtClean="0"/>
              <a:pPr>
                <a:defRPr/>
              </a:pPr>
              <a:t>8</a:t>
            </a:fld>
            <a:endParaRPr lang="en-US" altLang="en-US" dirty="0">
              <a:solidFill>
                <a:schemeClr val="bg2"/>
              </a:solidFill>
            </a:endParaRPr>
          </a:p>
        </p:txBody>
      </p:sp>
    </p:spTree>
    <p:extLst>
      <p:ext uri="{BB962C8B-B14F-4D97-AF65-F5344CB8AC3E}">
        <p14:creationId xmlns:p14="http://schemas.microsoft.com/office/powerpoint/2010/main" val="104220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down)">
                                      <p:cBhvr>
                                        <p:cTn id="57" dur="500"/>
                                        <p:tgtEl>
                                          <p:spTgt spid="35"/>
                                        </p:tgtEl>
                                      </p:cBhvr>
                                    </p:animEffect>
                                  </p:childTnLst>
                                </p:cTn>
                              </p:par>
                              <p:par>
                                <p:cTn id="58" presetID="22" presetClass="entr" presetSubtype="4" fill="hold"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wipe(down)">
                                      <p:cBhvr>
                                        <p:cTn id="60" dur="500"/>
                                        <p:tgtEl>
                                          <p:spTgt spid="37"/>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wipe(down)">
                                      <p:cBhvr>
                                        <p:cTn id="63" dur="500"/>
                                        <p:tgtEl>
                                          <p:spTgt spid="34"/>
                                        </p:tgtEl>
                                      </p:cBhvr>
                                    </p:animEffect>
                                  </p:childTnLst>
                                </p:cTn>
                              </p:par>
                              <p:par>
                                <p:cTn id="64" presetID="22" presetClass="entr" presetSubtype="2"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wipe(right)">
                                      <p:cBhvr>
                                        <p:cTn id="66" dur="500"/>
                                        <p:tgtEl>
                                          <p:spTgt spid="3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par>
                                <p:cTn id="70" presetID="15" presetClass="emph" presetSubtype="0" nodeType="withEffect">
                                  <p:stCondLst>
                                    <p:cond delay="0"/>
                                  </p:stCondLst>
                                  <p:iterate type="lt">
                                    <p:tmAbs val="25"/>
                                  </p:iterate>
                                  <p:childTnLst>
                                    <p:set>
                                      <p:cBhvr override="childStyle">
                                        <p:cTn id="71" dur="indefinite"/>
                                        <p:tgtEl>
                                          <p:spTgt spid="18">
                                            <p:txEl>
                                              <p:pRg st="5" end="5"/>
                                            </p:txEl>
                                          </p:spTgt>
                                        </p:tgtEl>
                                        <p:attrNameLst>
                                          <p:attrName>style.fontWeight</p:attrName>
                                        </p:attrNameLst>
                                      </p:cBhvr>
                                      <p:to>
                                        <p:strVal val="bold"/>
                                      </p:to>
                                    </p:set>
                                  </p:childTnLst>
                                </p:cTn>
                              </p:par>
                              <p:par>
                                <p:cTn id="72" presetID="15" presetClass="emph" presetSubtype="0" nodeType="withEffect">
                                  <p:stCondLst>
                                    <p:cond delay="0"/>
                                  </p:stCondLst>
                                  <p:iterate type="lt">
                                    <p:tmAbs val="25"/>
                                  </p:iterate>
                                  <p:childTnLst>
                                    <p:set>
                                      <p:cBhvr override="childStyle">
                                        <p:cTn id="73" dur="indefinite"/>
                                        <p:tgtEl>
                                          <p:spTgt spid="18">
                                            <p:txEl>
                                              <p:pRg st="6" end="6"/>
                                            </p:txEl>
                                          </p:spTgt>
                                        </p:tgtEl>
                                        <p:attrNameLst>
                                          <p:attrName>style.fontWeight</p:attrName>
                                        </p:attrNameLst>
                                      </p:cBhvr>
                                      <p:to>
                                        <p:strVal val="bold"/>
                                      </p:to>
                                    </p:set>
                                  </p:childTnLst>
                                </p:cTn>
                              </p:par>
                              <p:par>
                                <p:cTn id="74" presetID="15" presetClass="emph" presetSubtype="0" nodeType="withEffect">
                                  <p:stCondLst>
                                    <p:cond delay="0"/>
                                  </p:stCondLst>
                                  <p:iterate type="lt">
                                    <p:tmAbs val="25"/>
                                  </p:iterate>
                                  <p:childTnLst>
                                    <p:set>
                                      <p:cBhvr override="childStyle">
                                        <p:cTn id="75" dur="indefinite"/>
                                        <p:tgtEl>
                                          <p:spTgt spid="18">
                                            <p:txEl>
                                              <p:pRg st="7" end="7"/>
                                            </p:txEl>
                                          </p:spTgt>
                                        </p:tgtEl>
                                        <p:attrNameLst>
                                          <p:attrName>style.fontWeight</p:attrName>
                                        </p:attrNameLst>
                                      </p:cBhvr>
                                      <p:to>
                                        <p:strVal val="bold"/>
                                      </p:to>
                                    </p:set>
                                  </p:childTnLst>
                                </p:cTn>
                              </p:par>
                              <p:par>
                                <p:cTn id="76" presetID="15" presetClass="emph" presetSubtype="0" nodeType="withEffect">
                                  <p:stCondLst>
                                    <p:cond delay="0"/>
                                  </p:stCondLst>
                                  <p:iterate type="lt">
                                    <p:tmAbs val="25"/>
                                  </p:iterate>
                                  <p:childTnLst>
                                    <p:set>
                                      <p:cBhvr override="childStyle">
                                        <p:cTn id="77" dur="indefinite"/>
                                        <p:tgtEl>
                                          <p:spTgt spid="18">
                                            <p:txEl>
                                              <p:pRg st="8" end="8"/>
                                            </p:txEl>
                                          </p:spTgt>
                                        </p:tgtEl>
                                        <p:attrNameLst>
                                          <p:attrName>style.fontWeight</p:attrName>
                                        </p:attrNameLst>
                                      </p:cBhvr>
                                      <p:to>
                                        <p:strVal val="bold"/>
                                      </p:to>
                                    </p:set>
                                  </p:childTnLst>
                                </p:cTn>
                              </p:par>
                              <p:par>
                                <p:cTn id="78" presetID="15" presetClass="emph" presetSubtype="0" nodeType="withEffect">
                                  <p:stCondLst>
                                    <p:cond delay="0"/>
                                  </p:stCondLst>
                                  <p:iterate type="lt">
                                    <p:tmAbs val="25"/>
                                  </p:iterate>
                                  <p:childTnLst>
                                    <p:set>
                                      <p:cBhvr override="childStyle">
                                        <p:cTn id="79" dur="indefinite"/>
                                        <p:tgtEl>
                                          <p:spTgt spid="5">
                                            <p:txEl>
                                              <p:pRg st="7" end="7"/>
                                            </p:txEl>
                                          </p:spTgt>
                                        </p:tgtEl>
                                        <p:attrNameLst>
                                          <p:attrName>style.fontWeight</p:attrName>
                                        </p:attrNameLst>
                                      </p:cBhvr>
                                      <p:to>
                                        <p:strVal val="bold"/>
                                      </p:to>
                                    </p:set>
                                  </p:childTnLst>
                                </p:cTn>
                              </p:par>
                              <p:par>
                                <p:cTn id="80" presetID="15" presetClass="emph" presetSubtype="0" nodeType="withEffect">
                                  <p:stCondLst>
                                    <p:cond delay="0"/>
                                  </p:stCondLst>
                                  <p:iterate type="lt">
                                    <p:tmAbs val="25"/>
                                  </p:iterate>
                                  <p:childTnLst>
                                    <p:set>
                                      <p:cBhvr override="childStyle">
                                        <p:cTn id="81" dur="indefinite"/>
                                        <p:tgtEl>
                                          <p:spTgt spid="5">
                                            <p:txEl>
                                              <p:pRg st="8" end="8"/>
                                            </p:txEl>
                                          </p:spTgt>
                                        </p:tgtEl>
                                        <p:attrNameLst>
                                          <p:attrName>style.fontWeight</p:attrName>
                                        </p:attrNameLst>
                                      </p:cBhvr>
                                      <p:to>
                                        <p:strVal val="bold"/>
                                      </p:to>
                                    </p:set>
                                  </p:childTnLst>
                                </p:cTn>
                              </p:par>
                              <p:par>
                                <p:cTn id="82" presetID="15" presetClass="emph" presetSubtype="0" nodeType="withEffect">
                                  <p:stCondLst>
                                    <p:cond delay="0"/>
                                  </p:stCondLst>
                                  <p:iterate type="lt">
                                    <p:tmAbs val="25"/>
                                  </p:iterate>
                                  <p:childTnLst>
                                    <p:set>
                                      <p:cBhvr override="childStyle">
                                        <p:cTn id="83" dur="indefinite"/>
                                        <p:tgtEl>
                                          <p:spTgt spid="5">
                                            <p:txEl>
                                              <p:pRg st="9" end="9"/>
                                            </p:txEl>
                                          </p:spTgt>
                                        </p:tgtEl>
                                        <p:attrNameLst>
                                          <p:attrName>style.fontWeight</p:attrName>
                                        </p:attrNameLst>
                                      </p:cBhvr>
                                      <p:to>
                                        <p:strVal val="bold"/>
                                      </p:to>
                                    </p:set>
                                  </p:childTnLst>
                                </p:cTn>
                              </p:par>
                              <p:par>
                                <p:cTn id="84" presetID="15" presetClass="emph" presetSubtype="0" nodeType="withEffect">
                                  <p:stCondLst>
                                    <p:cond delay="0"/>
                                  </p:stCondLst>
                                  <p:iterate type="lt">
                                    <p:tmAbs val="25"/>
                                  </p:iterate>
                                  <p:childTnLst>
                                    <p:set>
                                      <p:cBhvr override="childStyle">
                                        <p:cTn id="85" dur="indefinite"/>
                                        <p:tgtEl>
                                          <p:spTgt spid="5">
                                            <p:txEl>
                                              <p:pRg st="10" end="10"/>
                                            </p:txEl>
                                          </p:spTgt>
                                        </p:tgtEl>
                                        <p:attrNameLst>
                                          <p:attrName>style.fontWeight</p:attrName>
                                        </p:attrNameLst>
                                      </p:cBhvr>
                                      <p:to>
                                        <p:strVal val="bold"/>
                                      </p:to>
                                    </p:set>
                                  </p:childTnLst>
                                </p:cTn>
                              </p:par>
                              <p:par>
                                <p:cTn id="86" presetID="15" presetClass="emph" presetSubtype="0" nodeType="withEffect">
                                  <p:stCondLst>
                                    <p:cond delay="0"/>
                                  </p:stCondLst>
                                  <p:iterate type="lt">
                                    <p:tmAbs val="25"/>
                                  </p:iterate>
                                  <p:childTnLst>
                                    <p:set>
                                      <p:cBhvr override="childStyle">
                                        <p:cTn id="87" dur="indefinite"/>
                                        <p:tgtEl>
                                          <p:spTgt spid="14">
                                            <p:txEl>
                                              <p:pRg st="6" end="6"/>
                                            </p:txEl>
                                          </p:spTgt>
                                        </p:tgtEl>
                                        <p:attrNameLst>
                                          <p:attrName>style.fontWeight</p:attrName>
                                        </p:attrNameLst>
                                      </p:cBhvr>
                                      <p:to>
                                        <p:strVal val="bold"/>
                                      </p:to>
                                    </p:set>
                                  </p:childTnLst>
                                </p:cTn>
                              </p:par>
                              <p:par>
                                <p:cTn id="88" presetID="15" presetClass="emph" presetSubtype="0" nodeType="withEffect">
                                  <p:stCondLst>
                                    <p:cond delay="0"/>
                                  </p:stCondLst>
                                  <p:iterate type="lt">
                                    <p:tmAbs val="25"/>
                                  </p:iterate>
                                  <p:childTnLst>
                                    <p:set>
                                      <p:cBhvr override="childStyle">
                                        <p:cTn id="89" dur="indefinite"/>
                                        <p:tgtEl>
                                          <p:spTgt spid="14">
                                            <p:txEl>
                                              <p:pRg st="7" end="7"/>
                                            </p:txEl>
                                          </p:spTgt>
                                        </p:tgtEl>
                                        <p:attrNameLst>
                                          <p:attrName>style.fontWeight</p:attrName>
                                        </p:attrNameLst>
                                      </p:cBhvr>
                                      <p:to>
                                        <p:strVal val="bold"/>
                                      </p:to>
                                    </p:set>
                                  </p:childTnLst>
                                </p:cTn>
                              </p:par>
                              <p:par>
                                <p:cTn id="90" presetID="15" presetClass="emph" presetSubtype="0" nodeType="withEffect">
                                  <p:stCondLst>
                                    <p:cond delay="0"/>
                                  </p:stCondLst>
                                  <p:iterate type="lt">
                                    <p:tmAbs val="25"/>
                                  </p:iterate>
                                  <p:childTnLst>
                                    <p:set>
                                      <p:cBhvr override="childStyle">
                                        <p:cTn id="91" dur="indefinite"/>
                                        <p:tgtEl>
                                          <p:spTgt spid="14">
                                            <p:txEl>
                                              <p:pRg st="8" end="8"/>
                                            </p:txEl>
                                          </p:spTgt>
                                        </p:tgtEl>
                                        <p:attrNameLst>
                                          <p:attrName>style.fontWeight</p:attrName>
                                        </p:attrNameLst>
                                      </p:cBhvr>
                                      <p:to>
                                        <p:strVal val="bold"/>
                                      </p:to>
                                    </p:set>
                                  </p:childTnLst>
                                </p:cTn>
                              </p:par>
                              <p:par>
                                <p:cTn id="92" presetID="15" presetClass="emph" presetSubtype="0" nodeType="withEffect">
                                  <p:stCondLst>
                                    <p:cond delay="0"/>
                                  </p:stCondLst>
                                  <p:iterate type="lt">
                                    <p:tmAbs val="25"/>
                                  </p:iterate>
                                  <p:childTnLst>
                                    <p:set>
                                      <p:cBhvr override="childStyle">
                                        <p:cTn id="93" dur="indefinite"/>
                                        <p:tgtEl>
                                          <p:spTgt spid="12">
                                            <p:txEl>
                                              <p:pRg st="6" end="6"/>
                                            </p:txEl>
                                          </p:spTgt>
                                        </p:tgtEl>
                                        <p:attrNameLst>
                                          <p:attrName>style.fontWeight</p:attrName>
                                        </p:attrNameLst>
                                      </p:cBhvr>
                                      <p:to>
                                        <p:strVal val="bold"/>
                                      </p:to>
                                    </p:set>
                                  </p:childTnLst>
                                </p:cTn>
                              </p:par>
                              <p:par>
                                <p:cTn id="94" presetID="15" presetClass="emph" presetSubtype="0" nodeType="withEffect">
                                  <p:stCondLst>
                                    <p:cond delay="0"/>
                                  </p:stCondLst>
                                  <p:iterate type="lt">
                                    <p:tmAbs val="25"/>
                                  </p:iterate>
                                  <p:childTnLst>
                                    <p:set>
                                      <p:cBhvr override="childStyle">
                                        <p:cTn id="95" dur="indefinite"/>
                                        <p:tgtEl>
                                          <p:spTgt spid="12">
                                            <p:txEl>
                                              <p:pRg st="7" end="7"/>
                                            </p:txEl>
                                          </p:spTgt>
                                        </p:tgtEl>
                                        <p:attrNameLst>
                                          <p:attrName>style.fontWeight</p:attrName>
                                        </p:attrNameLst>
                                      </p:cBhvr>
                                      <p:to>
                                        <p:strVal val="bold"/>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
                                        </p:tgtEl>
                                        <p:attrNameLst>
                                          <p:attrName>style.visibility</p:attrName>
                                        </p:attrNameLst>
                                      </p:cBhvr>
                                      <p:to>
                                        <p:strVal val="visible"/>
                                      </p:to>
                                    </p:set>
                                  </p:childTnLst>
                                </p:cTn>
                              </p:par>
                              <p:par>
                                <p:cTn id="100" presetID="10" presetClass="entr" presetSubtype="0" fill="hold"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wipe(left)">
                                      <p:cBhvr>
                                        <p:cTn id="105" dur="500"/>
                                        <p:tgtEl>
                                          <p:spTgt spid="38"/>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wipe(down)">
                                      <p:cBhvr>
                                        <p:cTn id="110" dur="500"/>
                                        <p:tgtEl>
                                          <p:spTgt spid="2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down)">
                                      <p:cBhvr>
                                        <p:cTn id="115" dur="500"/>
                                        <p:tgtEl>
                                          <p:spTgt spid="1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grpId="0" nodeType="click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wipe(down)">
                                      <p:cBhvr>
                                        <p:cTn id="120" dur="500"/>
                                        <p:tgtEl>
                                          <p:spTgt spid="26"/>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2" grpId="0" animBg="1"/>
      <p:bldP spid="33" grpId="0" animBg="1"/>
      <p:bldP spid="34" grpId="0" animBg="1"/>
      <p:bldP spid="35" grpId="0" animBg="1"/>
      <p:bldP spid="17" grpId="0" animBg="1"/>
      <p:bldP spid="16" grpId="0" animBg="1"/>
      <p:bldP spid="18" grpId="0" animBg="1"/>
      <p:bldP spid="6" grpId="0" animBg="1"/>
      <p:bldP spid="7" grpId="0" animBg="1"/>
      <p:bldP spid="9" grpId="0" animBg="1"/>
      <p:bldP spid="12" grpId="0" animBg="1"/>
      <p:bldP spid="13" grpId="0" animBg="1"/>
      <p:bldP spid="14" grpId="0" animBg="1"/>
      <p:bldP spid="5" grpId="0" animBg="1"/>
      <p:bldP spid="3" grpId="0" animBg="1"/>
      <p:bldP spid="11" grpId="0" animBg="1"/>
      <p:bldP spid="26" grpId="0" animBg="1"/>
      <p:bldP spid="28" grpId="0" animBg="1"/>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631B876-91AB-73C4-01A4-A442E4157DD5}"/>
              </a:ext>
            </a:extLst>
          </p:cNvPr>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9245976" y="1152671"/>
            <a:ext cx="2634785" cy="2613528"/>
          </a:xfrm>
          <a:prstGeom prst="rect">
            <a:avLst/>
          </a:prstGeom>
        </p:spPr>
      </p:pic>
      <p:sp>
        <p:nvSpPr>
          <p:cNvPr id="90" name="Freeform: Shape 89">
            <a:extLst>
              <a:ext uri="{FF2B5EF4-FFF2-40B4-BE49-F238E27FC236}">
                <a16:creationId xmlns:a16="http://schemas.microsoft.com/office/drawing/2014/main" id="{1FCBD4CB-7AA5-DDED-00BB-6463CA03971B}"/>
              </a:ext>
            </a:extLst>
          </p:cNvPr>
          <p:cNvSpPr/>
          <p:nvPr/>
        </p:nvSpPr>
        <p:spPr bwMode="auto">
          <a:xfrm>
            <a:off x="3414924" y="2944586"/>
            <a:ext cx="5796643" cy="1992085"/>
          </a:xfrm>
          <a:custGeom>
            <a:avLst/>
            <a:gdLst>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 name="connsiteX0" fmla="*/ 0 w 5796643"/>
              <a:gd name="connsiteY0" fmla="*/ 1986643 h 1992085"/>
              <a:gd name="connsiteX1" fmla="*/ 152400 w 5796643"/>
              <a:gd name="connsiteY1" fmla="*/ 1992085 h 1992085"/>
              <a:gd name="connsiteX2" fmla="*/ 370114 w 5796643"/>
              <a:gd name="connsiteY2" fmla="*/ 1945821 h 1992085"/>
              <a:gd name="connsiteX3" fmla="*/ 457200 w 5796643"/>
              <a:gd name="connsiteY3" fmla="*/ 1885950 h 1992085"/>
              <a:gd name="connsiteX4" fmla="*/ 590550 w 5796643"/>
              <a:gd name="connsiteY4" fmla="*/ 1869621 h 1992085"/>
              <a:gd name="connsiteX5" fmla="*/ 770164 w 5796643"/>
              <a:gd name="connsiteY5" fmla="*/ 1807028 h 1992085"/>
              <a:gd name="connsiteX6" fmla="*/ 952500 w 5796643"/>
              <a:gd name="connsiteY6" fmla="*/ 1807028 h 1992085"/>
              <a:gd name="connsiteX7" fmla="*/ 1172936 w 5796643"/>
              <a:gd name="connsiteY7" fmla="*/ 1891393 h 1992085"/>
              <a:gd name="connsiteX8" fmla="*/ 1812471 w 5796643"/>
              <a:gd name="connsiteY8" fmla="*/ 1409700 h 1992085"/>
              <a:gd name="connsiteX9" fmla="*/ 1981200 w 5796643"/>
              <a:gd name="connsiteY9" fmla="*/ 1409700 h 1992085"/>
              <a:gd name="connsiteX10" fmla="*/ 2740479 w 5796643"/>
              <a:gd name="connsiteY10" fmla="*/ 889907 h 1992085"/>
              <a:gd name="connsiteX11" fmla="*/ 2920093 w 5796643"/>
              <a:gd name="connsiteY11" fmla="*/ 1047750 h 1992085"/>
              <a:gd name="connsiteX12" fmla="*/ 3543300 w 5796643"/>
              <a:gd name="connsiteY12" fmla="*/ 212271 h 1992085"/>
              <a:gd name="connsiteX13" fmla="*/ 4022271 w 5796643"/>
              <a:gd name="connsiteY13" fmla="*/ 212271 h 1992085"/>
              <a:gd name="connsiteX14" fmla="*/ 4177393 w 5796643"/>
              <a:gd name="connsiteY14" fmla="*/ 144235 h 1992085"/>
              <a:gd name="connsiteX15" fmla="*/ 4340679 w 5796643"/>
              <a:gd name="connsiteY15" fmla="*/ 231321 h 1992085"/>
              <a:gd name="connsiteX16" fmla="*/ 4566557 w 5796643"/>
              <a:gd name="connsiteY16" fmla="*/ 40821 h 1992085"/>
              <a:gd name="connsiteX17" fmla="*/ 4735286 w 5796643"/>
              <a:gd name="connsiteY17" fmla="*/ 40821 h 1992085"/>
              <a:gd name="connsiteX18" fmla="*/ 4895850 w 5796643"/>
              <a:gd name="connsiteY18" fmla="*/ 0 h 1992085"/>
              <a:gd name="connsiteX19" fmla="*/ 5026479 w 5796643"/>
              <a:gd name="connsiteY19" fmla="*/ 65314 h 1992085"/>
              <a:gd name="connsiteX20" fmla="*/ 5178879 w 5796643"/>
              <a:gd name="connsiteY20" fmla="*/ 2721 h 1992085"/>
              <a:gd name="connsiteX21" fmla="*/ 5287736 w 5796643"/>
              <a:gd name="connsiteY21" fmla="*/ 27214 h 1992085"/>
              <a:gd name="connsiteX22" fmla="*/ 5619750 w 5796643"/>
              <a:gd name="connsiteY22" fmla="*/ 0 h 1992085"/>
              <a:gd name="connsiteX23" fmla="*/ 5796643 w 5796643"/>
              <a:gd name="connsiteY23" fmla="*/ 0 h 199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6643" h="1992085">
                <a:moveTo>
                  <a:pt x="0" y="1986643"/>
                </a:moveTo>
                <a:lnTo>
                  <a:pt x="152400" y="1992085"/>
                </a:lnTo>
                <a:lnTo>
                  <a:pt x="370114" y="1945821"/>
                </a:lnTo>
                <a:lnTo>
                  <a:pt x="457200" y="1885950"/>
                </a:lnTo>
                <a:lnTo>
                  <a:pt x="590550" y="1869621"/>
                </a:lnTo>
                <a:lnTo>
                  <a:pt x="770164" y="1807028"/>
                </a:lnTo>
                <a:lnTo>
                  <a:pt x="952500" y="1807028"/>
                </a:lnTo>
                <a:cubicBezTo>
                  <a:pt x="1042648" y="1894681"/>
                  <a:pt x="1104219" y="1894227"/>
                  <a:pt x="1172936" y="1891393"/>
                </a:cubicBezTo>
                <a:lnTo>
                  <a:pt x="1812471" y="1409700"/>
                </a:lnTo>
                <a:lnTo>
                  <a:pt x="1981200" y="1409700"/>
                </a:lnTo>
                <a:lnTo>
                  <a:pt x="2740479" y="889907"/>
                </a:lnTo>
                <a:cubicBezTo>
                  <a:pt x="2795587" y="1018721"/>
                  <a:pt x="2850698" y="1035618"/>
                  <a:pt x="2920093" y="1047750"/>
                </a:cubicBezTo>
                <a:lnTo>
                  <a:pt x="3543300" y="212271"/>
                </a:lnTo>
                <a:lnTo>
                  <a:pt x="4022271" y="212271"/>
                </a:lnTo>
                <a:lnTo>
                  <a:pt x="4177393" y="144235"/>
                </a:lnTo>
                <a:cubicBezTo>
                  <a:pt x="4253253" y="208982"/>
                  <a:pt x="4288631" y="218961"/>
                  <a:pt x="4340679" y="231321"/>
                </a:cubicBezTo>
                <a:lnTo>
                  <a:pt x="4566557" y="40821"/>
                </a:lnTo>
                <a:lnTo>
                  <a:pt x="4735286" y="40821"/>
                </a:lnTo>
                <a:lnTo>
                  <a:pt x="4895850" y="0"/>
                </a:lnTo>
                <a:cubicBezTo>
                  <a:pt x="4941775" y="40821"/>
                  <a:pt x="4982936" y="57830"/>
                  <a:pt x="5026479" y="65314"/>
                </a:cubicBezTo>
                <a:lnTo>
                  <a:pt x="5178879" y="2721"/>
                </a:lnTo>
                <a:cubicBezTo>
                  <a:pt x="5224690" y="18029"/>
                  <a:pt x="5256213" y="26193"/>
                  <a:pt x="5287736" y="27214"/>
                </a:cubicBezTo>
                <a:lnTo>
                  <a:pt x="5619750" y="0"/>
                </a:lnTo>
                <a:lnTo>
                  <a:pt x="5796643" y="0"/>
                </a:lnTo>
              </a:path>
            </a:pathLst>
          </a:custGeom>
          <a:noFill/>
          <a:ln w="38100" cap="flat" cmpd="sng" algn="ctr">
            <a:gradFill>
              <a:gsLst>
                <a:gs pos="46000">
                  <a:schemeClr val="tx2">
                    <a:lumMod val="50000"/>
                    <a:lumOff val="50000"/>
                  </a:schemeClr>
                </a:gs>
                <a:gs pos="0">
                  <a:schemeClr val="tx2">
                    <a:lumMod val="50000"/>
                    <a:lumOff val="50000"/>
                  </a:schemeClr>
                </a:gs>
                <a:gs pos="84000">
                  <a:srgbClr val="640000"/>
                </a:gs>
              </a:gsLst>
              <a:lin ang="5400000" scaled="1"/>
            </a:gradFill>
            <a:prstDash val="solid"/>
            <a:round/>
            <a:headEnd type="none"/>
            <a:tailEnd type="arrow" w="sm" len="sm"/>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06" name="Rectangle 105">
            <a:extLst>
              <a:ext uri="{FF2B5EF4-FFF2-40B4-BE49-F238E27FC236}">
                <a16:creationId xmlns:a16="http://schemas.microsoft.com/office/drawing/2014/main" id="{DC786099-0E31-38C2-1A3F-181A339468BD}"/>
              </a:ext>
            </a:extLst>
          </p:cNvPr>
          <p:cNvSpPr/>
          <p:nvPr/>
        </p:nvSpPr>
        <p:spPr bwMode="auto">
          <a:xfrm>
            <a:off x="4361422" y="2751550"/>
            <a:ext cx="223381"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05" name="Rectangle 104">
            <a:extLst>
              <a:ext uri="{FF2B5EF4-FFF2-40B4-BE49-F238E27FC236}">
                <a16:creationId xmlns:a16="http://schemas.microsoft.com/office/drawing/2014/main" id="{1FFE6418-9333-4921-FA28-E6801B0BF81B}"/>
              </a:ext>
            </a:extLst>
          </p:cNvPr>
          <p:cNvSpPr/>
          <p:nvPr/>
        </p:nvSpPr>
        <p:spPr bwMode="auto">
          <a:xfrm>
            <a:off x="3463723" y="2749463"/>
            <a:ext cx="901874"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07" name="Rectangle 106">
            <a:extLst>
              <a:ext uri="{FF2B5EF4-FFF2-40B4-BE49-F238E27FC236}">
                <a16:creationId xmlns:a16="http://schemas.microsoft.com/office/drawing/2014/main" id="{49B3C82B-5D1D-0828-AC25-2FFF8070152B}"/>
              </a:ext>
            </a:extLst>
          </p:cNvPr>
          <p:cNvSpPr/>
          <p:nvPr/>
        </p:nvSpPr>
        <p:spPr bwMode="auto">
          <a:xfrm>
            <a:off x="4576452" y="2747375"/>
            <a:ext cx="816280"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08" name="Rectangle 107">
            <a:extLst>
              <a:ext uri="{FF2B5EF4-FFF2-40B4-BE49-F238E27FC236}">
                <a16:creationId xmlns:a16="http://schemas.microsoft.com/office/drawing/2014/main" id="{DE268481-277E-B95B-4163-F3A360D64CB8}"/>
              </a:ext>
            </a:extLst>
          </p:cNvPr>
          <p:cNvSpPr/>
          <p:nvPr/>
        </p:nvSpPr>
        <p:spPr bwMode="auto">
          <a:xfrm>
            <a:off x="5386468" y="2749462"/>
            <a:ext cx="757825"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09" name="Rectangle 108">
            <a:extLst>
              <a:ext uri="{FF2B5EF4-FFF2-40B4-BE49-F238E27FC236}">
                <a16:creationId xmlns:a16="http://schemas.microsoft.com/office/drawing/2014/main" id="{6F40F235-1CF3-A029-85A2-DA8B8498E301}"/>
              </a:ext>
            </a:extLst>
          </p:cNvPr>
          <p:cNvSpPr/>
          <p:nvPr/>
        </p:nvSpPr>
        <p:spPr bwMode="auto">
          <a:xfrm>
            <a:off x="6136782" y="2747374"/>
            <a:ext cx="183997"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7" name="Rectangle 6">
            <a:extLst>
              <a:ext uri="{FF2B5EF4-FFF2-40B4-BE49-F238E27FC236}">
                <a16:creationId xmlns:a16="http://schemas.microsoft.com/office/drawing/2014/main" id="{421828AA-7E32-9782-A7C3-BBD435E7DD44}"/>
              </a:ext>
            </a:extLst>
          </p:cNvPr>
          <p:cNvSpPr/>
          <p:nvPr/>
        </p:nvSpPr>
        <p:spPr bwMode="auto">
          <a:xfrm>
            <a:off x="6314084" y="2749461"/>
            <a:ext cx="1181420"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9" name="Rectangle 8">
            <a:extLst>
              <a:ext uri="{FF2B5EF4-FFF2-40B4-BE49-F238E27FC236}">
                <a16:creationId xmlns:a16="http://schemas.microsoft.com/office/drawing/2014/main" id="{651456B5-7D88-559C-141E-B83232FB9CF9}"/>
              </a:ext>
            </a:extLst>
          </p:cNvPr>
          <p:cNvSpPr/>
          <p:nvPr/>
        </p:nvSpPr>
        <p:spPr bwMode="auto">
          <a:xfrm>
            <a:off x="7418231" y="2751549"/>
            <a:ext cx="1815921" cy="2724411"/>
          </a:xfrm>
          <a:prstGeom prst="rect">
            <a:avLst/>
          </a:prstGeom>
          <a:solidFill>
            <a:schemeClr val="bg1"/>
          </a:soli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cxnSp>
        <p:nvCxnSpPr>
          <p:cNvPr id="93" name="Straight Arrow Connector 92">
            <a:extLst>
              <a:ext uri="{FF2B5EF4-FFF2-40B4-BE49-F238E27FC236}">
                <a16:creationId xmlns:a16="http://schemas.microsoft.com/office/drawing/2014/main" id="{6DB5A930-6856-CD05-8576-41CC35B6083B}"/>
              </a:ext>
            </a:extLst>
          </p:cNvPr>
          <p:cNvCxnSpPr>
            <a:cxnSpLocks/>
          </p:cNvCxnSpPr>
          <p:nvPr/>
        </p:nvCxnSpPr>
        <p:spPr bwMode="auto">
          <a:xfrm flipV="1">
            <a:off x="3657877" y="4959300"/>
            <a:ext cx="1901" cy="45720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95" name="Straight Arrow Connector 94">
            <a:extLst>
              <a:ext uri="{FF2B5EF4-FFF2-40B4-BE49-F238E27FC236}">
                <a16:creationId xmlns:a16="http://schemas.microsoft.com/office/drawing/2014/main" id="{77A5DBD4-6B7E-75E1-6281-4F02FC787FAE}"/>
              </a:ext>
            </a:extLst>
          </p:cNvPr>
          <p:cNvCxnSpPr>
            <a:cxnSpLocks/>
          </p:cNvCxnSpPr>
          <p:nvPr/>
        </p:nvCxnSpPr>
        <p:spPr bwMode="auto">
          <a:xfrm flipV="1">
            <a:off x="3847855" y="4905020"/>
            <a:ext cx="1901" cy="45720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96" name="Straight Arrow Connector 95">
            <a:extLst>
              <a:ext uri="{FF2B5EF4-FFF2-40B4-BE49-F238E27FC236}">
                <a16:creationId xmlns:a16="http://schemas.microsoft.com/office/drawing/2014/main" id="{8718528A-575C-87BF-B9B9-1A6BE72125C3}"/>
              </a:ext>
            </a:extLst>
          </p:cNvPr>
          <p:cNvCxnSpPr>
            <a:cxnSpLocks/>
          </p:cNvCxnSpPr>
          <p:nvPr/>
        </p:nvCxnSpPr>
        <p:spPr bwMode="auto">
          <a:xfrm flipV="1">
            <a:off x="4087938" y="4825689"/>
            <a:ext cx="1901" cy="54864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97" name="Straight Arrow Connector 96">
            <a:extLst>
              <a:ext uri="{FF2B5EF4-FFF2-40B4-BE49-F238E27FC236}">
                <a16:creationId xmlns:a16="http://schemas.microsoft.com/office/drawing/2014/main" id="{EF8C13CE-86FB-0D42-9FAC-40BAA56BF896}"/>
              </a:ext>
            </a:extLst>
          </p:cNvPr>
          <p:cNvCxnSpPr>
            <a:cxnSpLocks/>
          </p:cNvCxnSpPr>
          <p:nvPr/>
        </p:nvCxnSpPr>
        <p:spPr bwMode="auto">
          <a:xfrm flipV="1">
            <a:off x="4891691" y="4639886"/>
            <a:ext cx="1901" cy="73152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98" name="Straight Arrow Connector 97">
            <a:extLst>
              <a:ext uri="{FF2B5EF4-FFF2-40B4-BE49-F238E27FC236}">
                <a16:creationId xmlns:a16="http://schemas.microsoft.com/office/drawing/2014/main" id="{F5A6CABB-7823-D67A-2EC0-D45F2BF382D7}"/>
              </a:ext>
            </a:extLst>
          </p:cNvPr>
          <p:cNvCxnSpPr>
            <a:cxnSpLocks/>
          </p:cNvCxnSpPr>
          <p:nvPr/>
        </p:nvCxnSpPr>
        <p:spPr bwMode="auto">
          <a:xfrm flipV="1">
            <a:off x="5814441" y="4103355"/>
            <a:ext cx="1901" cy="128016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99" name="Straight Arrow Connector 98">
            <a:extLst>
              <a:ext uri="{FF2B5EF4-FFF2-40B4-BE49-F238E27FC236}">
                <a16:creationId xmlns:a16="http://schemas.microsoft.com/office/drawing/2014/main" id="{BDBBCDBC-7B3F-5FB1-F6FB-CA593C69E5DA}"/>
              </a:ext>
            </a:extLst>
          </p:cNvPr>
          <p:cNvCxnSpPr>
            <a:cxnSpLocks/>
          </p:cNvCxnSpPr>
          <p:nvPr/>
        </p:nvCxnSpPr>
        <p:spPr bwMode="auto">
          <a:xfrm flipV="1">
            <a:off x="6662035" y="3598138"/>
            <a:ext cx="1901" cy="182880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100" name="Straight Arrow Connector 99">
            <a:extLst>
              <a:ext uri="{FF2B5EF4-FFF2-40B4-BE49-F238E27FC236}">
                <a16:creationId xmlns:a16="http://schemas.microsoft.com/office/drawing/2014/main" id="{066DC461-DB19-2539-E5B4-2748DD8FC607}"/>
              </a:ext>
            </a:extLst>
          </p:cNvPr>
          <p:cNvCxnSpPr>
            <a:cxnSpLocks/>
          </p:cNvCxnSpPr>
          <p:nvPr/>
        </p:nvCxnSpPr>
        <p:spPr bwMode="auto">
          <a:xfrm flipV="1">
            <a:off x="7540944" y="3143025"/>
            <a:ext cx="1901" cy="228600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101" name="Straight Arrow Connector 100">
            <a:extLst>
              <a:ext uri="{FF2B5EF4-FFF2-40B4-BE49-F238E27FC236}">
                <a16:creationId xmlns:a16="http://schemas.microsoft.com/office/drawing/2014/main" id="{E6782D76-9FD4-2584-E0A7-9410B764CF3A}"/>
              </a:ext>
            </a:extLst>
          </p:cNvPr>
          <p:cNvCxnSpPr>
            <a:cxnSpLocks/>
          </p:cNvCxnSpPr>
          <p:nvPr/>
        </p:nvCxnSpPr>
        <p:spPr bwMode="auto">
          <a:xfrm flipV="1">
            <a:off x="7906286" y="3101272"/>
            <a:ext cx="1901" cy="228600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102" name="Straight Arrow Connector 101">
            <a:extLst>
              <a:ext uri="{FF2B5EF4-FFF2-40B4-BE49-F238E27FC236}">
                <a16:creationId xmlns:a16="http://schemas.microsoft.com/office/drawing/2014/main" id="{779BA3F5-B107-913C-4D2E-81756EB878D0}"/>
              </a:ext>
            </a:extLst>
          </p:cNvPr>
          <p:cNvCxnSpPr>
            <a:cxnSpLocks/>
          </p:cNvCxnSpPr>
          <p:nvPr/>
        </p:nvCxnSpPr>
        <p:spPr bwMode="auto">
          <a:xfrm flipV="1">
            <a:off x="8246577" y="2990625"/>
            <a:ext cx="1901" cy="237744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cxnSp>
        <p:nvCxnSpPr>
          <p:cNvPr id="103" name="Straight Arrow Connector 102">
            <a:extLst>
              <a:ext uri="{FF2B5EF4-FFF2-40B4-BE49-F238E27FC236}">
                <a16:creationId xmlns:a16="http://schemas.microsoft.com/office/drawing/2014/main" id="{9BC78BD8-E508-FED1-B1FD-23996FE3A0C2}"/>
              </a:ext>
            </a:extLst>
          </p:cNvPr>
          <p:cNvCxnSpPr>
            <a:cxnSpLocks/>
          </p:cNvCxnSpPr>
          <p:nvPr/>
        </p:nvCxnSpPr>
        <p:spPr bwMode="auto">
          <a:xfrm flipV="1">
            <a:off x="8530500" y="3005239"/>
            <a:ext cx="1901" cy="2377440"/>
          </a:xfrm>
          <a:prstGeom prst="straightConnector1">
            <a:avLst/>
          </a:prstGeom>
          <a:solidFill>
            <a:schemeClr val="accent1"/>
          </a:solidFill>
          <a:ln w="12700" cap="rnd" cmpd="sng" algn="ctr">
            <a:solidFill>
              <a:schemeClr val="bg2"/>
            </a:solidFill>
            <a:prstDash val="solid"/>
            <a:round/>
            <a:headEnd type="none" w="med" len="med"/>
            <a:tailEnd type="arrow" w="sm" len="sm"/>
          </a:ln>
          <a:effectLst/>
        </p:spPr>
      </p:cxnSp>
      <p:sp>
        <p:nvSpPr>
          <p:cNvPr id="6" name="Parallelogram 5">
            <a:extLst>
              <a:ext uri="{FF2B5EF4-FFF2-40B4-BE49-F238E27FC236}">
                <a16:creationId xmlns:a16="http://schemas.microsoft.com/office/drawing/2014/main" id="{9CF69195-A229-DF0E-9604-3C0195A1A596}"/>
              </a:ext>
            </a:extLst>
          </p:cNvPr>
          <p:cNvSpPr/>
          <p:nvPr/>
        </p:nvSpPr>
        <p:spPr bwMode="auto">
          <a:xfrm>
            <a:off x="175644" y="5392455"/>
            <a:ext cx="8839568" cy="989556"/>
          </a:xfrm>
          <a:custGeom>
            <a:avLst/>
            <a:gdLst>
              <a:gd name="connsiteX0" fmla="*/ 0 w 9212893"/>
              <a:gd name="connsiteY0" fmla="*/ 1741118 h 1741118"/>
              <a:gd name="connsiteX1" fmla="*/ 2909164 w 9212893"/>
              <a:gd name="connsiteY1" fmla="*/ 0 h 1741118"/>
              <a:gd name="connsiteX2" fmla="*/ 9212893 w 9212893"/>
              <a:gd name="connsiteY2" fmla="*/ 0 h 1741118"/>
              <a:gd name="connsiteX3" fmla="*/ 6303729 w 9212893"/>
              <a:gd name="connsiteY3" fmla="*/ 1741118 h 1741118"/>
              <a:gd name="connsiteX4" fmla="*/ 0 w 9212893"/>
              <a:gd name="connsiteY4" fmla="*/ 1741118 h 1741118"/>
              <a:gd name="connsiteX0" fmla="*/ 0 w 9212893"/>
              <a:gd name="connsiteY0" fmla="*/ 1741118 h 1741118"/>
              <a:gd name="connsiteX1" fmla="*/ 2909164 w 9212893"/>
              <a:gd name="connsiteY1" fmla="*/ 0 h 1741118"/>
              <a:gd name="connsiteX2" fmla="*/ 9212893 w 9212893"/>
              <a:gd name="connsiteY2" fmla="*/ 0 h 1741118"/>
              <a:gd name="connsiteX3" fmla="*/ 8483258 w 9212893"/>
              <a:gd name="connsiteY3" fmla="*/ 1741118 h 1741118"/>
              <a:gd name="connsiteX4" fmla="*/ 0 w 9212893"/>
              <a:gd name="connsiteY4" fmla="*/ 1741118 h 17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2893" h="1741118">
                <a:moveTo>
                  <a:pt x="0" y="1741118"/>
                </a:moveTo>
                <a:lnTo>
                  <a:pt x="2909164" y="0"/>
                </a:lnTo>
                <a:lnTo>
                  <a:pt x="9212893" y="0"/>
                </a:lnTo>
                <a:lnTo>
                  <a:pt x="8483258" y="1741118"/>
                </a:lnTo>
                <a:lnTo>
                  <a:pt x="0" y="1741118"/>
                </a:lnTo>
                <a:close/>
              </a:path>
            </a:pathLst>
          </a:custGeom>
          <a:gradFill>
            <a:gsLst>
              <a:gs pos="35000">
                <a:schemeClr val="tx1">
                  <a:alpha val="40000"/>
                </a:schemeClr>
              </a:gs>
              <a:gs pos="70000">
                <a:srgbClr val="00B050">
                  <a:alpha val="40000"/>
                </a:srgbClr>
              </a:gs>
            </a:gsLst>
            <a:lin ang="5400000" scaled="1"/>
          </a:gradFill>
          <a:ln w="31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63" name="Arrow: Left 7">
            <a:extLst>
              <a:ext uri="{FF2B5EF4-FFF2-40B4-BE49-F238E27FC236}">
                <a16:creationId xmlns:a16="http://schemas.microsoft.com/office/drawing/2014/main" id="{5AB15ADD-2AA1-B51A-7AA4-9E124EBA59B1}"/>
              </a:ext>
            </a:extLst>
          </p:cNvPr>
          <p:cNvSpPr/>
          <p:nvPr/>
        </p:nvSpPr>
        <p:spPr bwMode="auto">
          <a:xfrm rot="19200811">
            <a:off x="6901075" y="5041492"/>
            <a:ext cx="1787096" cy="1134332"/>
          </a:xfrm>
          <a:custGeom>
            <a:avLst/>
            <a:gdLst>
              <a:gd name="connsiteX0" fmla="*/ 0 w 1634647"/>
              <a:gd name="connsiteY0" fmla="*/ 300625 h 601249"/>
              <a:gd name="connsiteX1" fmla="*/ 574662 w 1634647"/>
              <a:gd name="connsiteY1" fmla="*/ 0 h 601249"/>
              <a:gd name="connsiteX2" fmla="*/ 574662 w 1634647"/>
              <a:gd name="connsiteY2" fmla="*/ 150312 h 601249"/>
              <a:gd name="connsiteX3" fmla="*/ 1634647 w 1634647"/>
              <a:gd name="connsiteY3" fmla="*/ 150312 h 601249"/>
              <a:gd name="connsiteX4" fmla="*/ 1634647 w 1634647"/>
              <a:gd name="connsiteY4" fmla="*/ 450937 h 601249"/>
              <a:gd name="connsiteX5" fmla="*/ 574662 w 1634647"/>
              <a:gd name="connsiteY5" fmla="*/ 450937 h 601249"/>
              <a:gd name="connsiteX6" fmla="*/ 574662 w 1634647"/>
              <a:gd name="connsiteY6" fmla="*/ 601249 h 601249"/>
              <a:gd name="connsiteX7" fmla="*/ 0 w 1634647"/>
              <a:gd name="connsiteY7" fmla="*/ 300625 h 601249"/>
              <a:gd name="connsiteX0" fmla="*/ 0 w 1672958"/>
              <a:gd name="connsiteY0" fmla="*/ 300625 h 601249"/>
              <a:gd name="connsiteX1" fmla="*/ 574662 w 1672958"/>
              <a:gd name="connsiteY1" fmla="*/ 0 h 601249"/>
              <a:gd name="connsiteX2" fmla="*/ 574662 w 1672958"/>
              <a:gd name="connsiteY2" fmla="*/ 150312 h 601249"/>
              <a:gd name="connsiteX3" fmla="*/ 1672958 w 1672958"/>
              <a:gd name="connsiteY3" fmla="*/ 169679 h 601249"/>
              <a:gd name="connsiteX4" fmla="*/ 1634647 w 1672958"/>
              <a:gd name="connsiteY4" fmla="*/ 450937 h 601249"/>
              <a:gd name="connsiteX5" fmla="*/ 574662 w 1672958"/>
              <a:gd name="connsiteY5" fmla="*/ 450937 h 601249"/>
              <a:gd name="connsiteX6" fmla="*/ 574662 w 1672958"/>
              <a:gd name="connsiteY6" fmla="*/ 601249 h 601249"/>
              <a:gd name="connsiteX7" fmla="*/ 0 w 1672958"/>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574662 w 2259270"/>
              <a:gd name="connsiteY5" fmla="*/ 450937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898 w 2259270"/>
              <a:gd name="connsiteY2" fmla="*/ 137284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63194 w 2322464"/>
              <a:gd name="connsiteY0" fmla="*/ 221088 h 521712"/>
              <a:gd name="connsiteX1" fmla="*/ 0 w 2322464"/>
              <a:gd name="connsiteY1" fmla="*/ 0 h 521712"/>
              <a:gd name="connsiteX2" fmla="*/ 121092 w 2322464"/>
              <a:gd name="connsiteY2" fmla="*/ 57747 h 521712"/>
              <a:gd name="connsiteX3" fmla="*/ 1736152 w 2322464"/>
              <a:gd name="connsiteY3" fmla="*/ 90142 h 521712"/>
              <a:gd name="connsiteX4" fmla="*/ 2322464 w 2322464"/>
              <a:gd name="connsiteY4" fmla="*/ 345856 h 521712"/>
              <a:gd name="connsiteX5" fmla="*/ 836109 w 2322464"/>
              <a:gd name="connsiteY5" fmla="*/ 369792 h 521712"/>
              <a:gd name="connsiteX6" fmla="*/ 637856 w 2322464"/>
              <a:gd name="connsiteY6" fmla="*/ 521712 h 521712"/>
              <a:gd name="connsiteX7" fmla="*/ 63194 w 2322464"/>
              <a:gd name="connsiteY7" fmla="*/ 221088 h 521712"/>
              <a:gd name="connsiteX0" fmla="*/ 63194 w 2322464"/>
              <a:gd name="connsiteY0" fmla="*/ 221088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63194 w 2322464"/>
              <a:gd name="connsiteY7" fmla="*/ 221088 h 454684"/>
              <a:gd name="connsiteX0" fmla="*/ 0 w 2435297"/>
              <a:gd name="connsiteY0" fmla="*/ 219426 h 454684"/>
              <a:gd name="connsiteX1" fmla="*/ 112833 w 2435297"/>
              <a:gd name="connsiteY1" fmla="*/ 0 h 454684"/>
              <a:gd name="connsiteX2" fmla="*/ 233925 w 2435297"/>
              <a:gd name="connsiteY2" fmla="*/ 57747 h 454684"/>
              <a:gd name="connsiteX3" fmla="*/ 1848985 w 2435297"/>
              <a:gd name="connsiteY3" fmla="*/ 90142 h 454684"/>
              <a:gd name="connsiteX4" fmla="*/ 2435297 w 2435297"/>
              <a:gd name="connsiteY4" fmla="*/ 345856 h 454684"/>
              <a:gd name="connsiteX5" fmla="*/ 948942 w 2435297"/>
              <a:gd name="connsiteY5" fmla="*/ 369792 h 454684"/>
              <a:gd name="connsiteX6" fmla="*/ 1143932 w 2435297"/>
              <a:gd name="connsiteY6" fmla="*/ 454684 h 454684"/>
              <a:gd name="connsiteX7" fmla="*/ 0 w 2435297"/>
              <a:gd name="connsiteY7" fmla="*/ 219426 h 454684"/>
              <a:gd name="connsiteX0" fmla="*/ 136687 w 2322464"/>
              <a:gd name="connsiteY0" fmla="*/ 219461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136687 w 2322464"/>
              <a:gd name="connsiteY0" fmla="*/ 219461 h 454684"/>
              <a:gd name="connsiteX1" fmla="*/ 0 w 2322464"/>
              <a:gd name="connsiteY1" fmla="*/ 0 h 454684"/>
              <a:gd name="connsiteX2" fmla="*/ 440287 w 2322464"/>
              <a:gd name="connsiteY2" fmla="*/ 64882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995575 w 2185777"/>
              <a:gd name="connsiteY5" fmla="*/ 358746 h 449186"/>
              <a:gd name="connsiteX6" fmla="*/ 894412 w 2185777"/>
              <a:gd name="connsiteY6" fmla="*/ 449186 h 449186"/>
              <a:gd name="connsiteX7" fmla="*/ 0 w 2185777"/>
              <a:gd name="connsiteY7" fmla="*/ 213963 h 449186"/>
              <a:gd name="connsiteX0" fmla="*/ 0 w 2185777"/>
              <a:gd name="connsiteY0" fmla="*/ 213963 h 428633"/>
              <a:gd name="connsiteX1" fmla="*/ 172826 w 2185777"/>
              <a:gd name="connsiteY1" fmla="*/ 0 h 428633"/>
              <a:gd name="connsiteX2" fmla="*/ 303600 w 2185777"/>
              <a:gd name="connsiteY2" fmla="*/ 59384 h 428633"/>
              <a:gd name="connsiteX3" fmla="*/ 1599465 w 2185777"/>
              <a:gd name="connsiteY3" fmla="*/ 84644 h 428633"/>
              <a:gd name="connsiteX4" fmla="*/ 2185777 w 2185777"/>
              <a:gd name="connsiteY4" fmla="*/ 340358 h 428633"/>
              <a:gd name="connsiteX5" fmla="*/ 995575 w 2185777"/>
              <a:gd name="connsiteY5" fmla="*/ 358746 h 428633"/>
              <a:gd name="connsiteX6" fmla="*/ 1150344 w 2185777"/>
              <a:gd name="connsiteY6" fmla="*/ 428633 h 428633"/>
              <a:gd name="connsiteX7" fmla="*/ 0 w 2185777"/>
              <a:gd name="connsiteY7" fmla="*/ 213963 h 428633"/>
              <a:gd name="connsiteX0" fmla="*/ 0 w 2020658"/>
              <a:gd name="connsiteY0" fmla="*/ 210850 h 428633"/>
              <a:gd name="connsiteX1" fmla="*/ 7707 w 2020658"/>
              <a:gd name="connsiteY1" fmla="*/ 0 h 428633"/>
              <a:gd name="connsiteX2" fmla="*/ 138481 w 2020658"/>
              <a:gd name="connsiteY2" fmla="*/ 59384 h 428633"/>
              <a:gd name="connsiteX3" fmla="*/ 1434346 w 2020658"/>
              <a:gd name="connsiteY3" fmla="*/ 84644 h 428633"/>
              <a:gd name="connsiteX4" fmla="*/ 2020658 w 2020658"/>
              <a:gd name="connsiteY4" fmla="*/ 340358 h 428633"/>
              <a:gd name="connsiteX5" fmla="*/ 830456 w 2020658"/>
              <a:gd name="connsiteY5" fmla="*/ 358746 h 428633"/>
              <a:gd name="connsiteX6" fmla="*/ 985225 w 2020658"/>
              <a:gd name="connsiteY6" fmla="*/ 428633 h 428633"/>
              <a:gd name="connsiteX7" fmla="*/ 0 w 2020658"/>
              <a:gd name="connsiteY7" fmla="*/ 210850 h 428633"/>
              <a:gd name="connsiteX0" fmla="*/ 0 w 2378986"/>
              <a:gd name="connsiteY0" fmla="*/ 209980 h 428633"/>
              <a:gd name="connsiteX1" fmla="*/ 366035 w 2378986"/>
              <a:gd name="connsiteY1" fmla="*/ 0 h 428633"/>
              <a:gd name="connsiteX2" fmla="*/ 496809 w 2378986"/>
              <a:gd name="connsiteY2" fmla="*/ 59384 h 428633"/>
              <a:gd name="connsiteX3" fmla="*/ 1792674 w 2378986"/>
              <a:gd name="connsiteY3" fmla="*/ 84644 h 428633"/>
              <a:gd name="connsiteX4" fmla="*/ 2378986 w 2378986"/>
              <a:gd name="connsiteY4" fmla="*/ 340358 h 428633"/>
              <a:gd name="connsiteX5" fmla="*/ 1188784 w 2378986"/>
              <a:gd name="connsiteY5" fmla="*/ 358746 h 428633"/>
              <a:gd name="connsiteX6" fmla="*/ 1343553 w 2378986"/>
              <a:gd name="connsiteY6" fmla="*/ 428633 h 428633"/>
              <a:gd name="connsiteX7" fmla="*/ 0 w 2378986"/>
              <a:gd name="connsiteY7" fmla="*/ 209980 h 428633"/>
              <a:gd name="connsiteX0" fmla="*/ 0 w 2176099"/>
              <a:gd name="connsiteY0" fmla="*/ 215599 h 428633"/>
              <a:gd name="connsiteX1" fmla="*/ 163148 w 2176099"/>
              <a:gd name="connsiteY1" fmla="*/ 0 h 428633"/>
              <a:gd name="connsiteX2" fmla="*/ 293922 w 2176099"/>
              <a:gd name="connsiteY2" fmla="*/ 59384 h 428633"/>
              <a:gd name="connsiteX3" fmla="*/ 1589787 w 2176099"/>
              <a:gd name="connsiteY3" fmla="*/ 84644 h 428633"/>
              <a:gd name="connsiteX4" fmla="*/ 2176099 w 2176099"/>
              <a:gd name="connsiteY4" fmla="*/ 340358 h 428633"/>
              <a:gd name="connsiteX5" fmla="*/ 985897 w 2176099"/>
              <a:gd name="connsiteY5" fmla="*/ 358746 h 428633"/>
              <a:gd name="connsiteX6" fmla="*/ 1140666 w 2176099"/>
              <a:gd name="connsiteY6" fmla="*/ 428633 h 428633"/>
              <a:gd name="connsiteX7" fmla="*/ 0 w 2176099"/>
              <a:gd name="connsiteY7" fmla="*/ 215599 h 428633"/>
              <a:gd name="connsiteX0" fmla="*/ 0 w 2092926"/>
              <a:gd name="connsiteY0" fmla="*/ 215611 h 428633"/>
              <a:gd name="connsiteX1" fmla="*/ 79975 w 2092926"/>
              <a:gd name="connsiteY1" fmla="*/ 0 h 428633"/>
              <a:gd name="connsiteX2" fmla="*/ 210749 w 2092926"/>
              <a:gd name="connsiteY2" fmla="*/ 59384 h 428633"/>
              <a:gd name="connsiteX3" fmla="*/ 1506614 w 2092926"/>
              <a:gd name="connsiteY3" fmla="*/ 84644 h 428633"/>
              <a:gd name="connsiteX4" fmla="*/ 2092926 w 2092926"/>
              <a:gd name="connsiteY4" fmla="*/ 340358 h 428633"/>
              <a:gd name="connsiteX5" fmla="*/ 902724 w 2092926"/>
              <a:gd name="connsiteY5" fmla="*/ 358746 h 428633"/>
              <a:gd name="connsiteX6" fmla="*/ 1057493 w 2092926"/>
              <a:gd name="connsiteY6" fmla="*/ 428633 h 428633"/>
              <a:gd name="connsiteX7" fmla="*/ 0 w 2092926"/>
              <a:gd name="connsiteY7" fmla="*/ 215611 h 428633"/>
              <a:gd name="connsiteX0" fmla="*/ 0 w 2092926"/>
              <a:gd name="connsiteY0" fmla="*/ 215611 h 418813"/>
              <a:gd name="connsiteX1" fmla="*/ 79975 w 2092926"/>
              <a:gd name="connsiteY1" fmla="*/ 0 h 418813"/>
              <a:gd name="connsiteX2" fmla="*/ 210749 w 2092926"/>
              <a:gd name="connsiteY2" fmla="*/ 59384 h 418813"/>
              <a:gd name="connsiteX3" fmla="*/ 1506614 w 2092926"/>
              <a:gd name="connsiteY3" fmla="*/ 84644 h 418813"/>
              <a:gd name="connsiteX4" fmla="*/ 2092926 w 2092926"/>
              <a:gd name="connsiteY4" fmla="*/ 340358 h 418813"/>
              <a:gd name="connsiteX5" fmla="*/ 902724 w 2092926"/>
              <a:gd name="connsiteY5" fmla="*/ 358746 h 418813"/>
              <a:gd name="connsiteX6" fmla="*/ 1040995 w 2092926"/>
              <a:gd name="connsiteY6" fmla="*/ 418813 h 418813"/>
              <a:gd name="connsiteX7" fmla="*/ 0 w 2092926"/>
              <a:gd name="connsiteY7" fmla="*/ 215611 h 418813"/>
              <a:gd name="connsiteX0" fmla="*/ 0 w 2092926"/>
              <a:gd name="connsiteY0" fmla="*/ 215611 h 417858"/>
              <a:gd name="connsiteX1" fmla="*/ 79975 w 2092926"/>
              <a:gd name="connsiteY1" fmla="*/ 0 h 417858"/>
              <a:gd name="connsiteX2" fmla="*/ 210749 w 2092926"/>
              <a:gd name="connsiteY2" fmla="*/ 59384 h 417858"/>
              <a:gd name="connsiteX3" fmla="*/ 1506614 w 2092926"/>
              <a:gd name="connsiteY3" fmla="*/ 84644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 name="connsiteX0" fmla="*/ 0 w 2092926"/>
              <a:gd name="connsiteY0" fmla="*/ 215611 h 417858"/>
              <a:gd name="connsiteX1" fmla="*/ 79975 w 2092926"/>
              <a:gd name="connsiteY1" fmla="*/ 0 h 417858"/>
              <a:gd name="connsiteX2" fmla="*/ 210749 w 2092926"/>
              <a:gd name="connsiteY2" fmla="*/ 59384 h 417858"/>
              <a:gd name="connsiteX3" fmla="*/ 1558708 w 2092926"/>
              <a:gd name="connsiteY3" fmla="*/ 101716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 name="connsiteX0" fmla="*/ 0 w 2141720"/>
              <a:gd name="connsiteY0" fmla="*/ 215611 h 417858"/>
              <a:gd name="connsiteX1" fmla="*/ 79975 w 2141720"/>
              <a:gd name="connsiteY1" fmla="*/ 0 h 417858"/>
              <a:gd name="connsiteX2" fmla="*/ 210749 w 2141720"/>
              <a:gd name="connsiteY2" fmla="*/ 59384 h 417858"/>
              <a:gd name="connsiteX3" fmla="*/ 1558708 w 2141720"/>
              <a:gd name="connsiteY3" fmla="*/ 101716 h 417858"/>
              <a:gd name="connsiteX4" fmla="*/ 2141720 w 2141720"/>
              <a:gd name="connsiteY4" fmla="*/ 325652 h 417858"/>
              <a:gd name="connsiteX5" fmla="*/ 902724 w 2141720"/>
              <a:gd name="connsiteY5" fmla="*/ 358746 h 417858"/>
              <a:gd name="connsiteX6" fmla="*/ 1038814 w 2141720"/>
              <a:gd name="connsiteY6" fmla="*/ 417858 h 417858"/>
              <a:gd name="connsiteX7" fmla="*/ 0 w 2141720"/>
              <a:gd name="connsiteY7" fmla="*/ 215611 h 417858"/>
              <a:gd name="connsiteX0" fmla="*/ 0 w 2141720"/>
              <a:gd name="connsiteY0" fmla="*/ 215611 h 417858"/>
              <a:gd name="connsiteX1" fmla="*/ 79975 w 2141720"/>
              <a:gd name="connsiteY1" fmla="*/ 0 h 417858"/>
              <a:gd name="connsiteX2" fmla="*/ 210749 w 2141720"/>
              <a:gd name="connsiteY2" fmla="*/ 59384 h 417858"/>
              <a:gd name="connsiteX3" fmla="*/ 1558708 w 2141720"/>
              <a:gd name="connsiteY3" fmla="*/ 101716 h 417858"/>
              <a:gd name="connsiteX4" fmla="*/ 2141720 w 2141720"/>
              <a:gd name="connsiteY4" fmla="*/ 325652 h 417858"/>
              <a:gd name="connsiteX5" fmla="*/ 1061897 w 2141720"/>
              <a:gd name="connsiteY5" fmla="*/ 334716 h 417858"/>
              <a:gd name="connsiteX6" fmla="*/ 1038814 w 2141720"/>
              <a:gd name="connsiteY6" fmla="*/ 417858 h 417858"/>
              <a:gd name="connsiteX7" fmla="*/ 0 w 2141720"/>
              <a:gd name="connsiteY7" fmla="*/ 215611 h 417858"/>
              <a:gd name="connsiteX0" fmla="*/ 0 w 2141720"/>
              <a:gd name="connsiteY0" fmla="*/ 215611 h 417858"/>
              <a:gd name="connsiteX1" fmla="*/ 79975 w 2141720"/>
              <a:gd name="connsiteY1" fmla="*/ 0 h 417858"/>
              <a:gd name="connsiteX2" fmla="*/ 398835 w 2141720"/>
              <a:gd name="connsiteY2" fmla="*/ 86954 h 417858"/>
              <a:gd name="connsiteX3" fmla="*/ 1558708 w 2141720"/>
              <a:gd name="connsiteY3" fmla="*/ 101716 h 417858"/>
              <a:gd name="connsiteX4" fmla="*/ 2141720 w 2141720"/>
              <a:gd name="connsiteY4" fmla="*/ 325652 h 417858"/>
              <a:gd name="connsiteX5" fmla="*/ 1061897 w 2141720"/>
              <a:gd name="connsiteY5" fmla="*/ 334716 h 417858"/>
              <a:gd name="connsiteX6" fmla="*/ 1038814 w 2141720"/>
              <a:gd name="connsiteY6" fmla="*/ 417858 h 417858"/>
              <a:gd name="connsiteX7" fmla="*/ 0 w 2141720"/>
              <a:gd name="connsiteY7" fmla="*/ 215611 h 417858"/>
              <a:gd name="connsiteX0" fmla="*/ 0 w 2141720"/>
              <a:gd name="connsiteY0" fmla="*/ 178839 h 381086"/>
              <a:gd name="connsiteX1" fmla="*/ 272231 w 2141720"/>
              <a:gd name="connsiteY1" fmla="*/ 0 h 381086"/>
              <a:gd name="connsiteX2" fmla="*/ 398835 w 2141720"/>
              <a:gd name="connsiteY2" fmla="*/ 50182 h 381086"/>
              <a:gd name="connsiteX3" fmla="*/ 1558708 w 2141720"/>
              <a:gd name="connsiteY3" fmla="*/ 64944 h 381086"/>
              <a:gd name="connsiteX4" fmla="*/ 2141720 w 2141720"/>
              <a:gd name="connsiteY4" fmla="*/ 288880 h 381086"/>
              <a:gd name="connsiteX5" fmla="*/ 1061897 w 2141720"/>
              <a:gd name="connsiteY5" fmla="*/ 297944 h 381086"/>
              <a:gd name="connsiteX6" fmla="*/ 1038814 w 2141720"/>
              <a:gd name="connsiteY6" fmla="*/ 381086 h 381086"/>
              <a:gd name="connsiteX7" fmla="*/ 0 w 2141720"/>
              <a:gd name="connsiteY7" fmla="*/ 178839 h 381086"/>
              <a:gd name="connsiteX0" fmla="*/ 0 w 2141720"/>
              <a:gd name="connsiteY0" fmla="*/ 178839 h 350920"/>
              <a:gd name="connsiteX1" fmla="*/ 272231 w 2141720"/>
              <a:gd name="connsiteY1" fmla="*/ 0 h 350920"/>
              <a:gd name="connsiteX2" fmla="*/ 398835 w 2141720"/>
              <a:gd name="connsiteY2" fmla="*/ 50182 h 350920"/>
              <a:gd name="connsiteX3" fmla="*/ 1558708 w 2141720"/>
              <a:gd name="connsiteY3" fmla="*/ 64944 h 350920"/>
              <a:gd name="connsiteX4" fmla="*/ 2141720 w 2141720"/>
              <a:gd name="connsiteY4" fmla="*/ 288880 h 350920"/>
              <a:gd name="connsiteX5" fmla="*/ 1061897 w 2141720"/>
              <a:gd name="connsiteY5" fmla="*/ 297944 h 350920"/>
              <a:gd name="connsiteX6" fmla="*/ 1195208 w 2141720"/>
              <a:gd name="connsiteY6" fmla="*/ 350920 h 350920"/>
              <a:gd name="connsiteX7" fmla="*/ 0 w 2141720"/>
              <a:gd name="connsiteY7" fmla="*/ 178839 h 350920"/>
              <a:gd name="connsiteX0" fmla="*/ 35178 w 1869489"/>
              <a:gd name="connsiteY0" fmla="*/ 180094 h 350920"/>
              <a:gd name="connsiteX1" fmla="*/ 0 w 1869489"/>
              <a:gd name="connsiteY1" fmla="*/ 0 h 350920"/>
              <a:gd name="connsiteX2" fmla="*/ 126604 w 1869489"/>
              <a:gd name="connsiteY2" fmla="*/ 50182 h 350920"/>
              <a:gd name="connsiteX3" fmla="*/ 1286477 w 1869489"/>
              <a:gd name="connsiteY3" fmla="*/ 64944 h 350920"/>
              <a:gd name="connsiteX4" fmla="*/ 1869489 w 1869489"/>
              <a:gd name="connsiteY4" fmla="*/ 288880 h 350920"/>
              <a:gd name="connsiteX5" fmla="*/ 789666 w 1869489"/>
              <a:gd name="connsiteY5" fmla="*/ 297944 h 350920"/>
              <a:gd name="connsiteX6" fmla="*/ 922977 w 1869489"/>
              <a:gd name="connsiteY6" fmla="*/ 350920 h 350920"/>
              <a:gd name="connsiteX7" fmla="*/ 35178 w 1869489"/>
              <a:gd name="connsiteY7" fmla="*/ 180094 h 350920"/>
              <a:gd name="connsiteX0" fmla="*/ 0 w 1899805"/>
              <a:gd name="connsiteY0" fmla="*/ 178333 h 350920"/>
              <a:gd name="connsiteX1" fmla="*/ 30316 w 1899805"/>
              <a:gd name="connsiteY1" fmla="*/ 0 h 350920"/>
              <a:gd name="connsiteX2" fmla="*/ 156920 w 1899805"/>
              <a:gd name="connsiteY2" fmla="*/ 50182 h 350920"/>
              <a:gd name="connsiteX3" fmla="*/ 1316793 w 1899805"/>
              <a:gd name="connsiteY3" fmla="*/ 64944 h 350920"/>
              <a:gd name="connsiteX4" fmla="*/ 1899805 w 1899805"/>
              <a:gd name="connsiteY4" fmla="*/ 288880 h 350920"/>
              <a:gd name="connsiteX5" fmla="*/ 819982 w 1899805"/>
              <a:gd name="connsiteY5" fmla="*/ 297944 h 350920"/>
              <a:gd name="connsiteX6" fmla="*/ 953293 w 1899805"/>
              <a:gd name="connsiteY6" fmla="*/ 350920 h 350920"/>
              <a:gd name="connsiteX7" fmla="*/ 0 w 1899805"/>
              <a:gd name="connsiteY7" fmla="*/ 178333 h 350920"/>
              <a:gd name="connsiteX0" fmla="*/ 0 w 1950363"/>
              <a:gd name="connsiteY0" fmla="*/ 178333 h 595454"/>
              <a:gd name="connsiteX1" fmla="*/ 30316 w 1950363"/>
              <a:gd name="connsiteY1" fmla="*/ 0 h 595454"/>
              <a:gd name="connsiteX2" fmla="*/ 156920 w 1950363"/>
              <a:gd name="connsiteY2" fmla="*/ 50182 h 595454"/>
              <a:gd name="connsiteX3" fmla="*/ 1316793 w 1950363"/>
              <a:gd name="connsiteY3" fmla="*/ 64944 h 595454"/>
              <a:gd name="connsiteX4" fmla="*/ 1950363 w 1950363"/>
              <a:gd name="connsiteY4" fmla="*/ 595454 h 595454"/>
              <a:gd name="connsiteX5" fmla="*/ 819982 w 1950363"/>
              <a:gd name="connsiteY5" fmla="*/ 297944 h 595454"/>
              <a:gd name="connsiteX6" fmla="*/ 953293 w 1950363"/>
              <a:gd name="connsiteY6" fmla="*/ 350920 h 595454"/>
              <a:gd name="connsiteX7" fmla="*/ 0 w 1950363"/>
              <a:gd name="connsiteY7" fmla="*/ 178333 h 595454"/>
              <a:gd name="connsiteX0" fmla="*/ 0 w 1950363"/>
              <a:gd name="connsiteY0" fmla="*/ 427082 h 844203"/>
              <a:gd name="connsiteX1" fmla="*/ 30316 w 1950363"/>
              <a:gd name="connsiteY1" fmla="*/ 248749 h 844203"/>
              <a:gd name="connsiteX2" fmla="*/ 156920 w 1950363"/>
              <a:gd name="connsiteY2" fmla="*/ 298931 h 844203"/>
              <a:gd name="connsiteX3" fmla="*/ 942769 w 1950363"/>
              <a:gd name="connsiteY3" fmla="*/ 0 h 844203"/>
              <a:gd name="connsiteX4" fmla="*/ 1950363 w 1950363"/>
              <a:gd name="connsiteY4" fmla="*/ 844203 h 844203"/>
              <a:gd name="connsiteX5" fmla="*/ 819982 w 1950363"/>
              <a:gd name="connsiteY5" fmla="*/ 546693 h 844203"/>
              <a:gd name="connsiteX6" fmla="*/ 953293 w 1950363"/>
              <a:gd name="connsiteY6" fmla="*/ 599669 h 844203"/>
              <a:gd name="connsiteX7" fmla="*/ 0 w 1950363"/>
              <a:gd name="connsiteY7" fmla="*/ 427082 h 844203"/>
              <a:gd name="connsiteX0" fmla="*/ 0 w 1950363"/>
              <a:gd name="connsiteY0" fmla="*/ 479633 h 896754"/>
              <a:gd name="connsiteX1" fmla="*/ 30316 w 1950363"/>
              <a:gd name="connsiteY1" fmla="*/ 301300 h 896754"/>
              <a:gd name="connsiteX2" fmla="*/ 271448 w 1950363"/>
              <a:gd name="connsiteY2" fmla="*/ 0 h 896754"/>
              <a:gd name="connsiteX3" fmla="*/ 942769 w 1950363"/>
              <a:gd name="connsiteY3" fmla="*/ 52551 h 896754"/>
              <a:gd name="connsiteX4" fmla="*/ 1950363 w 1950363"/>
              <a:gd name="connsiteY4" fmla="*/ 896754 h 896754"/>
              <a:gd name="connsiteX5" fmla="*/ 819982 w 1950363"/>
              <a:gd name="connsiteY5" fmla="*/ 599244 h 896754"/>
              <a:gd name="connsiteX6" fmla="*/ 953293 w 1950363"/>
              <a:gd name="connsiteY6" fmla="*/ 652220 h 896754"/>
              <a:gd name="connsiteX7" fmla="*/ 0 w 1950363"/>
              <a:gd name="connsiteY7" fmla="*/ 479633 h 896754"/>
              <a:gd name="connsiteX0" fmla="*/ 0 w 1950363"/>
              <a:gd name="connsiteY0" fmla="*/ 570306 h 987427"/>
              <a:gd name="connsiteX1" fmla="*/ 163267 w 1950363"/>
              <a:gd name="connsiteY1" fmla="*/ 0 h 987427"/>
              <a:gd name="connsiteX2" fmla="*/ 271448 w 1950363"/>
              <a:gd name="connsiteY2" fmla="*/ 90673 h 987427"/>
              <a:gd name="connsiteX3" fmla="*/ 942769 w 1950363"/>
              <a:gd name="connsiteY3" fmla="*/ 143224 h 987427"/>
              <a:gd name="connsiteX4" fmla="*/ 1950363 w 1950363"/>
              <a:gd name="connsiteY4" fmla="*/ 987427 h 987427"/>
              <a:gd name="connsiteX5" fmla="*/ 819982 w 1950363"/>
              <a:gd name="connsiteY5" fmla="*/ 689917 h 987427"/>
              <a:gd name="connsiteX6" fmla="*/ 953293 w 1950363"/>
              <a:gd name="connsiteY6" fmla="*/ 742893 h 987427"/>
              <a:gd name="connsiteX7" fmla="*/ 0 w 1950363"/>
              <a:gd name="connsiteY7" fmla="*/ 570306 h 987427"/>
              <a:gd name="connsiteX0" fmla="*/ 0 w 1950363"/>
              <a:gd name="connsiteY0" fmla="*/ 570306 h 987427"/>
              <a:gd name="connsiteX1" fmla="*/ 163267 w 1950363"/>
              <a:gd name="connsiteY1" fmla="*/ 0 h 987427"/>
              <a:gd name="connsiteX2" fmla="*/ 271448 w 1950363"/>
              <a:gd name="connsiteY2" fmla="*/ 90673 h 987427"/>
              <a:gd name="connsiteX3" fmla="*/ 942769 w 1950363"/>
              <a:gd name="connsiteY3" fmla="*/ 143224 h 987427"/>
              <a:gd name="connsiteX4" fmla="*/ 1950363 w 1950363"/>
              <a:gd name="connsiteY4" fmla="*/ 987427 h 987427"/>
              <a:gd name="connsiteX5" fmla="*/ 819982 w 1950363"/>
              <a:gd name="connsiteY5" fmla="*/ 689917 h 987427"/>
              <a:gd name="connsiteX6" fmla="*/ 967007 w 1950363"/>
              <a:gd name="connsiteY6" fmla="*/ 745071 h 987427"/>
              <a:gd name="connsiteX7" fmla="*/ 0 w 1950363"/>
              <a:gd name="connsiteY7" fmla="*/ 570306 h 987427"/>
              <a:gd name="connsiteX0" fmla="*/ 0 w 1950363"/>
              <a:gd name="connsiteY0" fmla="*/ 570306 h 1134332"/>
              <a:gd name="connsiteX1" fmla="*/ 163267 w 1950363"/>
              <a:gd name="connsiteY1" fmla="*/ 0 h 1134332"/>
              <a:gd name="connsiteX2" fmla="*/ 271448 w 1950363"/>
              <a:gd name="connsiteY2" fmla="*/ 90673 h 1134332"/>
              <a:gd name="connsiteX3" fmla="*/ 942769 w 1950363"/>
              <a:gd name="connsiteY3" fmla="*/ 143224 h 1134332"/>
              <a:gd name="connsiteX4" fmla="*/ 1950363 w 1950363"/>
              <a:gd name="connsiteY4" fmla="*/ 987427 h 1134332"/>
              <a:gd name="connsiteX5" fmla="*/ 819982 w 1950363"/>
              <a:gd name="connsiteY5" fmla="*/ 689917 h 1134332"/>
              <a:gd name="connsiteX6" fmla="*/ 1520066 w 1950363"/>
              <a:gd name="connsiteY6" fmla="*/ 1134332 h 1134332"/>
              <a:gd name="connsiteX7" fmla="*/ 0 w 1950363"/>
              <a:gd name="connsiteY7" fmla="*/ 570306 h 1134332"/>
              <a:gd name="connsiteX0" fmla="*/ 0 w 1950363"/>
              <a:gd name="connsiteY0" fmla="*/ 570306 h 1134332"/>
              <a:gd name="connsiteX1" fmla="*/ 163267 w 1950363"/>
              <a:gd name="connsiteY1" fmla="*/ 0 h 1134332"/>
              <a:gd name="connsiteX2" fmla="*/ 271448 w 1950363"/>
              <a:gd name="connsiteY2" fmla="*/ 90673 h 1134332"/>
              <a:gd name="connsiteX3" fmla="*/ 942769 w 1950363"/>
              <a:gd name="connsiteY3" fmla="*/ 143224 h 1134332"/>
              <a:gd name="connsiteX4" fmla="*/ 1950363 w 1950363"/>
              <a:gd name="connsiteY4" fmla="*/ 987427 h 1134332"/>
              <a:gd name="connsiteX5" fmla="*/ 1407000 w 1950363"/>
              <a:gd name="connsiteY5" fmla="*/ 1042394 h 1134332"/>
              <a:gd name="connsiteX6" fmla="*/ 1520066 w 1950363"/>
              <a:gd name="connsiteY6" fmla="*/ 1134332 h 1134332"/>
              <a:gd name="connsiteX7" fmla="*/ 0 w 1950363"/>
              <a:gd name="connsiteY7" fmla="*/ 570306 h 1134332"/>
              <a:gd name="connsiteX0" fmla="*/ 277907 w 1787096"/>
              <a:gd name="connsiteY0" fmla="*/ 570479 h 1134332"/>
              <a:gd name="connsiteX1" fmla="*/ 0 w 1787096"/>
              <a:gd name="connsiteY1" fmla="*/ 0 h 1134332"/>
              <a:gd name="connsiteX2" fmla="*/ 108181 w 1787096"/>
              <a:gd name="connsiteY2" fmla="*/ 90673 h 1134332"/>
              <a:gd name="connsiteX3" fmla="*/ 779502 w 1787096"/>
              <a:gd name="connsiteY3" fmla="*/ 143224 h 1134332"/>
              <a:gd name="connsiteX4" fmla="*/ 1787096 w 1787096"/>
              <a:gd name="connsiteY4" fmla="*/ 987427 h 1134332"/>
              <a:gd name="connsiteX5" fmla="*/ 1243733 w 1787096"/>
              <a:gd name="connsiteY5" fmla="*/ 1042394 h 1134332"/>
              <a:gd name="connsiteX6" fmla="*/ 1356799 w 1787096"/>
              <a:gd name="connsiteY6" fmla="*/ 1134332 h 1134332"/>
              <a:gd name="connsiteX7" fmla="*/ 277907 w 1787096"/>
              <a:gd name="connsiteY7" fmla="*/ 570479 h 1134332"/>
              <a:gd name="connsiteX0" fmla="*/ 277907 w 1787096"/>
              <a:gd name="connsiteY0" fmla="*/ 570479 h 1134332"/>
              <a:gd name="connsiteX1" fmla="*/ 0 w 1787096"/>
              <a:gd name="connsiteY1" fmla="*/ 0 h 1134332"/>
              <a:gd name="connsiteX2" fmla="*/ 108181 w 1787096"/>
              <a:gd name="connsiteY2" fmla="*/ 90673 h 1134332"/>
              <a:gd name="connsiteX3" fmla="*/ 788330 w 1787096"/>
              <a:gd name="connsiteY3" fmla="*/ 147520 h 1134332"/>
              <a:gd name="connsiteX4" fmla="*/ 1787096 w 1787096"/>
              <a:gd name="connsiteY4" fmla="*/ 987427 h 1134332"/>
              <a:gd name="connsiteX5" fmla="*/ 1243733 w 1787096"/>
              <a:gd name="connsiteY5" fmla="*/ 1042394 h 1134332"/>
              <a:gd name="connsiteX6" fmla="*/ 1356799 w 1787096"/>
              <a:gd name="connsiteY6" fmla="*/ 1134332 h 1134332"/>
              <a:gd name="connsiteX7" fmla="*/ 277907 w 1787096"/>
              <a:gd name="connsiteY7" fmla="*/ 570479 h 113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7096" h="1134332">
                <a:moveTo>
                  <a:pt x="277907" y="570479"/>
                </a:moveTo>
                <a:lnTo>
                  <a:pt x="0" y="0"/>
                </a:lnTo>
                <a:lnTo>
                  <a:pt x="108181" y="90673"/>
                </a:lnTo>
                <a:lnTo>
                  <a:pt x="788330" y="147520"/>
                </a:lnTo>
                <a:lnTo>
                  <a:pt x="1787096" y="987427"/>
                </a:lnTo>
                <a:lnTo>
                  <a:pt x="1243733" y="1042394"/>
                </a:lnTo>
                <a:lnTo>
                  <a:pt x="1356799" y="1134332"/>
                </a:lnTo>
                <a:lnTo>
                  <a:pt x="277907" y="570479"/>
                </a:lnTo>
                <a:close/>
              </a:path>
            </a:pathLst>
          </a:custGeom>
          <a:solidFill>
            <a:srgbClr val="006600"/>
          </a:solidFill>
          <a:ln w="3175" cap="flat" cmpd="sng" algn="ctr">
            <a:noFill/>
            <a:prstDash val="solid"/>
            <a:round/>
            <a:headEnd type="none" w="med" len="med"/>
            <a:tailEnd type="none" w="med" len="med"/>
          </a:ln>
          <a:effectLst>
            <a:outerShdw blurRad="50800" dist="508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More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     Workflow</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           Automations</a:t>
            </a:r>
          </a:p>
        </p:txBody>
      </p:sp>
      <p:sp>
        <p:nvSpPr>
          <p:cNvPr id="58" name="Arrow: Left 7">
            <a:extLst>
              <a:ext uri="{FF2B5EF4-FFF2-40B4-BE49-F238E27FC236}">
                <a16:creationId xmlns:a16="http://schemas.microsoft.com/office/drawing/2014/main" id="{A1FD7A29-521C-D1EB-9364-A76DC5389F54}"/>
              </a:ext>
            </a:extLst>
          </p:cNvPr>
          <p:cNvSpPr/>
          <p:nvPr/>
        </p:nvSpPr>
        <p:spPr bwMode="auto">
          <a:xfrm rot="20361955">
            <a:off x="2313955" y="5410409"/>
            <a:ext cx="1899805" cy="350920"/>
          </a:xfrm>
          <a:custGeom>
            <a:avLst/>
            <a:gdLst>
              <a:gd name="connsiteX0" fmla="*/ 0 w 1634647"/>
              <a:gd name="connsiteY0" fmla="*/ 300625 h 601249"/>
              <a:gd name="connsiteX1" fmla="*/ 574662 w 1634647"/>
              <a:gd name="connsiteY1" fmla="*/ 0 h 601249"/>
              <a:gd name="connsiteX2" fmla="*/ 574662 w 1634647"/>
              <a:gd name="connsiteY2" fmla="*/ 150312 h 601249"/>
              <a:gd name="connsiteX3" fmla="*/ 1634647 w 1634647"/>
              <a:gd name="connsiteY3" fmla="*/ 150312 h 601249"/>
              <a:gd name="connsiteX4" fmla="*/ 1634647 w 1634647"/>
              <a:gd name="connsiteY4" fmla="*/ 450937 h 601249"/>
              <a:gd name="connsiteX5" fmla="*/ 574662 w 1634647"/>
              <a:gd name="connsiteY5" fmla="*/ 450937 h 601249"/>
              <a:gd name="connsiteX6" fmla="*/ 574662 w 1634647"/>
              <a:gd name="connsiteY6" fmla="*/ 601249 h 601249"/>
              <a:gd name="connsiteX7" fmla="*/ 0 w 1634647"/>
              <a:gd name="connsiteY7" fmla="*/ 300625 h 601249"/>
              <a:gd name="connsiteX0" fmla="*/ 0 w 1672958"/>
              <a:gd name="connsiteY0" fmla="*/ 300625 h 601249"/>
              <a:gd name="connsiteX1" fmla="*/ 574662 w 1672958"/>
              <a:gd name="connsiteY1" fmla="*/ 0 h 601249"/>
              <a:gd name="connsiteX2" fmla="*/ 574662 w 1672958"/>
              <a:gd name="connsiteY2" fmla="*/ 150312 h 601249"/>
              <a:gd name="connsiteX3" fmla="*/ 1672958 w 1672958"/>
              <a:gd name="connsiteY3" fmla="*/ 169679 h 601249"/>
              <a:gd name="connsiteX4" fmla="*/ 1634647 w 1672958"/>
              <a:gd name="connsiteY4" fmla="*/ 450937 h 601249"/>
              <a:gd name="connsiteX5" fmla="*/ 574662 w 1672958"/>
              <a:gd name="connsiteY5" fmla="*/ 450937 h 601249"/>
              <a:gd name="connsiteX6" fmla="*/ 574662 w 1672958"/>
              <a:gd name="connsiteY6" fmla="*/ 601249 h 601249"/>
              <a:gd name="connsiteX7" fmla="*/ 0 w 1672958"/>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574662 w 2259270"/>
              <a:gd name="connsiteY5" fmla="*/ 450937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898 w 2259270"/>
              <a:gd name="connsiteY2" fmla="*/ 137284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63194 w 2322464"/>
              <a:gd name="connsiteY0" fmla="*/ 221088 h 521712"/>
              <a:gd name="connsiteX1" fmla="*/ 0 w 2322464"/>
              <a:gd name="connsiteY1" fmla="*/ 0 h 521712"/>
              <a:gd name="connsiteX2" fmla="*/ 121092 w 2322464"/>
              <a:gd name="connsiteY2" fmla="*/ 57747 h 521712"/>
              <a:gd name="connsiteX3" fmla="*/ 1736152 w 2322464"/>
              <a:gd name="connsiteY3" fmla="*/ 90142 h 521712"/>
              <a:gd name="connsiteX4" fmla="*/ 2322464 w 2322464"/>
              <a:gd name="connsiteY4" fmla="*/ 345856 h 521712"/>
              <a:gd name="connsiteX5" fmla="*/ 836109 w 2322464"/>
              <a:gd name="connsiteY5" fmla="*/ 369792 h 521712"/>
              <a:gd name="connsiteX6" fmla="*/ 637856 w 2322464"/>
              <a:gd name="connsiteY6" fmla="*/ 521712 h 521712"/>
              <a:gd name="connsiteX7" fmla="*/ 63194 w 2322464"/>
              <a:gd name="connsiteY7" fmla="*/ 221088 h 521712"/>
              <a:gd name="connsiteX0" fmla="*/ 63194 w 2322464"/>
              <a:gd name="connsiteY0" fmla="*/ 221088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63194 w 2322464"/>
              <a:gd name="connsiteY7" fmla="*/ 221088 h 454684"/>
              <a:gd name="connsiteX0" fmla="*/ 0 w 2435297"/>
              <a:gd name="connsiteY0" fmla="*/ 219426 h 454684"/>
              <a:gd name="connsiteX1" fmla="*/ 112833 w 2435297"/>
              <a:gd name="connsiteY1" fmla="*/ 0 h 454684"/>
              <a:gd name="connsiteX2" fmla="*/ 233925 w 2435297"/>
              <a:gd name="connsiteY2" fmla="*/ 57747 h 454684"/>
              <a:gd name="connsiteX3" fmla="*/ 1848985 w 2435297"/>
              <a:gd name="connsiteY3" fmla="*/ 90142 h 454684"/>
              <a:gd name="connsiteX4" fmla="*/ 2435297 w 2435297"/>
              <a:gd name="connsiteY4" fmla="*/ 345856 h 454684"/>
              <a:gd name="connsiteX5" fmla="*/ 948942 w 2435297"/>
              <a:gd name="connsiteY5" fmla="*/ 369792 h 454684"/>
              <a:gd name="connsiteX6" fmla="*/ 1143932 w 2435297"/>
              <a:gd name="connsiteY6" fmla="*/ 454684 h 454684"/>
              <a:gd name="connsiteX7" fmla="*/ 0 w 2435297"/>
              <a:gd name="connsiteY7" fmla="*/ 219426 h 454684"/>
              <a:gd name="connsiteX0" fmla="*/ 136687 w 2322464"/>
              <a:gd name="connsiteY0" fmla="*/ 219461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136687 w 2322464"/>
              <a:gd name="connsiteY0" fmla="*/ 219461 h 454684"/>
              <a:gd name="connsiteX1" fmla="*/ 0 w 2322464"/>
              <a:gd name="connsiteY1" fmla="*/ 0 h 454684"/>
              <a:gd name="connsiteX2" fmla="*/ 440287 w 2322464"/>
              <a:gd name="connsiteY2" fmla="*/ 64882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995575 w 2185777"/>
              <a:gd name="connsiteY5" fmla="*/ 358746 h 449186"/>
              <a:gd name="connsiteX6" fmla="*/ 894412 w 2185777"/>
              <a:gd name="connsiteY6" fmla="*/ 449186 h 449186"/>
              <a:gd name="connsiteX7" fmla="*/ 0 w 2185777"/>
              <a:gd name="connsiteY7" fmla="*/ 213963 h 449186"/>
              <a:gd name="connsiteX0" fmla="*/ 0 w 2185777"/>
              <a:gd name="connsiteY0" fmla="*/ 213963 h 428633"/>
              <a:gd name="connsiteX1" fmla="*/ 172826 w 2185777"/>
              <a:gd name="connsiteY1" fmla="*/ 0 h 428633"/>
              <a:gd name="connsiteX2" fmla="*/ 303600 w 2185777"/>
              <a:gd name="connsiteY2" fmla="*/ 59384 h 428633"/>
              <a:gd name="connsiteX3" fmla="*/ 1599465 w 2185777"/>
              <a:gd name="connsiteY3" fmla="*/ 84644 h 428633"/>
              <a:gd name="connsiteX4" fmla="*/ 2185777 w 2185777"/>
              <a:gd name="connsiteY4" fmla="*/ 340358 h 428633"/>
              <a:gd name="connsiteX5" fmla="*/ 995575 w 2185777"/>
              <a:gd name="connsiteY5" fmla="*/ 358746 h 428633"/>
              <a:gd name="connsiteX6" fmla="*/ 1150344 w 2185777"/>
              <a:gd name="connsiteY6" fmla="*/ 428633 h 428633"/>
              <a:gd name="connsiteX7" fmla="*/ 0 w 2185777"/>
              <a:gd name="connsiteY7" fmla="*/ 213963 h 428633"/>
              <a:gd name="connsiteX0" fmla="*/ 0 w 2020658"/>
              <a:gd name="connsiteY0" fmla="*/ 210850 h 428633"/>
              <a:gd name="connsiteX1" fmla="*/ 7707 w 2020658"/>
              <a:gd name="connsiteY1" fmla="*/ 0 h 428633"/>
              <a:gd name="connsiteX2" fmla="*/ 138481 w 2020658"/>
              <a:gd name="connsiteY2" fmla="*/ 59384 h 428633"/>
              <a:gd name="connsiteX3" fmla="*/ 1434346 w 2020658"/>
              <a:gd name="connsiteY3" fmla="*/ 84644 h 428633"/>
              <a:gd name="connsiteX4" fmla="*/ 2020658 w 2020658"/>
              <a:gd name="connsiteY4" fmla="*/ 340358 h 428633"/>
              <a:gd name="connsiteX5" fmla="*/ 830456 w 2020658"/>
              <a:gd name="connsiteY5" fmla="*/ 358746 h 428633"/>
              <a:gd name="connsiteX6" fmla="*/ 985225 w 2020658"/>
              <a:gd name="connsiteY6" fmla="*/ 428633 h 428633"/>
              <a:gd name="connsiteX7" fmla="*/ 0 w 2020658"/>
              <a:gd name="connsiteY7" fmla="*/ 210850 h 428633"/>
              <a:gd name="connsiteX0" fmla="*/ 0 w 2378986"/>
              <a:gd name="connsiteY0" fmla="*/ 209980 h 428633"/>
              <a:gd name="connsiteX1" fmla="*/ 366035 w 2378986"/>
              <a:gd name="connsiteY1" fmla="*/ 0 h 428633"/>
              <a:gd name="connsiteX2" fmla="*/ 496809 w 2378986"/>
              <a:gd name="connsiteY2" fmla="*/ 59384 h 428633"/>
              <a:gd name="connsiteX3" fmla="*/ 1792674 w 2378986"/>
              <a:gd name="connsiteY3" fmla="*/ 84644 h 428633"/>
              <a:gd name="connsiteX4" fmla="*/ 2378986 w 2378986"/>
              <a:gd name="connsiteY4" fmla="*/ 340358 h 428633"/>
              <a:gd name="connsiteX5" fmla="*/ 1188784 w 2378986"/>
              <a:gd name="connsiteY5" fmla="*/ 358746 h 428633"/>
              <a:gd name="connsiteX6" fmla="*/ 1343553 w 2378986"/>
              <a:gd name="connsiteY6" fmla="*/ 428633 h 428633"/>
              <a:gd name="connsiteX7" fmla="*/ 0 w 2378986"/>
              <a:gd name="connsiteY7" fmla="*/ 209980 h 428633"/>
              <a:gd name="connsiteX0" fmla="*/ 0 w 2176099"/>
              <a:gd name="connsiteY0" fmla="*/ 215599 h 428633"/>
              <a:gd name="connsiteX1" fmla="*/ 163148 w 2176099"/>
              <a:gd name="connsiteY1" fmla="*/ 0 h 428633"/>
              <a:gd name="connsiteX2" fmla="*/ 293922 w 2176099"/>
              <a:gd name="connsiteY2" fmla="*/ 59384 h 428633"/>
              <a:gd name="connsiteX3" fmla="*/ 1589787 w 2176099"/>
              <a:gd name="connsiteY3" fmla="*/ 84644 h 428633"/>
              <a:gd name="connsiteX4" fmla="*/ 2176099 w 2176099"/>
              <a:gd name="connsiteY4" fmla="*/ 340358 h 428633"/>
              <a:gd name="connsiteX5" fmla="*/ 985897 w 2176099"/>
              <a:gd name="connsiteY5" fmla="*/ 358746 h 428633"/>
              <a:gd name="connsiteX6" fmla="*/ 1140666 w 2176099"/>
              <a:gd name="connsiteY6" fmla="*/ 428633 h 428633"/>
              <a:gd name="connsiteX7" fmla="*/ 0 w 2176099"/>
              <a:gd name="connsiteY7" fmla="*/ 215599 h 428633"/>
              <a:gd name="connsiteX0" fmla="*/ 0 w 2092926"/>
              <a:gd name="connsiteY0" fmla="*/ 215611 h 428633"/>
              <a:gd name="connsiteX1" fmla="*/ 79975 w 2092926"/>
              <a:gd name="connsiteY1" fmla="*/ 0 h 428633"/>
              <a:gd name="connsiteX2" fmla="*/ 210749 w 2092926"/>
              <a:gd name="connsiteY2" fmla="*/ 59384 h 428633"/>
              <a:gd name="connsiteX3" fmla="*/ 1506614 w 2092926"/>
              <a:gd name="connsiteY3" fmla="*/ 84644 h 428633"/>
              <a:gd name="connsiteX4" fmla="*/ 2092926 w 2092926"/>
              <a:gd name="connsiteY4" fmla="*/ 340358 h 428633"/>
              <a:gd name="connsiteX5" fmla="*/ 902724 w 2092926"/>
              <a:gd name="connsiteY5" fmla="*/ 358746 h 428633"/>
              <a:gd name="connsiteX6" fmla="*/ 1057493 w 2092926"/>
              <a:gd name="connsiteY6" fmla="*/ 428633 h 428633"/>
              <a:gd name="connsiteX7" fmla="*/ 0 w 2092926"/>
              <a:gd name="connsiteY7" fmla="*/ 215611 h 428633"/>
              <a:gd name="connsiteX0" fmla="*/ 0 w 2092926"/>
              <a:gd name="connsiteY0" fmla="*/ 215611 h 418813"/>
              <a:gd name="connsiteX1" fmla="*/ 79975 w 2092926"/>
              <a:gd name="connsiteY1" fmla="*/ 0 h 418813"/>
              <a:gd name="connsiteX2" fmla="*/ 210749 w 2092926"/>
              <a:gd name="connsiteY2" fmla="*/ 59384 h 418813"/>
              <a:gd name="connsiteX3" fmla="*/ 1506614 w 2092926"/>
              <a:gd name="connsiteY3" fmla="*/ 84644 h 418813"/>
              <a:gd name="connsiteX4" fmla="*/ 2092926 w 2092926"/>
              <a:gd name="connsiteY4" fmla="*/ 340358 h 418813"/>
              <a:gd name="connsiteX5" fmla="*/ 902724 w 2092926"/>
              <a:gd name="connsiteY5" fmla="*/ 358746 h 418813"/>
              <a:gd name="connsiteX6" fmla="*/ 1040995 w 2092926"/>
              <a:gd name="connsiteY6" fmla="*/ 418813 h 418813"/>
              <a:gd name="connsiteX7" fmla="*/ 0 w 2092926"/>
              <a:gd name="connsiteY7" fmla="*/ 215611 h 418813"/>
              <a:gd name="connsiteX0" fmla="*/ 0 w 2092926"/>
              <a:gd name="connsiteY0" fmla="*/ 215611 h 417858"/>
              <a:gd name="connsiteX1" fmla="*/ 79975 w 2092926"/>
              <a:gd name="connsiteY1" fmla="*/ 0 h 417858"/>
              <a:gd name="connsiteX2" fmla="*/ 210749 w 2092926"/>
              <a:gd name="connsiteY2" fmla="*/ 59384 h 417858"/>
              <a:gd name="connsiteX3" fmla="*/ 1506614 w 2092926"/>
              <a:gd name="connsiteY3" fmla="*/ 84644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 name="connsiteX0" fmla="*/ 0 w 2092926"/>
              <a:gd name="connsiteY0" fmla="*/ 215611 h 417858"/>
              <a:gd name="connsiteX1" fmla="*/ 79975 w 2092926"/>
              <a:gd name="connsiteY1" fmla="*/ 0 h 417858"/>
              <a:gd name="connsiteX2" fmla="*/ 210749 w 2092926"/>
              <a:gd name="connsiteY2" fmla="*/ 59384 h 417858"/>
              <a:gd name="connsiteX3" fmla="*/ 1558708 w 2092926"/>
              <a:gd name="connsiteY3" fmla="*/ 101716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 name="connsiteX0" fmla="*/ 0 w 2141720"/>
              <a:gd name="connsiteY0" fmla="*/ 215611 h 417858"/>
              <a:gd name="connsiteX1" fmla="*/ 79975 w 2141720"/>
              <a:gd name="connsiteY1" fmla="*/ 0 h 417858"/>
              <a:gd name="connsiteX2" fmla="*/ 210749 w 2141720"/>
              <a:gd name="connsiteY2" fmla="*/ 59384 h 417858"/>
              <a:gd name="connsiteX3" fmla="*/ 1558708 w 2141720"/>
              <a:gd name="connsiteY3" fmla="*/ 101716 h 417858"/>
              <a:gd name="connsiteX4" fmla="*/ 2141720 w 2141720"/>
              <a:gd name="connsiteY4" fmla="*/ 325652 h 417858"/>
              <a:gd name="connsiteX5" fmla="*/ 902724 w 2141720"/>
              <a:gd name="connsiteY5" fmla="*/ 358746 h 417858"/>
              <a:gd name="connsiteX6" fmla="*/ 1038814 w 2141720"/>
              <a:gd name="connsiteY6" fmla="*/ 417858 h 417858"/>
              <a:gd name="connsiteX7" fmla="*/ 0 w 2141720"/>
              <a:gd name="connsiteY7" fmla="*/ 215611 h 417858"/>
              <a:gd name="connsiteX0" fmla="*/ 0 w 2141720"/>
              <a:gd name="connsiteY0" fmla="*/ 215611 h 417858"/>
              <a:gd name="connsiteX1" fmla="*/ 79975 w 2141720"/>
              <a:gd name="connsiteY1" fmla="*/ 0 h 417858"/>
              <a:gd name="connsiteX2" fmla="*/ 210749 w 2141720"/>
              <a:gd name="connsiteY2" fmla="*/ 59384 h 417858"/>
              <a:gd name="connsiteX3" fmla="*/ 1558708 w 2141720"/>
              <a:gd name="connsiteY3" fmla="*/ 101716 h 417858"/>
              <a:gd name="connsiteX4" fmla="*/ 2141720 w 2141720"/>
              <a:gd name="connsiteY4" fmla="*/ 325652 h 417858"/>
              <a:gd name="connsiteX5" fmla="*/ 1061897 w 2141720"/>
              <a:gd name="connsiteY5" fmla="*/ 334716 h 417858"/>
              <a:gd name="connsiteX6" fmla="*/ 1038814 w 2141720"/>
              <a:gd name="connsiteY6" fmla="*/ 417858 h 417858"/>
              <a:gd name="connsiteX7" fmla="*/ 0 w 2141720"/>
              <a:gd name="connsiteY7" fmla="*/ 215611 h 417858"/>
              <a:gd name="connsiteX0" fmla="*/ 0 w 2141720"/>
              <a:gd name="connsiteY0" fmla="*/ 215611 h 417858"/>
              <a:gd name="connsiteX1" fmla="*/ 79975 w 2141720"/>
              <a:gd name="connsiteY1" fmla="*/ 0 h 417858"/>
              <a:gd name="connsiteX2" fmla="*/ 398835 w 2141720"/>
              <a:gd name="connsiteY2" fmla="*/ 86954 h 417858"/>
              <a:gd name="connsiteX3" fmla="*/ 1558708 w 2141720"/>
              <a:gd name="connsiteY3" fmla="*/ 101716 h 417858"/>
              <a:gd name="connsiteX4" fmla="*/ 2141720 w 2141720"/>
              <a:gd name="connsiteY4" fmla="*/ 325652 h 417858"/>
              <a:gd name="connsiteX5" fmla="*/ 1061897 w 2141720"/>
              <a:gd name="connsiteY5" fmla="*/ 334716 h 417858"/>
              <a:gd name="connsiteX6" fmla="*/ 1038814 w 2141720"/>
              <a:gd name="connsiteY6" fmla="*/ 417858 h 417858"/>
              <a:gd name="connsiteX7" fmla="*/ 0 w 2141720"/>
              <a:gd name="connsiteY7" fmla="*/ 215611 h 417858"/>
              <a:gd name="connsiteX0" fmla="*/ 0 w 2141720"/>
              <a:gd name="connsiteY0" fmla="*/ 178839 h 381086"/>
              <a:gd name="connsiteX1" fmla="*/ 272231 w 2141720"/>
              <a:gd name="connsiteY1" fmla="*/ 0 h 381086"/>
              <a:gd name="connsiteX2" fmla="*/ 398835 w 2141720"/>
              <a:gd name="connsiteY2" fmla="*/ 50182 h 381086"/>
              <a:gd name="connsiteX3" fmla="*/ 1558708 w 2141720"/>
              <a:gd name="connsiteY3" fmla="*/ 64944 h 381086"/>
              <a:gd name="connsiteX4" fmla="*/ 2141720 w 2141720"/>
              <a:gd name="connsiteY4" fmla="*/ 288880 h 381086"/>
              <a:gd name="connsiteX5" fmla="*/ 1061897 w 2141720"/>
              <a:gd name="connsiteY5" fmla="*/ 297944 h 381086"/>
              <a:gd name="connsiteX6" fmla="*/ 1038814 w 2141720"/>
              <a:gd name="connsiteY6" fmla="*/ 381086 h 381086"/>
              <a:gd name="connsiteX7" fmla="*/ 0 w 2141720"/>
              <a:gd name="connsiteY7" fmla="*/ 178839 h 381086"/>
              <a:gd name="connsiteX0" fmla="*/ 0 w 2141720"/>
              <a:gd name="connsiteY0" fmla="*/ 178839 h 350920"/>
              <a:gd name="connsiteX1" fmla="*/ 272231 w 2141720"/>
              <a:gd name="connsiteY1" fmla="*/ 0 h 350920"/>
              <a:gd name="connsiteX2" fmla="*/ 398835 w 2141720"/>
              <a:gd name="connsiteY2" fmla="*/ 50182 h 350920"/>
              <a:gd name="connsiteX3" fmla="*/ 1558708 w 2141720"/>
              <a:gd name="connsiteY3" fmla="*/ 64944 h 350920"/>
              <a:gd name="connsiteX4" fmla="*/ 2141720 w 2141720"/>
              <a:gd name="connsiteY4" fmla="*/ 288880 h 350920"/>
              <a:gd name="connsiteX5" fmla="*/ 1061897 w 2141720"/>
              <a:gd name="connsiteY5" fmla="*/ 297944 h 350920"/>
              <a:gd name="connsiteX6" fmla="*/ 1195208 w 2141720"/>
              <a:gd name="connsiteY6" fmla="*/ 350920 h 350920"/>
              <a:gd name="connsiteX7" fmla="*/ 0 w 2141720"/>
              <a:gd name="connsiteY7" fmla="*/ 178839 h 350920"/>
              <a:gd name="connsiteX0" fmla="*/ 35178 w 1869489"/>
              <a:gd name="connsiteY0" fmla="*/ 180094 h 350920"/>
              <a:gd name="connsiteX1" fmla="*/ 0 w 1869489"/>
              <a:gd name="connsiteY1" fmla="*/ 0 h 350920"/>
              <a:gd name="connsiteX2" fmla="*/ 126604 w 1869489"/>
              <a:gd name="connsiteY2" fmla="*/ 50182 h 350920"/>
              <a:gd name="connsiteX3" fmla="*/ 1286477 w 1869489"/>
              <a:gd name="connsiteY3" fmla="*/ 64944 h 350920"/>
              <a:gd name="connsiteX4" fmla="*/ 1869489 w 1869489"/>
              <a:gd name="connsiteY4" fmla="*/ 288880 h 350920"/>
              <a:gd name="connsiteX5" fmla="*/ 789666 w 1869489"/>
              <a:gd name="connsiteY5" fmla="*/ 297944 h 350920"/>
              <a:gd name="connsiteX6" fmla="*/ 922977 w 1869489"/>
              <a:gd name="connsiteY6" fmla="*/ 350920 h 350920"/>
              <a:gd name="connsiteX7" fmla="*/ 35178 w 1869489"/>
              <a:gd name="connsiteY7" fmla="*/ 180094 h 350920"/>
              <a:gd name="connsiteX0" fmla="*/ 0 w 1899805"/>
              <a:gd name="connsiteY0" fmla="*/ 178333 h 350920"/>
              <a:gd name="connsiteX1" fmla="*/ 30316 w 1899805"/>
              <a:gd name="connsiteY1" fmla="*/ 0 h 350920"/>
              <a:gd name="connsiteX2" fmla="*/ 156920 w 1899805"/>
              <a:gd name="connsiteY2" fmla="*/ 50182 h 350920"/>
              <a:gd name="connsiteX3" fmla="*/ 1316793 w 1899805"/>
              <a:gd name="connsiteY3" fmla="*/ 64944 h 350920"/>
              <a:gd name="connsiteX4" fmla="*/ 1899805 w 1899805"/>
              <a:gd name="connsiteY4" fmla="*/ 288880 h 350920"/>
              <a:gd name="connsiteX5" fmla="*/ 819982 w 1899805"/>
              <a:gd name="connsiteY5" fmla="*/ 297944 h 350920"/>
              <a:gd name="connsiteX6" fmla="*/ 953293 w 1899805"/>
              <a:gd name="connsiteY6" fmla="*/ 350920 h 350920"/>
              <a:gd name="connsiteX7" fmla="*/ 0 w 1899805"/>
              <a:gd name="connsiteY7" fmla="*/ 178333 h 350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9805" h="350920">
                <a:moveTo>
                  <a:pt x="0" y="178333"/>
                </a:moveTo>
                <a:lnTo>
                  <a:pt x="30316" y="0"/>
                </a:lnTo>
                <a:lnTo>
                  <a:pt x="156920" y="50182"/>
                </a:lnTo>
                <a:lnTo>
                  <a:pt x="1316793" y="64944"/>
                </a:lnTo>
                <a:lnTo>
                  <a:pt x="1899805" y="288880"/>
                </a:lnTo>
                <a:lnTo>
                  <a:pt x="819982" y="297944"/>
                </a:lnTo>
                <a:lnTo>
                  <a:pt x="953293" y="350920"/>
                </a:lnTo>
                <a:lnTo>
                  <a:pt x="0" y="178333"/>
                </a:lnTo>
                <a:close/>
              </a:path>
            </a:pathLst>
          </a:custGeom>
          <a:solidFill>
            <a:srgbClr val="006600"/>
          </a:solidFill>
          <a:ln w="3175" cap="flat" cmpd="sng" algn="ctr">
            <a:noFill/>
            <a:prstDash val="solid"/>
            <a:round/>
            <a:headEnd type="none" w="med" len="med"/>
            <a:tailEnd type="none" w="med" len="med"/>
          </a:ln>
          <a:effectLst>
            <a:outerShdw blurRad="50800" dist="50800" dir="2700000" algn="tl"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Workflow Automations</a:t>
            </a:r>
          </a:p>
        </p:txBody>
      </p:sp>
      <p:sp>
        <p:nvSpPr>
          <p:cNvPr id="52" name="Arrow: Left 7">
            <a:extLst>
              <a:ext uri="{FF2B5EF4-FFF2-40B4-BE49-F238E27FC236}">
                <a16:creationId xmlns:a16="http://schemas.microsoft.com/office/drawing/2014/main" id="{A90B3303-458D-DAE4-27B8-1EF924B8131D}"/>
              </a:ext>
            </a:extLst>
          </p:cNvPr>
          <p:cNvSpPr/>
          <p:nvPr/>
        </p:nvSpPr>
        <p:spPr bwMode="auto">
          <a:xfrm rot="20007326">
            <a:off x="3609622" y="5514270"/>
            <a:ext cx="2615249" cy="556269"/>
          </a:xfrm>
          <a:custGeom>
            <a:avLst/>
            <a:gdLst>
              <a:gd name="connsiteX0" fmla="*/ 0 w 1634647"/>
              <a:gd name="connsiteY0" fmla="*/ 300625 h 601249"/>
              <a:gd name="connsiteX1" fmla="*/ 574662 w 1634647"/>
              <a:gd name="connsiteY1" fmla="*/ 0 h 601249"/>
              <a:gd name="connsiteX2" fmla="*/ 574662 w 1634647"/>
              <a:gd name="connsiteY2" fmla="*/ 150312 h 601249"/>
              <a:gd name="connsiteX3" fmla="*/ 1634647 w 1634647"/>
              <a:gd name="connsiteY3" fmla="*/ 150312 h 601249"/>
              <a:gd name="connsiteX4" fmla="*/ 1634647 w 1634647"/>
              <a:gd name="connsiteY4" fmla="*/ 450937 h 601249"/>
              <a:gd name="connsiteX5" fmla="*/ 574662 w 1634647"/>
              <a:gd name="connsiteY5" fmla="*/ 450937 h 601249"/>
              <a:gd name="connsiteX6" fmla="*/ 574662 w 1634647"/>
              <a:gd name="connsiteY6" fmla="*/ 601249 h 601249"/>
              <a:gd name="connsiteX7" fmla="*/ 0 w 1634647"/>
              <a:gd name="connsiteY7" fmla="*/ 300625 h 601249"/>
              <a:gd name="connsiteX0" fmla="*/ 0 w 1672958"/>
              <a:gd name="connsiteY0" fmla="*/ 300625 h 601249"/>
              <a:gd name="connsiteX1" fmla="*/ 574662 w 1672958"/>
              <a:gd name="connsiteY1" fmla="*/ 0 h 601249"/>
              <a:gd name="connsiteX2" fmla="*/ 574662 w 1672958"/>
              <a:gd name="connsiteY2" fmla="*/ 150312 h 601249"/>
              <a:gd name="connsiteX3" fmla="*/ 1672958 w 1672958"/>
              <a:gd name="connsiteY3" fmla="*/ 169679 h 601249"/>
              <a:gd name="connsiteX4" fmla="*/ 1634647 w 1672958"/>
              <a:gd name="connsiteY4" fmla="*/ 450937 h 601249"/>
              <a:gd name="connsiteX5" fmla="*/ 574662 w 1672958"/>
              <a:gd name="connsiteY5" fmla="*/ 450937 h 601249"/>
              <a:gd name="connsiteX6" fmla="*/ 574662 w 1672958"/>
              <a:gd name="connsiteY6" fmla="*/ 601249 h 601249"/>
              <a:gd name="connsiteX7" fmla="*/ 0 w 1672958"/>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574662 w 2259270"/>
              <a:gd name="connsiteY5" fmla="*/ 450937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898 w 2259270"/>
              <a:gd name="connsiteY2" fmla="*/ 137284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63194 w 2322464"/>
              <a:gd name="connsiteY0" fmla="*/ 221088 h 521712"/>
              <a:gd name="connsiteX1" fmla="*/ 0 w 2322464"/>
              <a:gd name="connsiteY1" fmla="*/ 0 h 521712"/>
              <a:gd name="connsiteX2" fmla="*/ 121092 w 2322464"/>
              <a:gd name="connsiteY2" fmla="*/ 57747 h 521712"/>
              <a:gd name="connsiteX3" fmla="*/ 1736152 w 2322464"/>
              <a:gd name="connsiteY3" fmla="*/ 90142 h 521712"/>
              <a:gd name="connsiteX4" fmla="*/ 2322464 w 2322464"/>
              <a:gd name="connsiteY4" fmla="*/ 345856 h 521712"/>
              <a:gd name="connsiteX5" fmla="*/ 836109 w 2322464"/>
              <a:gd name="connsiteY5" fmla="*/ 369792 h 521712"/>
              <a:gd name="connsiteX6" fmla="*/ 637856 w 2322464"/>
              <a:gd name="connsiteY6" fmla="*/ 521712 h 521712"/>
              <a:gd name="connsiteX7" fmla="*/ 63194 w 2322464"/>
              <a:gd name="connsiteY7" fmla="*/ 221088 h 521712"/>
              <a:gd name="connsiteX0" fmla="*/ 63194 w 2322464"/>
              <a:gd name="connsiteY0" fmla="*/ 221088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63194 w 2322464"/>
              <a:gd name="connsiteY7" fmla="*/ 221088 h 454684"/>
              <a:gd name="connsiteX0" fmla="*/ 0 w 2435297"/>
              <a:gd name="connsiteY0" fmla="*/ 219426 h 454684"/>
              <a:gd name="connsiteX1" fmla="*/ 112833 w 2435297"/>
              <a:gd name="connsiteY1" fmla="*/ 0 h 454684"/>
              <a:gd name="connsiteX2" fmla="*/ 233925 w 2435297"/>
              <a:gd name="connsiteY2" fmla="*/ 57747 h 454684"/>
              <a:gd name="connsiteX3" fmla="*/ 1848985 w 2435297"/>
              <a:gd name="connsiteY3" fmla="*/ 90142 h 454684"/>
              <a:gd name="connsiteX4" fmla="*/ 2435297 w 2435297"/>
              <a:gd name="connsiteY4" fmla="*/ 345856 h 454684"/>
              <a:gd name="connsiteX5" fmla="*/ 948942 w 2435297"/>
              <a:gd name="connsiteY5" fmla="*/ 369792 h 454684"/>
              <a:gd name="connsiteX6" fmla="*/ 1143932 w 2435297"/>
              <a:gd name="connsiteY6" fmla="*/ 454684 h 454684"/>
              <a:gd name="connsiteX7" fmla="*/ 0 w 2435297"/>
              <a:gd name="connsiteY7" fmla="*/ 219426 h 454684"/>
              <a:gd name="connsiteX0" fmla="*/ 136687 w 2322464"/>
              <a:gd name="connsiteY0" fmla="*/ 219461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136687 w 2322464"/>
              <a:gd name="connsiteY0" fmla="*/ 219461 h 454684"/>
              <a:gd name="connsiteX1" fmla="*/ 0 w 2322464"/>
              <a:gd name="connsiteY1" fmla="*/ 0 h 454684"/>
              <a:gd name="connsiteX2" fmla="*/ 440287 w 2322464"/>
              <a:gd name="connsiteY2" fmla="*/ 64882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995575 w 2185777"/>
              <a:gd name="connsiteY5" fmla="*/ 358746 h 449186"/>
              <a:gd name="connsiteX6" fmla="*/ 894412 w 2185777"/>
              <a:gd name="connsiteY6" fmla="*/ 449186 h 449186"/>
              <a:gd name="connsiteX7" fmla="*/ 0 w 2185777"/>
              <a:gd name="connsiteY7" fmla="*/ 213963 h 449186"/>
              <a:gd name="connsiteX0" fmla="*/ 0 w 2185777"/>
              <a:gd name="connsiteY0" fmla="*/ 213963 h 428633"/>
              <a:gd name="connsiteX1" fmla="*/ 172826 w 2185777"/>
              <a:gd name="connsiteY1" fmla="*/ 0 h 428633"/>
              <a:gd name="connsiteX2" fmla="*/ 303600 w 2185777"/>
              <a:gd name="connsiteY2" fmla="*/ 59384 h 428633"/>
              <a:gd name="connsiteX3" fmla="*/ 1599465 w 2185777"/>
              <a:gd name="connsiteY3" fmla="*/ 84644 h 428633"/>
              <a:gd name="connsiteX4" fmla="*/ 2185777 w 2185777"/>
              <a:gd name="connsiteY4" fmla="*/ 340358 h 428633"/>
              <a:gd name="connsiteX5" fmla="*/ 995575 w 2185777"/>
              <a:gd name="connsiteY5" fmla="*/ 358746 h 428633"/>
              <a:gd name="connsiteX6" fmla="*/ 1150344 w 2185777"/>
              <a:gd name="connsiteY6" fmla="*/ 428633 h 428633"/>
              <a:gd name="connsiteX7" fmla="*/ 0 w 2185777"/>
              <a:gd name="connsiteY7" fmla="*/ 213963 h 428633"/>
              <a:gd name="connsiteX0" fmla="*/ 0 w 2020658"/>
              <a:gd name="connsiteY0" fmla="*/ 210850 h 428633"/>
              <a:gd name="connsiteX1" fmla="*/ 7707 w 2020658"/>
              <a:gd name="connsiteY1" fmla="*/ 0 h 428633"/>
              <a:gd name="connsiteX2" fmla="*/ 138481 w 2020658"/>
              <a:gd name="connsiteY2" fmla="*/ 59384 h 428633"/>
              <a:gd name="connsiteX3" fmla="*/ 1434346 w 2020658"/>
              <a:gd name="connsiteY3" fmla="*/ 84644 h 428633"/>
              <a:gd name="connsiteX4" fmla="*/ 2020658 w 2020658"/>
              <a:gd name="connsiteY4" fmla="*/ 340358 h 428633"/>
              <a:gd name="connsiteX5" fmla="*/ 830456 w 2020658"/>
              <a:gd name="connsiteY5" fmla="*/ 358746 h 428633"/>
              <a:gd name="connsiteX6" fmla="*/ 985225 w 2020658"/>
              <a:gd name="connsiteY6" fmla="*/ 428633 h 428633"/>
              <a:gd name="connsiteX7" fmla="*/ 0 w 2020658"/>
              <a:gd name="connsiteY7" fmla="*/ 210850 h 428633"/>
              <a:gd name="connsiteX0" fmla="*/ 0 w 2378986"/>
              <a:gd name="connsiteY0" fmla="*/ 209980 h 428633"/>
              <a:gd name="connsiteX1" fmla="*/ 366035 w 2378986"/>
              <a:gd name="connsiteY1" fmla="*/ 0 h 428633"/>
              <a:gd name="connsiteX2" fmla="*/ 496809 w 2378986"/>
              <a:gd name="connsiteY2" fmla="*/ 59384 h 428633"/>
              <a:gd name="connsiteX3" fmla="*/ 1792674 w 2378986"/>
              <a:gd name="connsiteY3" fmla="*/ 84644 h 428633"/>
              <a:gd name="connsiteX4" fmla="*/ 2378986 w 2378986"/>
              <a:gd name="connsiteY4" fmla="*/ 340358 h 428633"/>
              <a:gd name="connsiteX5" fmla="*/ 1188784 w 2378986"/>
              <a:gd name="connsiteY5" fmla="*/ 358746 h 428633"/>
              <a:gd name="connsiteX6" fmla="*/ 1343553 w 2378986"/>
              <a:gd name="connsiteY6" fmla="*/ 428633 h 428633"/>
              <a:gd name="connsiteX7" fmla="*/ 0 w 2378986"/>
              <a:gd name="connsiteY7" fmla="*/ 209980 h 428633"/>
              <a:gd name="connsiteX0" fmla="*/ 0 w 2176099"/>
              <a:gd name="connsiteY0" fmla="*/ 215599 h 428633"/>
              <a:gd name="connsiteX1" fmla="*/ 163148 w 2176099"/>
              <a:gd name="connsiteY1" fmla="*/ 0 h 428633"/>
              <a:gd name="connsiteX2" fmla="*/ 293922 w 2176099"/>
              <a:gd name="connsiteY2" fmla="*/ 59384 h 428633"/>
              <a:gd name="connsiteX3" fmla="*/ 1589787 w 2176099"/>
              <a:gd name="connsiteY3" fmla="*/ 84644 h 428633"/>
              <a:gd name="connsiteX4" fmla="*/ 2176099 w 2176099"/>
              <a:gd name="connsiteY4" fmla="*/ 340358 h 428633"/>
              <a:gd name="connsiteX5" fmla="*/ 985897 w 2176099"/>
              <a:gd name="connsiteY5" fmla="*/ 358746 h 428633"/>
              <a:gd name="connsiteX6" fmla="*/ 1140666 w 2176099"/>
              <a:gd name="connsiteY6" fmla="*/ 428633 h 428633"/>
              <a:gd name="connsiteX7" fmla="*/ 0 w 2176099"/>
              <a:gd name="connsiteY7" fmla="*/ 215599 h 428633"/>
              <a:gd name="connsiteX0" fmla="*/ 0 w 2092926"/>
              <a:gd name="connsiteY0" fmla="*/ 215611 h 428633"/>
              <a:gd name="connsiteX1" fmla="*/ 79975 w 2092926"/>
              <a:gd name="connsiteY1" fmla="*/ 0 h 428633"/>
              <a:gd name="connsiteX2" fmla="*/ 210749 w 2092926"/>
              <a:gd name="connsiteY2" fmla="*/ 59384 h 428633"/>
              <a:gd name="connsiteX3" fmla="*/ 1506614 w 2092926"/>
              <a:gd name="connsiteY3" fmla="*/ 84644 h 428633"/>
              <a:gd name="connsiteX4" fmla="*/ 2092926 w 2092926"/>
              <a:gd name="connsiteY4" fmla="*/ 340358 h 428633"/>
              <a:gd name="connsiteX5" fmla="*/ 902724 w 2092926"/>
              <a:gd name="connsiteY5" fmla="*/ 358746 h 428633"/>
              <a:gd name="connsiteX6" fmla="*/ 1057493 w 2092926"/>
              <a:gd name="connsiteY6" fmla="*/ 428633 h 428633"/>
              <a:gd name="connsiteX7" fmla="*/ 0 w 2092926"/>
              <a:gd name="connsiteY7" fmla="*/ 215611 h 428633"/>
              <a:gd name="connsiteX0" fmla="*/ 0 w 2092926"/>
              <a:gd name="connsiteY0" fmla="*/ 215611 h 418813"/>
              <a:gd name="connsiteX1" fmla="*/ 79975 w 2092926"/>
              <a:gd name="connsiteY1" fmla="*/ 0 h 418813"/>
              <a:gd name="connsiteX2" fmla="*/ 210749 w 2092926"/>
              <a:gd name="connsiteY2" fmla="*/ 59384 h 418813"/>
              <a:gd name="connsiteX3" fmla="*/ 1506614 w 2092926"/>
              <a:gd name="connsiteY3" fmla="*/ 84644 h 418813"/>
              <a:gd name="connsiteX4" fmla="*/ 2092926 w 2092926"/>
              <a:gd name="connsiteY4" fmla="*/ 340358 h 418813"/>
              <a:gd name="connsiteX5" fmla="*/ 902724 w 2092926"/>
              <a:gd name="connsiteY5" fmla="*/ 358746 h 418813"/>
              <a:gd name="connsiteX6" fmla="*/ 1040995 w 2092926"/>
              <a:gd name="connsiteY6" fmla="*/ 418813 h 418813"/>
              <a:gd name="connsiteX7" fmla="*/ 0 w 2092926"/>
              <a:gd name="connsiteY7" fmla="*/ 215611 h 418813"/>
              <a:gd name="connsiteX0" fmla="*/ 0 w 2092926"/>
              <a:gd name="connsiteY0" fmla="*/ 215611 h 417858"/>
              <a:gd name="connsiteX1" fmla="*/ 79975 w 2092926"/>
              <a:gd name="connsiteY1" fmla="*/ 0 h 417858"/>
              <a:gd name="connsiteX2" fmla="*/ 210749 w 2092926"/>
              <a:gd name="connsiteY2" fmla="*/ 59384 h 417858"/>
              <a:gd name="connsiteX3" fmla="*/ 1506614 w 2092926"/>
              <a:gd name="connsiteY3" fmla="*/ 84644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 name="connsiteX0" fmla="*/ 0 w 2092926"/>
              <a:gd name="connsiteY0" fmla="*/ 249629 h 451876"/>
              <a:gd name="connsiteX1" fmla="*/ 79975 w 2092926"/>
              <a:gd name="connsiteY1" fmla="*/ 34018 h 451876"/>
              <a:gd name="connsiteX2" fmla="*/ 210749 w 2092926"/>
              <a:gd name="connsiteY2" fmla="*/ 93402 h 451876"/>
              <a:gd name="connsiteX3" fmla="*/ 1241430 w 2092926"/>
              <a:gd name="connsiteY3" fmla="*/ 0 h 451876"/>
              <a:gd name="connsiteX4" fmla="*/ 2092926 w 2092926"/>
              <a:gd name="connsiteY4" fmla="*/ 374376 h 451876"/>
              <a:gd name="connsiteX5" fmla="*/ 902724 w 2092926"/>
              <a:gd name="connsiteY5" fmla="*/ 392764 h 451876"/>
              <a:gd name="connsiteX6" fmla="*/ 1038814 w 2092926"/>
              <a:gd name="connsiteY6" fmla="*/ 451876 h 451876"/>
              <a:gd name="connsiteX7" fmla="*/ 0 w 2092926"/>
              <a:gd name="connsiteY7" fmla="*/ 249629 h 451876"/>
              <a:gd name="connsiteX0" fmla="*/ 0 w 1820242"/>
              <a:gd name="connsiteY0" fmla="*/ 249629 h 451876"/>
              <a:gd name="connsiteX1" fmla="*/ 79975 w 1820242"/>
              <a:gd name="connsiteY1" fmla="*/ 34018 h 451876"/>
              <a:gd name="connsiteX2" fmla="*/ 210749 w 1820242"/>
              <a:gd name="connsiteY2" fmla="*/ 93402 h 451876"/>
              <a:gd name="connsiteX3" fmla="*/ 1241430 w 1820242"/>
              <a:gd name="connsiteY3" fmla="*/ 0 h 451876"/>
              <a:gd name="connsiteX4" fmla="*/ 1820242 w 1820242"/>
              <a:gd name="connsiteY4" fmla="*/ 255030 h 451876"/>
              <a:gd name="connsiteX5" fmla="*/ 902724 w 1820242"/>
              <a:gd name="connsiteY5" fmla="*/ 392764 h 451876"/>
              <a:gd name="connsiteX6" fmla="*/ 1038814 w 1820242"/>
              <a:gd name="connsiteY6" fmla="*/ 451876 h 451876"/>
              <a:gd name="connsiteX7" fmla="*/ 0 w 1820242"/>
              <a:gd name="connsiteY7" fmla="*/ 249629 h 451876"/>
              <a:gd name="connsiteX0" fmla="*/ 0 w 2014555"/>
              <a:gd name="connsiteY0" fmla="*/ 349137 h 451876"/>
              <a:gd name="connsiteX1" fmla="*/ 274288 w 2014555"/>
              <a:gd name="connsiteY1" fmla="*/ 34018 h 451876"/>
              <a:gd name="connsiteX2" fmla="*/ 405062 w 2014555"/>
              <a:gd name="connsiteY2" fmla="*/ 93402 h 451876"/>
              <a:gd name="connsiteX3" fmla="*/ 1435743 w 2014555"/>
              <a:gd name="connsiteY3" fmla="*/ 0 h 451876"/>
              <a:gd name="connsiteX4" fmla="*/ 2014555 w 2014555"/>
              <a:gd name="connsiteY4" fmla="*/ 255030 h 451876"/>
              <a:gd name="connsiteX5" fmla="*/ 1097037 w 2014555"/>
              <a:gd name="connsiteY5" fmla="*/ 392764 h 451876"/>
              <a:gd name="connsiteX6" fmla="*/ 1233127 w 2014555"/>
              <a:gd name="connsiteY6" fmla="*/ 451876 h 451876"/>
              <a:gd name="connsiteX7" fmla="*/ 0 w 2014555"/>
              <a:gd name="connsiteY7" fmla="*/ 349137 h 451876"/>
              <a:gd name="connsiteX0" fmla="*/ 0 w 2014555"/>
              <a:gd name="connsiteY0" fmla="*/ 349137 h 451876"/>
              <a:gd name="connsiteX1" fmla="*/ 274288 w 2014555"/>
              <a:gd name="connsiteY1" fmla="*/ 34018 h 451876"/>
              <a:gd name="connsiteX2" fmla="*/ 1734 w 2014555"/>
              <a:gd name="connsiteY2" fmla="*/ 130023 h 451876"/>
              <a:gd name="connsiteX3" fmla="*/ 1435743 w 2014555"/>
              <a:gd name="connsiteY3" fmla="*/ 0 h 451876"/>
              <a:gd name="connsiteX4" fmla="*/ 2014555 w 2014555"/>
              <a:gd name="connsiteY4" fmla="*/ 255030 h 451876"/>
              <a:gd name="connsiteX5" fmla="*/ 1097037 w 2014555"/>
              <a:gd name="connsiteY5" fmla="*/ 392764 h 451876"/>
              <a:gd name="connsiteX6" fmla="*/ 1233127 w 2014555"/>
              <a:gd name="connsiteY6" fmla="*/ 451876 h 451876"/>
              <a:gd name="connsiteX7" fmla="*/ 0 w 2014555"/>
              <a:gd name="connsiteY7" fmla="*/ 349137 h 451876"/>
              <a:gd name="connsiteX0" fmla="*/ 132176 w 2146731"/>
              <a:gd name="connsiteY0" fmla="*/ 349137 h 451876"/>
              <a:gd name="connsiteX1" fmla="*/ 0 w 2146731"/>
              <a:gd name="connsiteY1" fmla="*/ 71865 h 451876"/>
              <a:gd name="connsiteX2" fmla="*/ 133910 w 2146731"/>
              <a:gd name="connsiteY2" fmla="*/ 130023 h 451876"/>
              <a:gd name="connsiteX3" fmla="*/ 1567919 w 2146731"/>
              <a:gd name="connsiteY3" fmla="*/ 0 h 451876"/>
              <a:gd name="connsiteX4" fmla="*/ 2146731 w 2146731"/>
              <a:gd name="connsiteY4" fmla="*/ 255030 h 451876"/>
              <a:gd name="connsiteX5" fmla="*/ 1229213 w 2146731"/>
              <a:gd name="connsiteY5" fmla="*/ 392764 h 451876"/>
              <a:gd name="connsiteX6" fmla="*/ 1365303 w 2146731"/>
              <a:gd name="connsiteY6" fmla="*/ 451876 h 451876"/>
              <a:gd name="connsiteX7" fmla="*/ 132176 w 2146731"/>
              <a:gd name="connsiteY7" fmla="*/ 349137 h 451876"/>
              <a:gd name="connsiteX0" fmla="*/ 132176 w 2146731"/>
              <a:gd name="connsiteY0" fmla="*/ 349137 h 451876"/>
              <a:gd name="connsiteX1" fmla="*/ 0 w 2146731"/>
              <a:gd name="connsiteY1" fmla="*/ 71865 h 451876"/>
              <a:gd name="connsiteX2" fmla="*/ 133910 w 2146731"/>
              <a:gd name="connsiteY2" fmla="*/ 130023 h 451876"/>
              <a:gd name="connsiteX3" fmla="*/ 1567919 w 2146731"/>
              <a:gd name="connsiteY3" fmla="*/ 0 h 451876"/>
              <a:gd name="connsiteX4" fmla="*/ 2146731 w 2146731"/>
              <a:gd name="connsiteY4" fmla="*/ 255030 h 451876"/>
              <a:gd name="connsiteX5" fmla="*/ 751032 w 2146731"/>
              <a:gd name="connsiteY5" fmla="*/ 404423 h 451876"/>
              <a:gd name="connsiteX6" fmla="*/ 1365303 w 2146731"/>
              <a:gd name="connsiteY6" fmla="*/ 451876 h 451876"/>
              <a:gd name="connsiteX7" fmla="*/ 132176 w 2146731"/>
              <a:gd name="connsiteY7" fmla="*/ 349137 h 451876"/>
              <a:gd name="connsiteX0" fmla="*/ 132176 w 2146731"/>
              <a:gd name="connsiteY0" fmla="*/ 349137 h 462852"/>
              <a:gd name="connsiteX1" fmla="*/ 0 w 2146731"/>
              <a:gd name="connsiteY1" fmla="*/ 71865 h 462852"/>
              <a:gd name="connsiteX2" fmla="*/ 133910 w 2146731"/>
              <a:gd name="connsiteY2" fmla="*/ 130023 h 462852"/>
              <a:gd name="connsiteX3" fmla="*/ 1567919 w 2146731"/>
              <a:gd name="connsiteY3" fmla="*/ 0 h 462852"/>
              <a:gd name="connsiteX4" fmla="*/ 2146731 w 2146731"/>
              <a:gd name="connsiteY4" fmla="*/ 255030 h 462852"/>
              <a:gd name="connsiteX5" fmla="*/ 751032 w 2146731"/>
              <a:gd name="connsiteY5" fmla="*/ 404423 h 462852"/>
              <a:gd name="connsiteX6" fmla="*/ 879623 w 2146731"/>
              <a:gd name="connsiteY6" fmla="*/ 462852 h 462852"/>
              <a:gd name="connsiteX7" fmla="*/ 132176 w 2146731"/>
              <a:gd name="connsiteY7" fmla="*/ 349137 h 462852"/>
              <a:gd name="connsiteX0" fmla="*/ 0 w 2177905"/>
              <a:gd name="connsiteY0" fmla="*/ 366022 h 462852"/>
              <a:gd name="connsiteX1" fmla="*/ 31174 w 2177905"/>
              <a:gd name="connsiteY1" fmla="*/ 71865 h 462852"/>
              <a:gd name="connsiteX2" fmla="*/ 165084 w 2177905"/>
              <a:gd name="connsiteY2" fmla="*/ 130023 h 462852"/>
              <a:gd name="connsiteX3" fmla="*/ 1599093 w 2177905"/>
              <a:gd name="connsiteY3" fmla="*/ 0 h 462852"/>
              <a:gd name="connsiteX4" fmla="*/ 2177905 w 2177905"/>
              <a:gd name="connsiteY4" fmla="*/ 255030 h 462852"/>
              <a:gd name="connsiteX5" fmla="*/ 782206 w 2177905"/>
              <a:gd name="connsiteY5" fmla="*/ 404423 h 462852"/>
              <a:gd name="connsiteX6" fmla="*/ 910797 w 2177905"/>
              <a:gd name="connsiteY6" fmla="*/ 462852 h 462852"/>
              <a:gd name="connsiteX7" fmla="*/ 0 w 2177905"/>
              <a:gd name="connsiteY7" fmla="*/ 366022 h 462852"/>
              <a:gd name="connsiteX0" fmla="*/ 0 w 2177905"/>
              <a:gd name="connsiteY0" fmla="*/ 301254 h 398084"/>
              <a:gd name="connsiteX1" fmla="*/ 31174 w 2177905"/>
              <a:gd name="connsiteY1" fmla="*/ 7097 h 398084"/>
              <a:gd name="connsiteX2" fmla="*/ 165084 w 2177905"/>
              <a:gd name="connsiteY2" fmla="*/ 65255 h 398084"/>
              <a:gd name="connsiteX3" fmla="*/ 1624430 w 2177905"/>
              <a:gd name="connsiteY3" fmla="*/ 0 h 398084"/>
              <a:gd name="connsiteX4" fmla="*/ 2177905 w 2177905"/>
              <a:gd name="connsiteY4" fmla="*/ 190262 h 398084"/>
              <a:gd name="connsiteX5" fmla="*/ 782206 w 2177905"/>
              <a:gd name="connsiteY5" fmla="*/ 339655 h 398084"/>
              <a:gd name="connsiteX6" fmla="*/ 910797 w 2177905"/>
              <a:gd name="connsiteY6" fmla="*/ 398084 h 398084"/>
              <a:gd name="connsiteX7" fmla="*/ 0 w 2177905"/>
              <a:gd name="connsiteY7" fmla="*/ 301254 h 398084"/>
              <a:gd name="connsiteX0" fmla="*/ 0 w 2173038"/>
              <a:gd name="connsiteY0" fmla="*/ 301254 h 398084"/>
              <a:gd name="connsiteX1" fmla="*/ 31174 w 2173038"/>
              <a:gd name="connsiteY1" fmla="*/ 7097 h 398084"/>
              <a:gd name="connsiteX2" fmla="*/ 165084 w 2173038"/>
              <a:gd name="connsiteY2" fmla="*/ 65255 h 398084"/>
              <a:gd name="connsiteX3" fmla="*/ 1624430 w 2173038"/>
              <a:gd name="connsiteY3" fmla="*/ 0 h 398084"/>
              <a:gd name="connsiteX4" fmla="*/ 2173038 w 2173038"/>
              <a:gd name="connsiteY4" fmla="*/ 320162 h 398084"/>
              <a:gd name="connsiteX5" fmla="*/ 782206 w 2173038"/>
              <a:gd name="connsiteY5" fmla="*/ 339655 h 398084"/>
              <a:gd name="connsiteX6" fmla="*/ 910797 w 2173038"/>
              <a:gd name="connsiteY6" fmla="*/ 398084 h 398084"/>
              <a:gd name="connsiteX7" fmla="*/ 0 w 2173038"/>
              <a:gd name="connsiteY7" fmla="*/ 301254 h 398084"/>
              <a:gd name="connsiteX0" fmla="*/ 0 w 2173038"/>
              <a:gd name="connsiteY0" fmla="*/ 301254 h 398084"/>
              <a:gd name="connsiteX1" fmla="*/ 31174 w 2173038"/>
              <a:gd name="connsiteY1" fmla="*/ 7097 h 398084"/>
              <a:gd name="connsiteX2" fmla="*/ 165084 w 2173038"/>
              <a:gd name="connsiteY2" fmla="*/ 65255 h 398084"/>
              <a:gd name="connsiteX3" fmla="*/ 1624430 w 2173038"/>
              <a:gd name="connsiteY3" fmla="*/ 0 h 398084"/>
              <a:gd name="connsiteX4" fmla="*/ 2173038 w 2173038"/>
              <a:gd name="connsiteY4" fmla="*/ 320162 h 398084"/>
              <a:gd name="connsiteX5" fmla="*/ 869705 w 2173038"/>
              <a:gd name="connsiteY5" fmla="*/ 355418 h 398084"/>
              <a:gd name="connsiteX6" fmla="*/ 910797 w 2173038"/>
              <a:gd name="connsiteY6" fmla="*/ 398084 h 398084"/>
              <a:gd name="connsiteX7" fmla="*/ 0 w 2173038"/>
              <a:gd name="connsiteY7" fmla="*/ 301254 h 398084"/>
              <a:gd name="connsiteX0" fmla="*/ 0 w 2173038"/>
              <a:gd name="connsiteY0" fmla="*/ 301254 h 433881"/>
              <a:gd name="connsiteX1" fmla="*/ 31174 w 2173038"/>
              <a:gd name="connsiteY1" fmla="*/ 7097 h 433881"/>
              <a:gd name="connsiteX2" fmla="*/ 165084 w 2173038"/>
              <a:gd name="connsiteY2" fmla="*/ 65255 h 433881"/>
              <a:gd name="connsiteX3" fmla="*/ 1624430 w 2173038"/>
              <a:gd name="connsiteY3" fmla="*/ 0 h 433881"/>
              <a:gd name="connsiteX4" fmla="*/ 2173038 w 2173038"/>
              <a:gd name="connsiteY4" fmla="*/ 320162 h 433881"/>
              <a:gd name="connsiteX5" fmla="*/ 869705 w 2173038"/>
              <a:gd name="connsiteY5" fmla="*/ 355418 h 433881"/>
              <a:gd name="connsiteX6" fmla="*/ 994752 w 2173038"/>
              <a:gd name="connsiteY6" fmla="*/ 433881 h 433881"/>
              <a:gd name="connsiteX7" fmla="*/ 0 w 2173038"/>
              <a:gd name="connsiteY7" fmla="*/ 301254 h 433881"/>
              <a:gd name="connsiteX0" fmla="*/ 0 w 2173038"/>
              <a:gd name="connsiteY0" fmla="*/ 301254 h 433881"/>
              <a:gd name="connsiteX1" fmla="*/ 31174 w 2173038"/>
              <a:gd name="connsiteY1" fmla="*/ 7097 h 433881"/>
              <a:gd name="connsiteX2" fmla="*/ 165084 w 2173038"/>
              <a:gd name="connsiteY2" fmla="*/ 65255 h 433881"/>
              <a:gd name="connsiteX3" fmla="*/ 1624430 w 2173038"/>
              <a:gd name="connsiteY3" fmla="*/ 0 h 433881"/>
              <a:gd name="connsiteX4" fmla="*/ 2173038 w 2173038"/>
              <a:gd name="connsiteY4" fmla="*/ 320162 h 433881"/>
              <a:gd name="connsiteX5" fmla="*/ 872219 w 2173038"/>
              <a:gd name="connsiteY5" fmla="*/ 365202 h 433881"/>
              <a:gd name="connsiteX6" fmla="*/ 994752 w 2173038"/>
              <a:gd name="connsiteY6" fmla="*/ 433881 h 433881"/>
              <a:gd name="connsiteX7" fmla="*/ 0 w 2173038"/>
              <a:gd name="connsiteY7" fmla="*/ 301254 h 433881"/>
              <a:gd name="connsiteX0" fmla="*/ 0 w 2188206"/>
              <a:gd name="connsiteY0" fmla="*/ 167809 h 433881"/>
              <a:gd name="connsiteX1" fmla="*/ 46342 w 2188206"/>
              <a:gd name="connsiteY1" fmla="*/ 7097 h 433881"/>
              <a:gd name="connsiteX2" fmla="*/ 180252 w 2188206"/>
              <a:gd name="connsiteY2" fmla="*/ 65255 h 433881"/>
              <a:gd name="connsiteX3" fmla="*/ 1639598 w 2188206"/>
              <a:gd name="connsiteY3" fmla="*/ 0 h 433881"/>
              <a:gd name="connsiteX4" fmla="*/ 2188206 w 2188206"/>
              <a:gd name="connsiteY4" fmla="*/ 320162 h 433881"/>
              <a:gd name="connsiteX5" fmla="*/ 887387 w 2188206"/>
              <a:gd name="connsiteY5" fmla="*/ 365202 h 433881"/>
              <a:gd name="connsiteX6" fmla="*/ 1009920 w 2188206"/>
              <a:gd name="connsiteY6" fmla="*/ 433881 h 433881"/>
              <a:gd name="connsiteX7" fmla="*/ 0 w 2188206"/>
              <a:gd name="connsiteY7" fmla="*/ 167809 h 433881"/>
              <a:gd name="connsiteX0" fmla="*/ 0 w 2188206"/>
              <a:gd name="connsiteY0" fmla="*/ 214560 h 480632"/>
              <a:gd name="connsiteX1" fmla="*/ 46342 w 2188206"/>
              <a:gd name="connsiteY1" fmla="*/ 53848 h 480632"/>
              <a:gd name="connsiteX2" fmla="*/ 196671 w 2188206"/>
              <a:gd name="connsiteY2" fmla="*/ 0 h 480632"/>
              <a:gd name="connsiteX3" fmla="*/ 1639598 w 2188206"/>
              <a:gd name="connsiteY3" fmla="*/ 46751 h 480632"/>
              <a:gd name="connsiteX4" fmla="*/ 2188206 w 2188206"/>
              <a:gd name="connsiteY4" fmla="*/ 366913 h 480632"/>
              <a:gd name="connsiteX5" fmla="*/ 887387 w 2188206"/>
              <a:gd name="connsiteY5" fmla="*/ 411953 h 480632"/>
              <a:gd name="connsiteX6" fmla="*/ 1009920 w 2188206"/>
              <a:gd name="connsiteY6" fmla="*/ 480632 h 480632"/>
              <a:gd name="connsiteX7" fmla="*/ 0 w 2188206"/>
              <a:gd name="connsiteY7" fmla="*/ 214560 h 480632"/>
              <a:gd name="connsiteX0" fmla="*/ 0 w 2188206"/>
              <a:gd name="connsiteY0" fmla="*/ 287068 h 553140"/>
              <a:gd name="connsiteX1" fmla="*/ 71243 w 2188206"/>
              <a:gd name="connsiteY1" fmla="*/ 0 h 553140"/>
              <a:gd name="connsiteX2" fmla="*/ 196671 w 2188206"/>
              <a:gd name="connsiteY2" fmla="*/ 72508 h 553140"/>
              <a:gd name="connsiteX3" fmla="*/ 1639598 w 2188206"/>
              <a:gd name="connsiteY3" fmla="*/ 119259 h 553140"/>
              <a:gd name="connsiteX4" fmla="*/ 2188206 w 2188206"/>
              <a:gd name="connsiteY4" fmla="*/ 439421 h 553140"/>
              <a:gd name="connsiteX5" fmla="*/ 887387 w 2188206"/>
              <a:gd name="connsiteY5" fmla="*/ 484461 h 553140"/>
              <a:gd name="connsiteX6" fmla="*/ 1009920 w 2188206"/>
              <a:gd name="connsiteY6" fmla="*/ 553140 h 553140"/>
              <a:gd name="connsiteX7" fmla="*/ 0 w 2188206"/>
              <a:gd name="connsiteY7" fmla="*/ 287068 h 553140"/>
              <a:gd name="connsiteX0" fmla="*/ 0 w 2188206"/>
              <a:gd name="connsiteY0" fmla="*/ 287068 h 553140"/>
              <a:gd name="connsiteX1" fmla="*/ 71243 w 2188206"/>
              <a:gd name="connsiteY1" fmla="*/ 0 h 553140"/>
              <a:gd name="connsiteX2" fmla="*/ 196671 w 2188206"/>
              <a:gd name="connsiteY2" fmla="*/ 72508 h 553140"/>
              <a:gd name="connsiteX3" fmla="*/ 1608709 w 2188206"/>
              <a:gd name="connsiteY3" fmla="*/ 101166 h 553140"/>
              <a:gd name="connsiteX4" fmla="*/ 2188206 w 2188206"/>
              <a:gd name="connsiteY4" fmla="*/ 439421 h 553140"/>
              <a:gd name="connsiteX5" fmla="*/ 887387 w 2188206"/>
              <a:gd name="connsiteY5" fmla="*/ 484461 h 553140"/>
              <a:gd name="connsiteX6" fmla="*/ 1009920 w 2188206"/>
              <a:gd name="connsiteY6" fmla="*/ 553140 h 553140"/>
              <a:gd name="connsiteX7" fmla="*/ 0 w 2188206"/>
              <a:gd name="connsiteY7" fmla="*/ 287068 h 553140"/>
              <a:gd name="connsiteX0" fmla="*/ 0 w 2290440"/>
              <a:gd name="connsiteY0" fmla="*/ 287068 h 553140"/>
              <a:gd name="connsiteX1" fmla="*/ 71243 w 2290440"/>
              <a:gd name="connsiteY1" fmla="*/ 0 h 553140"/>
              <a:gd name="connsiteX2" fmla="*/ 196671 w 2290440"/>
              <a:gd name="connsiteY2" fmla="*/ 72508 h 553140"/>
              <a:gd name="connsiteX3" fmla="*/ 1608709 w 2290440"/>
              <a:gd name="connsiteY3" fmla="*/ 101166 h 553140"/>
              <a:gd name="connsiteX4" fmla="*/ 2290440 w 2290440"/>
              <a:gd name="connsiteY4" fmla="*/ 442579 h 553140"/>
              <a:gd name="connsiteX5" fmla="*/ 887387 w 2290440"/>
              <a:gd name="connsiteY5" fmla="*/ 484461 h 553140"/>
              <a:gd name="connsiteX6" fmla="*/ 1009920 w 2290440"/>
              <a:gd name="connsiteY6" fmla="*/ 553140 h 553140"/>
              <a:gd name="connsiteX7" fmla="*/ 0 w 2290440"/>
              <a:gd name="connsiteY7" fmla="*/ 287068 h 553140"/>
              <a:gd name="connsiteX0" fmla="*/ 0 w 2290440"/>
              <a:gd name="connsiteY0" fmla="*/ 287068 h 555339"/>
              <a:gd name="connsiteX1" fmla="*/ 71243 w 2290440"/>
              <a:gd name="connsiteY1" fmla="*/ 0 h 555339"/>
              <a:gd name="connsiteX2" fmla="*/ 196671 w 2290440"/>
              <a:gd name="connsiteY2" fmla="*/ 72508 h 555339"/>
              <a:gd name="connsiteX3" fmla="*/ 1608709 w 2290440"/>
              <a:gd name="connsiteY3" fmla="*/ 101166 h 555339"/>
              <a:gd name="connsiteX4" fmla="*/ 2290440 w 2290440"/>
              <a:gd name="connsiteY4" fmla="*/ 442579 h 555339"/>
              <a:gd name="connsiteX5" fmla="*/ 887387 w 2290440"/>
              <a:gd name="connsiteY5" fmla="*/ 484461 h 555339"/>
              <a:gd name="connsiteX6" fmla="*/ 817169 w 2290440"/>
              <a:gd name="connsiteY6" fmla="*/ 555339 h 555339"/>
              <a:gd name="connsiteX7" fmla="*/ 0 w 2290440"/>
              <a:gd name="connsiteY7" fmla="*/ 287068 h 555339"/>
              <a:gd name="connsiteX0" fmla="*/ 0 w 2290440"/>
              <a:gd name="connsiteY0" fmla="*/ 287068 h 555339"/>
              <a:gd name="connsiteX1" fmla="*/ 71243 w 2290440"/>
              <a:gd name="connsiteY1" fmla="*/ 0 h 555339"/>
              <a:gd name="connsiteX2" fmla="*/ 196671 w 2290440"/>
              <a:gd name="connsiteY2" fmla="*/ 72508 h 555339"/>
              <a:gd name="connsiteX3" fmla="*/ 1608709 w 2290440"/>
              <a:gd name="connsiteY3" fmla="*/ 101166 h 555339"/>
              <a:gd name="connsiteX4" fmla="*/ 2290440 w 2290440"/>
              <a:gd name="connsiteY4" fmla="*/ 442579 h 555339"/>
              <a:gd name="connsiteX5" fmla="*/ 689313 w 2290440"/>
              <a:gd name="connsiteY5" fmla="*/ 491986 h 555339"/>
              <a:gd name="connsiteX6" fmla="*/ 817169 w 2290440"/>
              <a:gd name="connsiteY6" fmla="*/ 555339 h 555339"/>
              <a:gd name="connsiteX7" fmla="*/ 0 w 2290440"/>
              <a:gd name="connsiteY7" fmla="*/ 287068 h 555339"/>
              <a:gd name="connsiteX0" fmla="*/ 0 w 2615249"/>
              <a:gd name="connsiteY0" fmla="*/ 271211 h 555339"/>
              <a:gd name="connsiteX1" fmla="*/ 396052 w 2615249"/>
              <a:gd name="connsiteY1" fmla="*/ 0 h 555339"/>
              <a:gd name="connsiteX2" fmla="*/ 521480 w 2615249"/>
              <a:gd name="connsiteY2" fmla="*/ 72508 h 555339"/>
              <a:gd name="connsiteX3" fmla="*/ 1933518 w 2615249"/>
              <a:gd name="connsiteY3" fmla="*/ 101166 h 555339"/>
              <a:gd name="connsiteX4" fmla="*/ 2615249 w 2615249"/>
              <a:gd name="connsiteY4" fmla="*/ 442579 h 555339"/>
              <a:gd name="connsiteX5" fmla="*/ 1014122 w 2615249"/>
              <a:gd name="connsiteY5" fmla="*/ 491986 h 555339"/>
              <a:gd name="connsiteX6" fmla="*/ 1141978 w 2615249"/>
              <a:gd name="connsiteY6" fmla="*/ 555339 h 555339"/>
              <a:gd name="connsiteX7" fmla="*/ 0 w 2615249"/>
              <a:gd name="connsiteY7" fmla="*/ 271211 h 555339"/>
              <a:gd name="connsiteX0" fmla="*/ 0 w 2615249"/>
              <a:gd name="connsiteY0" fmla="*/ 271211 h 555339"/>
              <a:gd name="connsiteX1" fmla="*/ 396052 w 2615249"/>
              <a:gd name="connsiteY1" fmla="*/ 0 h 555339"/>
              <a:gd name="connsiteX2" fmla="*/ 146622 w 2615249"/>
              <a:gd name="connsiteY2" fmla="*/ 60927 h 555339"/>
              <a:gd name="connsiteX3" fmla="*/ 1933518 w 2615249"/>
              <a:gd name="connsiteY3" fmla="*/ 101166 h 555339"/>
              <a:gd name="connsiteX4" fmla="*/ 2615249 w 2615249"/>
              <a:gd name="connsiteY4" fmla="*/ 442579 h 555339"/>
              <a:gd name="connsiteX5" fmla="*/ 1014122 w 2615249"/>
              <a:gd name="connsiteY5" fmla="*/ 491986 h 555339"/>
              <a:gd name="connsiteX6" fmla="*/ 1141978 w 2615249"/>
              <a:gd name="connsiteY6" fmla="*/ 555339 h 555339"/>
              <a:gd name="connsiteX7" fmla="*/ 0 w 2615249"/>
              <a:gd name="connsiteY7" fmla="*/ 271211 h 555339"/>
              <a:gd name="connsiteX0" fmla="*/ 0 w 2615249"/>
              <a:gd name="connsiteY0" fmla="*/ 272141 h 556269"/>
              <a:gd name="connsiteX1" fmla="*/ 21197 w 2615249"/>
              <a:gd name="connsiteY1" fmla="*/ 0 h 556269"/>
              <a:gd name="connsiteX2" fmla="*/ 146622 w 2615249"/>
              <a:gd name="connsiteY2" fmla="*/ 61857 h 556269"/>
              <a:gd name="connsiteX3" fmla="*/ 1933518 w 2615249"/>
              <a:gd name="connsiteY3" fmla="*/ 102096 h 556269"/>
              <a:gd name="connsiteX4" fmla="*/ 2615249 w 2615249"/>
              <a:gd name="connsiteY4" fmla="*/ 443509 h 556269"/>
              <a:gd name="connsiteX5" fmla="*/ 1014122 w 2615249"/>
              <a:gd name="connsiteY5" fmla="*/ 492916 h 556269"/>
              <a:gd name="connsiteX6" fmla="*/ 1141978 w 2615249"/>
              <a:gd name="connsiteY6" fmla="*/ 556269 h 556269"/>
              <a:gd name="connsiteX7" fmla="*/ 0 w 2615249"/>
              <a:gd name="connsiteY7" fmla="*/ 272141 h 55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5249" h="556269">
                <a:moveTo>
                  <a:pt x="0" y="272141"/>
                </a:moveTo>
                <a:lnTo>
                  <a:pt x="21197" y="0"/>
                </a:lnTo>
                <a:lnTo>
                  <a:pt x="146622" y="61857"/>
                </a:lnTo>
                <a:lnTo>
                  <a:pt x="1933518" y="102096"/>
                </a:lnTo>
                <a:lnTo>
                  <a:pt x="2615249" y="443509"/>
                </a:lnTo>
                <a:lnTo>
                  <a:pt x="1014122" y="492916"/>
                </a:lnTo>
                <a:lnTo>
                  <a:pt x="1141978" y="556269"/>
                </a:lnTo>
                <a:lnTo>
                  <a:pt x="0" y="272141"/>
                </a:lnTo>
                <a:close/>
              </a:path>
            </a:pathLst>
          </a:custGeom>
          <a:solidFill>
            <a:srgbClr val="006600"/>
          </a:solidFill>
          <a:ln w="3175" cap="flat" cmpd="sng" algn="ctr">
            <a:noFill/>
            <a:prstDash val="solid"/>
            <a:round/>
            <a:headEnd type="none" w="med" len="med"/>
            <a:tailEnd type="none" w="med" len="med"/>
          </a:ln>
          <a:effectLst>
            <a:outerShdw blurRad="50800" dist="50800" dir="2700000" algn="tl"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Resilient Comms</a:t>
            </a:r>
          </a:p>
        </p:txBody>
      </p:sp>
      <p:sp>
        <p:nvSpPr>
          <p:cNvPr id="42" name="Arrow: Left 7">
            <a:extLst>
              <a:ext uri="{FF2B5EF4-FFF2-40B4-BE49-F238E27FC236}">
                <a16:creationId xmlns:a16="http://schemas.microsoft.com/office/drawing/2014/main" id="{B019EF36-3E94-271A-B2EB-2A983662EC95}"/>
              </a:ext>
            </a:extLst>
          </p:cNvPr>
          <p:cNvSpPr/>
          <p:nvPr/>
        </p:nvSpPr>
        <p:spPr bwMode="auto">
          <a:xfrm rot="19764700">
            <a:off x="4843862" y="5496196"/>
            <a:ext cx="2188206" cy="553140"/>
          </a:xfrm>
          <a:custGeom>
            <a:avLst/>
            <a:gdLst>
              <a:gd name="connsiteX0" fmla="*/ 0 w 1634647"/>
              <a:gd name="connsiteY0" fmla="*/ 300625 h 601249"/>
              <a:gd name="connsiteX1" fmla="*/ 574662 w 1634647"/>
              <a:gd name="connsiteY1" fmla="*/ 0 h 601249"/>
              <a:gd name="connsiteX2" fmla="*/ 574662 w 1634647"/>
              <a:gd name="connsiteY2" fmla="*/ 150312 h 601249"/>
              <a:gd name="connsiteX3" fmla="*/ 1634647 w 1634647"/>
              <a:gd name="connsiteY3" fmla="*/ 150312 h 601249"/>
              <a:gd name="connsiteX4" fmla="*/ 1634647 w 1634647"/>
              <a:gd name="connsiteY4" fmla="*/ 450937 h 601249"/>
              <a:gd name="connsiteX5" fmla="*/ 574662 w 1634647"/>
              <a:gd name="connsiteY5" fmla="*/ 450937 h 601249"/>
              <a:gd name="connsiteX6" fmla="*/ 574662 w 1634647"/>
              <a:gd name="connsiteY6" fmla="*/ 601249 h 601249"/>
              <a:gd name="connsiteX7" fmla="*/ 0 w 1634647"/>
              <a:gd name="connsiteY7" fmla="*/ 300625 h 601249"/>
              <a:gd name="connsiteX0" fmla="*/ 0 w 1672958"/>
              <a:gd name="connsiteY0" fmla="*/ 300625 h 601249"/>
              <a:gd name="connsiteX1" fmla="*/ 574662 w 1672958"/>
              <a:gd name="connsiteY1" fmla="*/ 0 h 601249"/>
              <a:gd name="connsiteX2" fmla="*/ 574662 w 1672958"/>
              <a:gd name="connsiteY2" fmla="*/ 150312 h 601249"/>
              <a:gd name="connsiteX3" fmla="*/ 1672958 w 1672958"/>
              <a:gd name="connsiteY3" fmla="*/ 169679 h 601249"/>
              <a:gd name="connsiteX4" fmla="*/ 1634647 w 1672958"/>
              <a:gd name="connsiteY4" fmla="*/ 450937 h 601249"/>
              <a:gd name="connsiteX5" fmla="*/ 574662 w 1672958"/>
              <a:gd name="connsiteY5" fmla="*/ 450937 h 601249"/>
              <a:gd name="connsiteX6" fmla="*/ 574662 w 1672958"/>
              <a:gd name="connsiteY6" fmla="*/ 601249 h 601249"/>
              <a:gd name="connsiteX7" fmla="*/ 0 w 1672958"/>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574662 w 2259270"/>
              <a:gd name="connsiteY5" fmla="*/ 450937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898 w 2259270"/>
              <a:gd name="connsiteY2" fmla="*/ 137284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63194 w 2322464"/>
              <a:gd name="connsiteY0" fmla="*/ 221088 h 521712"/>
              <a:gd name="connsiteX1" fmla="*/ 0 w 2322464"/>
              <a:gd name="connsiteY1" fmla="*/ 0 h 521712"/>
              <a:gd name="connsiteX2" fmla="*/ 121092 w 2322464"/>
              <a:gd name="connsiteY2" fmla="*/ 57747 h 521712"/>
              <a:gd name="connsiteX3" fmla="*/ 1736152 w 2322464"/>
              <a:gd name="connsiteY3" fmla="*/ 90142 h 521712"/>
              <a:gd name="connsiteX4" fmla="*/ 2322464 w 2322464"/>
              <a:gd name="connsiteY4" fmla="*/ 345856 h 521712"/>
              <a:gd name="connsiteX5" fmla="*/ 836109 w 2322464"/>
              <a:gd name="connsiteY5" fmla="*/ 369792 h 521712"/>
              <a:gd name="connsiteX6" fmla="*/ 637856 w 2322464"/>
              <a:gd name="connsiteY6" fmla="*/ 521712 h 521712"/>
              <a:gd name="connsiteX7" fmla="*/ 63194 w 2322464"/>
              <a:gd name="connsiteY7" fmla="*/ 221088 h 521712"/>
              <a:gd name="connsiteX0" fmla="*/ 63194 w 2322464"/>
              <a:gd name="connsiteY0" fmla="*/ 221088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63194 w 2322464"/>
              <a:gd name="connsiteY7" fmla="*/ 221088 h 454684"/>
              <a:gd name="connsiteX0" fmla="*/ 0 w 2435297"/>
              <a:gd name="connsiteY0" fmla="*/ 219426 h 454684"/>
              <a:gd name="connsiteX1" fmla="*/ 112833 w 2435297"/>
              <a:gd name="connsiteY1" fmla="*/ 0 h 454684"/>
              <a:gd name="connsiteX2" fmla="*/ 233925 w 2435297"/>
              <a:gd name="connsiteY2" fmla="*/ 57747 h 454684"/>
              <a:gd name="connsiteX3" fmla="*/ 1848985 w 2435297"/>
              <a:gd name="connsiteY3" fmla="*/ 90142 h 454684"/>
              <a:gd name="connsiteX4" fmla="*/ 2435297 w 2435297"/>
              <a:gd name="connsiteY4" fmla="*/ 345856 h 454684"/>
              <a:gd name="connsiteX5" fmla="*/ 948942 w 2435297"/>
              <a:gd name="connsiteY5" fmla="*/ 369792 h 454684"/>
              <a:gd name="connsiteX6" fmla="*/ 1143932 w 2435297"/>
              <a:gd name="connsiteY6" fmla="*/ 454684 h 454684"/>
              <a:gd name="connsiteX7" fmla="*/ 0 w 2435297"/>
              <a:gd name="connsiteY7" fmla="*/ 219426 h 454684"/>
              <a:gd name="connsiteX0" fmla="*/ 136687 w 2322464"/>
              <a:gd name="connsiteY0" fmla="*/ 219461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136687 w 2322464"/>
              <a:gd name="connsiteY0" fmla="*/ 219461 h 454684"/>
              <a:gd name="connsiteX1" fmla="*/ 0 w 2322464"/>
              <a:gd name="connsiteY1" fmla="*/ 0 h 454684"/>
              <a:gd name="connsiteX2" fmla="*/ 440287 w 2322464"/>
              <a:gd name="connsiteY2" fmla="*/ 64882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995575 w 2185777"/>
              <a:gd name="connsiteY5" fmla="*/ 358746 h 449186"/>
              <a:gd name="connsiteX6" fmla="*/ 894412 w 2185777"/>
              <a:gd name="connsiteY6" fmla="*/ 449186 h 449186"/>
              <a:gd name="connsiteX7" fmla="*/ 0 w 2185777"/>
              <a:gd name="connsiteY7" fmla="*/ 213963 h 449186"/>
              <a:gd name="connsiteX0" fmla="*/ 0 w 2185777"/>
              <a:gd name="connsiteY0" fmla="*/ 213963 h 428633"/>
              <a:gd name="connsiteX1" fmla="*/ 172826 w 2185777"/>
              <a:gd name="connsiteY1" fmla="*/ 0 h 428633"/>
              <a:gd name="connsiteX2" fmla="*/ 303600 w 2185777"/>
              <a:gd name="connsiteY2" fmla="*/ 59384 h 428633"/>
              <a:gd name="connsiteX3" fmla="*/ 1599465 w 2185777"/>
              <a:gd name="connsiteY3" fmla="*/ 84644 h 428633"/>
              <a:gd name="connsiteX4" fmla="*/ 2185777 w 2185777"/>
              <a:gd name="connsiteY4" fmla="*/ 340358 h 428633"/>
              <a:gd name="connsiteX5" fmla="*/ 995575 w 2185777"/>
              <a:gd name="connsiteY5" fmla="*/ 358746 h 428633"/>
              <a:gd name="connsiteX6" fmla="*/ 1150344 w 2185777"/>
              <a:gd name="connsiteY6" fmla="*/ 428633 h 428633"/>
              <a:gd name="connsiteX7" fmla="*/ 0 w 2185777"/>
              <a:gd name="connsiteY7" fmla="*/ 213963 h 428633"/>
              <a:gd name="connsiteX0" fmla="*/ 0 w 2020658"/>
              <a:gd name="connsiteY0" fmla="*/ 210850 h 428633"/>
              <a:gd name="connsiteX1" fmla="*/ 7707 w 2020658"/>
              <a:gd name="connsiteY1" fmla="*/ 0 h 428633"/>
              <a:gd name="connsiteX2" fmla="*/ 138481 w 2020658"/>
              <a:gd name="connsiteY2" fmla="*/ 59384 h 428633"/>
              <a:gd name="connsiteX3" fmla="*/ 1434346 w 2020658"/>
              <a:gd name="connsiteY3" fmla="*/ 84644 h 428633"/>
              <a:gd name="connsiteX4" fmla="*/ 2020658 w 2020658"/>
              <a:gd name="connsiteY4" fmla="*/ 340358 h 428633"/>
              <a:gd name="connsiteX5" fmla="*/ 830456 w 2020658"/>
              <a:gd name="connsiteY5" fmla="*/ 358746 h 428633"/>
              <a:gd name="connsiteX6" fmla="*/ 985225 w 2020658"/>
              <a:gd name="connsiteY6" fmla="*/ 428633 h 428633"/>
              <a:gd name="connsiteX7" fmla="*/ 0 w 2020658"/>
              <a:gd name="connsiteY7" fmla="*/ 210850 h 428633"/>
              <a:gd name="connsiteX0" fmla="*/ 0 w 2378986"/>
              <a:gd name="connsiteY0" fmla="*/ 209980 h 428633"/>
              <a:gd name="connsiteX1" fmla="*/ 366035 w 2378986"/>
              <a:gd name="connsiteY1" fmla="*/ 0 h 428633"/>
              <a:gd name="connsiteX2" fmla="*/ 496809 w 2378986"/>
              <a:gd name="connsiteY2" fmla="*/ 59384 h 428633"/>
              <a:gd name="connsiteX3" fmla="*/ 1792674 w 2378986"/>
              <a:gd name="connsiteY3" fmla="*/ 84644 h 428633"/>
              <a:gd name="connsiteX4" fmla="*/ 2378986 w 2378986"/>
              <a:gd name="connsiteY4" fmla="*/ 340358 h 428633"/>
              <a:gd name="connsiteX5" fmla="*/ 1188784 w 2378986"/>
              <a:gd name="connsiteY5" fmla="*/ 358746 h 428633"/>
              <a:gd name="connsiteX6" fmla="*/ 1343553 w 2378986"/>
              <a:gd name="connsiteY6" fmla="*/ 428633 h 428633"/>
              <a:gd name="connsiteX7" fmla="*/ 0 w 2378986"/>
              <a:gd name="connsiteY7" fmla="*/ 209980 h 428633"/>
              <a:gd name="connsiteX0" fmla="*/ 0 w 2176099"/>
              <a:gd name="connsiteY0" fmla="*/ 215599 h 428633"/>
              <a:gd name="connsiteX1" fmla="*/ 163148 w 2176099"/>
              <a:gd name="connsiteY1" fmla="*/ 0 h 428633"/>
              <a:gd name="connsiteX2" fmla="*/ 293922 w 2176099"/>
              <a:gd name="connsiteY2" fmla="*/ 59384 h 428633"/>
              <a:gd name="connsiteX3" fmla="*/ 1589787 w 2176099"/>
              <a:gd name="connsiteY3" fmla="*/ 84644 h 428633"/>
              <a:gd name="connsiteX4" fmla="*/ 2176099 w 2176099"/>
              <a:gd name="connsiteY4" fmla="*/ 340358 h 428633"/>
              <a:gd name="connsiteX5" fmla="*/ 985897 w 2176099"/>
              <a:gd name="connsiteY5" fmla="*/ 358746 h 428633"/>
              <a:gd name="connsiteX6" fmla="*/ 1140666 w 2176099"/>
              <a:gd name="connsiteY6" fmla="*/ 428633 h 428633"/>
              <a:gd name="connsiteX7" fmla="*/ 0 w 2176099"/>
              <a:gd name="connsiteY7" fmla="*/ 215599 h 428633"/>
              <a:gd name="connsiteX0" fmla="*/ 0 w 2092926"/>
              <a:gd name="connsiteY0" fmla="*/ 215611 h 428633"/>
              <a:gd name="connsiteX1" fmla="*/ 79975 w 2092926"/>
              <a:gd name="connsiteY1" fmla="*/ 0 h 428633"/>
              <a:gd name="connsiteX2" fmla="*/ 210749 w 2092926"/>
              <a:gd name="connsiteY2" fmla="*/ 59384 h 428633"/>
              <a:gd name="connsiteX3" fmla="*/ 1506614 w 2092926"/>
              <a:gd name="connsiteY3" fmla="*/ 84644 h 428633"/>
              <a:gd name="connsiteX4" fmla="*/ 2092926 w 2092926"/>
              <a:gd name="connsiteY4" fmla="*/ 340358 h 428633"/>
              <a:gd name="connsiteX5" fmla="*/ 902724 w 2092926"/>
              <a:gd name="connsiteY5" fmla="*/ 358746 h 428633"/>
              <a:gd name="connsiteX6" fmla="*/ 1057493 w 2092926"/>
              <a:gd name="connsiteY6" fmla="*/ 428633 h 428633"/>
              <a:gd name="connsiteX7" fmla="*/ 0 w 2092926"/>
              <a:gd name="connsiteY7" fmla="*/ 215611 h 428633"/>
              <a:gd name="connsiteX0" fmla="*/ 0 w 2092926"/>
              <a:gd name="connsiteY0" fmla="*/ 215611 h 418813"/>
              <a:gd name="connsiteX1" fmla="*/ 79975 w 2092926"/>
              <a:gd name="connsiteY1" fmla="*/ 0 h 418813"/>
              <a:gd name="connsiteX2" fmla="*/ 210749 w 2092926"/>
              <a:gd name="connsiteY2" fmla="*/ 59384 h 418813"/>
              <a:gd name="connsiteX3" fmla="*/ 1506614 w 2092926"/>
              <a:gd name="connsiteY3" fmla="*/ 84644 h 418813"/>
              <a:gd name="connsiteX4" fmla="*/ 2092926 w 2092926"/>
              <a:gd name="connsiteY4" fmla="*/ 340358 h 418813"/>
              <a:gd name="connsiteX5" fmla="*/ 902724 w 2092926"/>
              <a:gd name="connsiteY5" fmla="*/ 358746 h 418813"/>
              <a:gd name="connsiteX6" fmla="*/ 1040995 w 2092926"/>
              <a:gd name="connsiteY6" fmla="*/ 418813 h 418813"/>
              <a:gd name="connsiteX7" fmla="*/ 0 w 2092926"/>
              <a:gd name="connsiteY7" fmla="*/ 215611 h 418813"/>
              <a:gd name="connsiteX0" fmla="*/ 0 w 2092926"/>
              <a:gd name="connsiteY0" fmla="*/ 215611 h 417858"/>
              <a:gd name="connsiteX1" fmla="*/ 79975 w 2092926"/>
              <a:gd name="connsiteY1" fmla="*/ 0 h 417858"/>
              <a:gd name="connsiteX2" fmla="*/ 210749 w 2092926"/>
              <a:gd name="connsiteY2" fmla="*/ 59384 h 417858"/>
              <a:gd name="connsiteX3" fmla="*/ 1506614 w 2092926"/>
              <a:gd name="connsiteY3" fmla="*/ 84644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 name="connsiteX0" fmla="*/ 0 w 2092926"/>
              <a:gd name="connsiteY0" fmla="*/ 249629 h 451876"/>
              <a:gd name="connsiteX1" fmla="*/ 79975 w 2092926"/>
              <a:gd name="connsiteY1" fmla="*/ 34018 h 451876"/>
              <a:gd name="connsiteX2" fmla="*/ 210749 w 2092926"/>
              <a:gd name="connsiteY2" fmla="*/ 93402 h 451876"/>
              <a:gd name="connsiteX3" fmla="*/ 1241430 w 2092926"/>
              <a:gd name="connsiteY3" fmla="*/ 0 h 451876"/>
              <a:gd name="connsiteX4" fmla="*/ 2092926 w 2092926"/>
              <a:gd name="connsiteY4" fmla="*/ 374376 h 451876"/>
              <a:gd name="connsiteX5" fmla="*/ 902724 w 2092926"/>
              <a:gd name="connsiteY5" fmla="*/ 392764 h 451876"/>
              <a:gd name="connsiteX6" fmla="*/ 1038814 w 2092926"/>
              <a:gd name="connsiteY6" fmla="*/ 451876 h 451876"/>
              <a:gd name="connsiteX7" fmla="*/ 0 w 2092926"/>
              <a:gd name="connsiteY7" fmla="*/ 249629 h 451876"/>
              <a:gd name="connsiteX0" fmla="*/ 0 w 1820242"/>
              <a:gd name="connsiteY0" fmla="*/ 249629 h 451876"/>
              <a:gd name="connsiteX1" fmla="*/ 79975 w 1820242"/>
              <a:gd name="connsiteY1" fmla="*/ 34018 h 451876"/>
              <a:gd name="connsiteX2" fmla="*/ 210749 w 1820242"/>
              <a:gd name="connsiteY2" fmla="*/ 93402 h 451876"/>
              <a:gd name="connsiteX3" fmla="*/ 1241430 w 1820242"/>
              <a:gd name="connsiteY3" fmla="*/ 0 h 451876"/>
              <a:gd name="connsiteX4" fmla="*/ 1820242 w 1820242"/>
              <a:gd name="connsiteY4" fmla="*/ 255030 h 451876"/>
              <a:gd name="connsiteX5" fmla="*/ 902724 w 1820242"/>
              <a:gd name="connsiteY5" fmla="*/ 392764 h 451876"/>
              <a:gd name="connsiteX6" fmla="*/ 1038814 w 1820242"/>
              <a:gd name="connsiteY6" fmla="*/ 451876 h 451876"/>
              <a:gd name="connsiteX7" fmla="*/ 0 w 1820242"/>
              <a:gd name="connsiteY7" fmla="*/ 249629 h 451876"/>
              <a:gd name="connsiteX0" fmla="*/ 0 w 2014555"/>
              <a:gd name="connsiteY0" fmla="*/ 349137 h 451876"/>
              <a:gd name="connsiteX1" fmla="*/ 274288 w 2014555"/>
              <a:gd name="connsiteY1" fmla="*/ 34018 h 451876"/>
              <a:gd name="connsiteX2" fmla="*/ 405062 w 2014555"/>
              <a:gd name="connsiteY2" fmla="*/ 93402 h 451876"/>
              <a:gd name="connsiteX3" fmla="*/ 1435743 w 2014555"/>
              <a:gd name="connsiteY3" fmla="*/ 0 h 451876"/>
              <a:gd name="connsiteX4" fmla="*/ 2014555 w 2014555"/>
              <a:gd name="connsiteY4" fmla="*/ 255030 h 451876"/>
              <a:gd name="connsiteX5" fmla="*/ 1097037 w 2014555"/>
              <a:gd name="connsiteY5" fmla="*/ 392764 h 451876"/>
              <a:gd name="connsiteX6" fmla="*/ 1233127 w 2014555"/>
              <a:gd name="connsiteY6" fmla="*/ 451876 h 451876"/>
              <a:gd name="connsiteX7" fmla="*/ 0 w 2014555"/>
              <a:gd name="connsiteY7" fmla="*/ 349137 h 451876"/>
              <a:gd name="connsiteX0" fmla="*/ 0 w 2014555"/>
              <a:gd name="connsiteY0" fmla="*/ 349137 h 451876"/>
              <a:gd name="connsiteX1" fmla="*/ 274288 w 2014555"/>
              <a:gd name="connsiteY1" fmla="*/ 34018 h 451876"/>
              <a:gd name="connsiteX2" fmla="*/ 1734 w 2014555"/>
              <a:gd name="connsiteY2" fmla="*/ 130023 h 451876"/>
              <a:gd name="connsiteX3" fmla="*/ 1435743 w 2014555"/>
              <a:gd name="connsiteY3" fmla="*/ 0 h 451876"/>
              <a:gd name="connsiteX4" fmla="*/ 2014555 w 2014555"/>
              <a:gd name="connsiteY4" fmla="*/ 255030 h 451876"/>
              <a:gd name="connsiteX5" fmla="*/ 1097037 w 2014555"/>
              <a:gd name="connsiteY5" fmla="*/ 392764 h 451876"/>
              <a:gd name="connsiteX6" fmla="*/ 1233127 w 2014555"/>
              <a:gd name="connsiteY6" fmla="*/ 451876 h 451876"/>
              <a:gd name="connsiteX7" fmla="*/ 0 w 2014555"/>
              <a:gd name="connsiteY7" fmla="*/ 349137 h 451876"/>
              <a:gd name="connsiteX0" fmla="*/ 132176 w 2146731"/>
              <a:gd name="connsiteY0" fmla="*/ 349137 h 451876"/>
              <a:gd name="connsiteX1" fmla="*/ 0 w 2146731"/>
              <a:gd name="connsiteY1" fmla="*/ 71865 h 451876"/>
              <a:gd name="connsiteX2" fmla="*/ 133910 w 2146731"/>
              <a:gd name="connsiteY2" fmla="*/ 130023 h 451876"/>
              <a:gd name="connsiteX3" fmla="*/ 1567919 w 2146731"/>
              <a:gd name="connsiteY3" fmla="*/ 0 h 451876"/>
              <a:gd name="connsiteX4" fmla="*/ 2146731 w 2146731"/>
              <a:gd name="connsiteY4" fmla="*/ 255030 h 451876"/>
              <a:gd name="connsiteX5" fmla="*/ 1229213 w 2146731"/>
              <a:gd name="connsiteY5" fmla="*/ 392764 h 451876"/>
              <a:gd name="connsiteX6" fmla="*/ 1365303 w 2146731"/>
              <a:gd name="connsiteY6" fmla="*/ 451876 h 451876"/>
              <a:gd name="connsiteX7" fmla="*/ 132176 w 2146731"/>
              <a:gd name="connsiteY7" fmla="*/ 349137 h 451876"/>
              <a:gd name="connsiteX0" fmla="*/ 132176 w 2146731"/>
              <a:gd name="connsiteY0" fmla="*/ 349137 h 451876"/>
              <a:gd name="connsiteX1" fmla="*/ 0 w 2146731"/>
              <a:gd name="connsiteY1" fmla="*/ 71865 h 451876"/>
              <a:gd name="connsiteX2" fmla="*/ 133910 w 2146731"/>
              <a:gd name="connsiteY2" fmla="*/ 130023 h 451876"/>
              <a:gd name="connsiteX3" fmla="*/ 1567919 w 2146731"/>
              <a:gd name="connsiteY3" fmla="*/ 0 h 451876"/>
              <a:gd name="connsiteX4" fmla="*/ 2146731 w 2146731"/>
              <a:gd name="connsiteY4" fmla="*/ 255030 h 451876"/>
              <a:gd name="connsiteX5" fmla="*/ 751032 w 2146731"/>
              <a:gd name="connsiteY5" fmla="*/ 404423 h 451876"/>
              <a:gd name="connsiteX6" fmla="*/ 1365303 w 2146731"/>
              <a:gd name="connsiteY6" fmla="*/ 451876 h 451876"/>
              <a:gd name="connsiteX7" fmla="*/ 132176 w 2146731"/>
              <a:gd name="connsiteY7" fmla="*/ 349137 h 451876"/>
              <a:gd name="connsiteX0" fmla="*/ 132176 w 2146731"/>
              <a:gd name="connsiteY0" fmla="*/ 349137 h 462852"/>
              <a:gd name="connsiteX1" fmla="*/ 0 w 2146731"/>
              <a:gd name="connsiteY1" fmla="*/ 71865 h 462852"/>
              <a:gd name="connsiteX2" fmla="*/ 133910 w 2146731"/>
              <a:gd name="connsiteY2" fmla="*/ 130023 h 462852"/>
              <a:gd name="connsiteX3" fmla="*/ 1567919 w 2146731"/>
              <a:gd name="connsiteY3" fmla="*/ 0 h 462852"/>
              <a:gd name="connsiteX4" fmla="*/ 2146731 w 2146731"/>
              <a:gd name="connsiteY4" fmla="*/ 255030 h 462852"/>
              <a:gd name="connsiteX5" fmla="*/ 751032 w 2146731"/>
              <a:gd name="connsiteY5" fmla="*/ 404423 h 462852"/>
              <a:gd name="connsiteX6" fmla="*/ 879623 w 2146731"/>
              <a:gd name="connsiteY6" fmla="*/ 462852 h 462852"/>
              <a:gd name="connsiteX7" fmla="*/ 132176 w 2146731"/>
              <a:gd name="connsiteY7" fmla="*/ 349137 h 462852"/>
              <a:gd name="connsiteX0" fmla="*/ 0 w 2177905"/>
              <a:gd name="connsiteY0" fmla="*/ 366022 h 462852"/>
              <a:gd name="connsiteX1" fmla="*/ 31174 w 2177905"/>
              <a:gd name="connsiteY1" fmla="*/ 71865 h 462852"/>
              <a:gd name="connsiteX2" fmla="*/ 165084 w 2177905"/>
              <a:gd name="connsiteY2" fmla="*/ 130023 h 462852"/>
              <a:gd name="connsiteX3" fmla="*/ 1599093 w 2177905"/>
              <a:gd name="connsiteY3" fmla="*/ 0 h 462852"/>
              <a:gd name="connsiteX4" fmla="*/ 2177905 w 2177905"/>
              <a:gd name="connsiteY4" fmla="*/ 255030 h 462852"/>
              <a:gd name="connsiteX5" fmla="*/ 782206 w 2177905"/>
              <a:gd name="connsiteY5" fmla="*/ 404423 h 462852"/>
              <a:gd name="connsiteX6" fmla="*/ 910797 w 2177905"/>
              <a:gd name="connsiteY6" fmla="*/ 462852 h 462852"/>
              <a:gd name="connsiteX7" fmla="*/ 0 w 2177905"/>
              <a:gd name="connsiteY7" fmla="*/ 366022 h 462852"/>
              <a:gd name="connsiteX0" fmla="*/ 0 w 2177905"/>
              <a:gd name="connsiteY0" fmla="*/ 301254 h 398084"/>
              <a:gd name="connsiteX1" fmla="*/ 31174 w 2177905"/>
              <a:gd name="connsiteY1" fmla="*/ 7097 h 398084"/>
              <a:gd name="connsiteX2" fmla="*/ 165084 w 2177905"/>
              <a:gd name="connsiteY2" fmla="*/ 65255 h 398084"/>
              <a:gd name="connsiteX3" fmla="*/ 1624430 w 2177905"/>
              <a:gd name="connsiteY3" fmla="*/ 0 h 398084"/>
              <a:gd name="connsiteX4" fmla="*/ 2177905 w 2177905"/>
              <a:gd name="connsiteY4" fmla="*/ 190262 h 398084"/>
              <a:gd name="connsiteX5" fmla="*/ 782206 w 2177905"/>
              <a:gd name="connsiteY5" fmla="*/ 339655 h 398084"/>
              <a:gd name="connsiteX6" fmla="*/ 910797 w 2177905"/>
              <a:gd name="connsiteY6" fmla="*/ 398084 h 398084"/>
              <a:gd name="connsiteX7" fmla="*/ 0 w 2177905"/>
              <a:gd name="connsiteY7" fmla="*/ 301254 h 398084"/>
              <a:gd name="connsiteX0" fmla="*/ 0 w 2173038"/>
              <a:gd name="connsiteY0" fmla="*/ 301254 h 398084"/>
              <a:gd name="connsiteX1" fmla="*/ 31174 w 2173038"/>
              <a:gd name="connsiteY1" fmla="*/ 7097 h 398084"/>
              <a:gd name="connsiteX2" fmla="*/ 165084 w 2173038"/>
              <a:gd name="connsiteY2" fmla="*/ 65255 h 398084"/>
              <a:gd name="connsiteX3" fmla="*/ 1624430 w 2173038"/>
              <a:gd name="connsiteY3" fmla="*/ 0 h 398084"/>
              <a:gd name="connsiteX4" fmla="*/ 2173038 w 2173038"/>
              <a:gd name="connsiteY4" fmla="*/ 320162 h 398084"/>
              <a:gd name="connsiteX5" fmla="*/ 782206 w 2173038"/>
              <a:gd name="connsiteY5" fmla="*/ 339655 h 398084"/>
              <a:gd name="connsiteX6" fmla="*/ 910797 w 2173038"/>
              <a:gd name="connsiteY6" fmla="*/ 398084 h 398084"/>
              <a:gd name="connsiteX7" fmla="*/ 0 w 2173038"/>
              <a:gd name="connsiteY7" fmla="*/ 301254 h 398084"/>
              <a:gd name="connsiteX0" fmla="*/ 0 w 2173038"/>
              <a:gd name="connsiteY0" fmla="*/ 301254 h 398084"/>
              <a:gd name="connsiteX1" fmla="*/ 31174 w 2173038"/>
              <a:gd name="connsiteY1" fmla="*/ 7097 h 398084"/>
              <a:gd name="connsiteX2" fmla="*/ 165084 w 2173038"/>
              <a:gd name="connsiteY2" fmla="*/ 65255 h 398084"/>
              <a:gd name="connsiteX3" fmla="*/ 1624430 w 2173038"/>
              <a:gd name="connsiteY3" fmla="*/ 0 h 398084"/>
              <a:gd name="connsiteX4" fmla="*/ 2173038 w 2173038"/>
              <a:gd name="connsiteY4" fmla="*/ 320162 h 398084"/>
              <a:gd name="connsiteX5" fmla="*/ 869705 w 2173038"/>
              <a:gd name="connsiteY5" fmla="*/ 355418 h 398084"/>
              <a:gd name="connsiteX6" fmla="*/ 910797 w 2173038"/>
              <a:gd name="connsiteY6" fmla="*/ 398084 h 398084"/>
              <a:gd name="connsiteX7" fmla="*/ 0 w 2173038"/>
              <a:gd name="connsiteY7" fmla="*/ 301254 h 398084"/>
              <a:gd name="connsiteX0" fmla="*/ 0 w 2173038"/>
              <a:gd name="connsiteY0" fmla="*/ 301254 h 433881"/>
              <a:gd name="connsiteX1" fmla="*/ 31174 w 2173038"/>
              <a:gd name="connsiteY1" fmla="*/ 7097 h 433881"/>
              <a:gd name="connsiteX2" fmla="*/ 165084 w 2173038"/>
              <a:gd name="connsiteY2" fmla="*/ 65255 h 433881"/>
              <a:gd name="connsiteX3" fmla="*/ 1624430 w 2173038"/>
              <a:gd name="connsiteY3" fmla="*/ 0 h 433881"/>
              <a:gd name="connsiteX4" fmla="*/ 2173038 w 2173038"/>
              <a:gd name="connsiteY4" fmla="*/ 320162 h 433881"/>
              <a:gd name="connsiteX5" fmla="*/ 869705 w 2173038"/>
              <a:gd name="connsiteY5" fmla="*/ 355418 h 433881"/>
              <a:gd name="connsiteX6" fmla="*/ 994752 w 2173038"/>
              <a:gd name="connsiteY6" fmla="*/ 433881 h 433881"/>
              <a:gd name="connsiteX7" fmla="*/ 0 w 2173038"/>
              <a:gd name="connsiteY7" fmla="*/ 301254 h 433881"/>
              <a:gd name="connsiteX0" fmla="*/ 0 w 2173038"/>
              <a:gd name="connsiteY0" fmla="*/ 301254 h 433881"/>
              <a:gd name="connsiteX1" fmla="*/ 31174 w 2173038"/>
              <a:gd name="connsiteY1" fmla="*/ 7097 h 433881"/>
              <a:gd name="connsiteX2" fmla="*/ 165084 w 2173038"/>
              <a:gd name="connsiteY2" fmla="*/ 65255 h 433881"/>
              <a:gd name="connsiteX3" fmla="*/ 1624430 w 2173038"/>
              <a:gd name="connsiteY3" fmla="*/ 0 h 433881"/>
              <a:gd name="connsiteX4" fmla="*/ 2173038 w 2173038"/>
              <a:gd name="connsiteY4" fmla="*/ 320162 h 433881"/>
              <a:gd name="connsiteX5" fmla="*/ 872219 w 2173038"/>
              <a:gd name="connsiteY5" fmla="*/ 365202 h 433881"/>
              <a:gd name="connsiteX6" fmla="*/ 994752 w 2173038"/>
              <a:gd name="connsiteY6" fmla="*/ 433881 h 433881"/>
              <a:gd name="connsiteX7" fmla="*/ 0 w 2173038"/>
              <a:gd name="connsiteY7" fmla="*/ 301254 h 433881"/>
              <a:gd name="connsiteX0" fmla="*/ 0 w 2188206"/>
              <a:gd name="connsiteY0" fmla="*/ 167809 h 433881"/>
              <a:gd name="connsiteX1" fmla="*/ 46342 w 2188206"/>
              <a:gd name="connsiteY1" fmla="*/ 7097 h 433881"/>
              <a:gd name="connsiteX2" fmla="*/ 180252 w 2188206"/>
              <a:gd name="connsiteY2" fmla="*/ 65255 h 433881"/>
              <a:gd name="connsiteX3" fmla="*/ 1639598 w 2188206"/>
              <a:gd name="connsiteY3" fmla="*/ 0 h 433881"/>
              <a:gd name="connsiteX4" fmla="*/ 2188206 w 2188206"/>
              <a:gd name="connsiteY4" fmla="*/ 320162 h 433881"/>
              <a:gd name="connsiteX5" fmla="*/ 887387 w 2188206"/>
              <a:gd name="connsiteY5" fmla="*/ 365202 h 433881"/>
              <a:gd name="connsiteX6" fmla="*/ 1009920 w 2188206"/>
              <a:gd name="connsiteY6" fmla="*/ 433881 h 433881"/>
              <a:gd name="connsiteX7" fmla="*/ 0 w 2188206"/>
              <a:gd name="connsiteY7" fmla="*/ 167809 h 433881"/>
              <a:gd name="connsiteX0" fmla="*/ 0 w 2188206"/>
              <a:gd name="connsiteY0" fmla="*/ 214560 h 480632"/>
              <a:gd name="connsiteX1" fmla="*/ 46342 w 2188206"/>
              <a:gd name="connsiteY1" fmla="*/ 53848 h 480632"/>
              <a:gd name="connsiteX2" fmla="*/ 196671 w 2188206"/>
              <a:gd name="connsiteY2" fmla="*/ 0 h 480632"/>
              <a:gd name="connsiteX3" fmla="*/ 1639598 w 2188206"/>
              <a:gd name="connsiteY3" fmla="*/ 46751 h 480632"/>
              <a:gd name="connsiteX4" fmla="*/ 2188206 w 2188206"/>
              <a:gd name="connsiteY4" fmla="*/ 366913 h 480632"/>
              <a:gd name="connsiteX5" fmla="*/ 887387 w 2188206"/>
              <a:gd name="connsiteY5" fmla="*/ 411953 h 480632"/>
              <a:gd name="connsiteX6" fmla="*/ 1009920 w 2188206"/>
              <a:gd name="connsiteY6" fmla="*/ 480632 h 480632"/>
              <a:gd name="connsiteX7" fmla="*/ 0 w 2188206"/>
              <a:gd name="connsiteY7" fmla="*/ 214560 h 480632"/>
              <a:gd name="connsiteX0" fmla="*/ 0 w 2188206"/>
              <a:gd name="connsiteY0" fmla="*/ 287068 h 553140"/>
              <a:gd name="connsiteX1" fmla="*/ 71243 w 2188206"/>
              <a:gd name="connsiteY1" fmla="*/ 0 h 553140"/>
              <a:gd name="connsiteX2" fmla="*/ 196671 w 2188206"/>
              <a:gd name="connsiteY2" fmla="*/ 72508 h 553140"/>
              <a:gd name="connsiteX3" fmla="*/ 1639598 w 2188206"/>
              <a:gd name="connsiteY3" fmla="*/ 119259 h 553140"/>
              <a:gd name="connsiteX4" fmla="*/ 2188206 w 2188206"/>
              <a:gd name="connsiteY4" fmla="*/ 439421 h 553140"/>
              <a:gd name="connsiteX5" fmla="*/ 887387 w 2188206"/>
              <a:gd name="connsiteY5" fmla="*/ 484461 h 553140"/>
              <a:gd name="connsiteX6" fmla="*/ 1009920 w 2188206"/>
              <a:gd name="connsiteY6" fmla="*/ 553140 h 553140"/>
              <a:gd name="connsiteX7" fmla="*/ 0 w 2188206"/>
              <a:gd name="connsiteY7" fmla="*/ 287068 h 55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206" h="553140">
                <a:moveTo>
                  <a:pt x="0" y="287068"/>
                </a:moveTo>
                <a:lnTo>
                  <a:pt x="71243" y="0"/>
                </a:lnTo>
                <a:lnTo>
                  <a:pt x="196671" y="72508"/>
                </a:lnTo>
                <a:lnTo>
                  <a:pt x="1639598" y="119259"/>
                </a:lnTo>
                <a:lnTo>
                  <a:pt x="2188206" y="439421"/>
                </a:lnTo>
                <a:lnTo>
                  <a:pt x="887387" y="484461"/>
                </a:lnTo>
                <a:lnTo>
                  <a:pt x="1009920" y="553140"/>
                </a:lnTo>
                <a:lnTo>
                  <a:pt x="0" y="287068"/>
                </a:lnTo>
                <a:close/>
              </a:path>
            </a:pathLst>
          </a:custGeom>
          <a:solidFill>
            <a:srgbClr val="006600"/>
          </a:solidFill>
          <a:ln w="3175" cap="flat" cmpd="sng" algn="ctr">
            <a:noFill/>
            <a:prstDash val="solid"/>
            <a:round/>
            <a:headEnd type="none" w="med" len="med"/>
            <a:tailEnd type="none" w="med" len="med"/>
          </a:ln>
          <a:effectLst>
            <a:outerShdw blurRad="50800" dist="50800" dir="2700000" algn="tl"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Replace J-Series</a:t>
            </a:r>
          </a:p>
        </p:txBody>
      </p:sp>
      <p:sp>
        <p:nvSpPr>
          <p:cNvPr id="48" name="Rectangle 1030">
            <a:extLst>
              <a:ext uri="{FF2B5EF4-FFF2-40B4-BE49-F238E27FC236}">
                <a16:creationId xmlns:a16="http://schemas.microsoft.com/office/drawing/2014/main" id="{9AA58C34-B0CA-8EBC-388D-39155D0064C6}"/>
              </a:ext>
            </a:extLst>
          </p:cNvPr>
          <p:cNvSpPr txBox="1">
            <a:spLocks noChangeArrowheads="1"/>
          </p:cNvSpPr>
          <p:nvPr/>
        </p:nvSpPr>
        <p:spPr bwMode="auto">
          <a:xfrm>
            <a:off x="1005840" y="0"/>
            <a:ext cx="10149840"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ctr"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3600" b="1" i="1" u="none" strike="noStrike" kern="0" cap="none" spc="0" normalizeH="0" baseline="0" noProof="0" dirty="0">
                <a:ln>
                  <a:noFill/>
                </a:ln>
                <a:solidFill>
                  <a:srgbClr val="151C77"/>
                </a:solidFill>
                <a:effectLst/>
                <a:uLnTx/>
                <a:uFillTx/>
                <a:latin typeface="Arial"/>
                <a:ea typeface="+mj-ea"/>
                <a:cs typeface="+mj-cs"/>
              </a:rPr>
              <a:t>Decision Advantage Capabilities</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0" i="0" u="none" strike="noStrike" kern="0" cap="none" spc="0" normalizeH="0" baseline="0" noProof="0" dirty="0">
                <a:ln>
                  <a:noFill/>
                </a:ln>
                <a:solidFill>
                  <a:srgbClr val="151C77"/>
                </a:solidFill>
                <a:effectLst/>
                <a:uLnTx/>
                <a:uFillTx/>
                <a:latin typeface="Arial"/>
                <a:ea typeface="+mj-ea"/>
                <a:cs typeface="+mj-cs"/>
              </a:rPr>
              <a:t>A capability gap that underwrites all others</a:t>
            </a:r>
            <a:endParaRPr kumimoji="0" lang="en-US" altLang="en-US" sz="2400" b="0" i="1" u="none" strike="noStrike" kern="0" cap="none" spc="0" normalizeH="0" baseline="0" noProof="0" dirty="0">
              <a:ln>
                <a:noFill/>
              </a:ln>
              <a:solidFill>
                <a:srgbClr val="151C77"/>
              </a:solidFill>
              <a:effectLst/>
              <a:uLnTx/>
              <a:uFillTx/>
              <a:latin typeface="Arial"/>
              <a:ea typeface="+mj-ea"/>
              <a:cs typeface="+mj-cs"/>
            </a:endParaRPr>
          </a:p>
        </p:txBody>
      </p:sp>
      <p:sp>
        <p:nvSpPr>
          <p:cNvPr id="5" name="Content Placeholder 14">
            <a:extLst>
              <a:ext uri="{FF2B5EF4-FFF2-40B4-BE49-F238E27FC236}">
                <a16:creationId xmlns:a16="http://schemas.microsoft.com/office/drawing/2014/main" id="{90136C6C-B6F5-A611-6279-4699400E2F2F}"/>
              </a:ext>
            </a:extLst>
          </p:cNvPr>
          <p:cNvSpPr txBox="1">
            <a:spLocks/>
          </p:cNvSpPr>
          <p:nvPr/>
        </p:nvSpPr>
        <p:spPr bwMode="auto">
          <a:xfrm rot="16200000">
            <a:off x="1258553" y="3112718"/>
            <a:ext cx="3025627" cy="463463"/>
          </a:xfrm>
          <a:prstGeom prst="rect">
            <a:avLst/>
          </a:prstGeom>
          <a:noFill/>
          <a:ln w="0">
            <a:noFill/>
          </a:ln>
          <a:effectLst>
            <a:glow rad="381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marR="0" lvl="0" indent="0" algn="ctr" defTabSz="914400" latinLnBrk="0">
              <a:lnSpc>
                <a:spcPct val="100000"/>
              </a:lnSpc>
              <a:buClrTx/>
              <a:buSzTx/>
              <a:buFontTx/>
              <a:buNone/>
              <a:tabLst/>
              <a:defRPr kumimoji="0" b="0" i="0" u="none" strike="noStrike" cap="none" spc="0" normalizeH="0" baseline="0">
                <a:ln>
                  <a:noFill/>
                </a:ln>
                <a:effectLst/>
                <a:uLnTx/>
                <a:uFillTx/>
                <a:latin typeface="Arial"/>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Decision Advantage</a:t>
            </a:r>
            <a:endParaRPr kumimoji="0" lang="en-US" sz="28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p:txBody>
      </p:sp>
      <p:sp>
        <p:nvSpPr>
          <p:cNvPr id="8" name="Arrow: Left 7">
            <a:extLst>
              <a:ext uri="{FF2B5EF4-FFF2-40B4-BE49-F238E27FC236}">
                <a16:creationId xmlns:a16="http://schemas.microsoft.com/office/drawing/2014/main" id="{777AA871-5383-64CA-F176-0E533CF58084}"/>
              </a:ext>
            </a:extLst>
          </p:cNvPr>
          <p:cNvSpPr/>
          <p:nvPr/>
        </p:nvSpPr>
        <p:spPr bwMode="auto">
          <a:xfrm rot="20181747">
            <a:off x="3173195" y="5448883"/>
            <a:ext cx="2092926" cy="417858"/>
          </a:xfrm>
          <a:custGeom>
            <a:avLst/>
            <a:gdLst>
              <a:gd name="connsiteX0" fmla="*/ 0 w 1634647"/>
              <a:gd name="connsiteY0" fmla="*/ 300625 h 601249"/>
              <a:gd name="connsiteX1" fmla="*/ 574662 w 1634647"/>
              <a:gd name="connsiteY1" fmla="*/ 0 h 601249"/>
              <a:gd name="connsiteX2" fmla="*/ 574662 w 1634647"/>
              <a:gd name="connsiteY2" fmla="*/ 150312 h 601249"/>
              <a:gd name="connsiteX3" fmla="*/ 1634647 w 1634647"/>
              <a:gd name="connsiteY3" fmla="*/ 150312 h 601249"/>
              <a:gd name="connsiteX4" fmla="*/ 1634647 w 1634647"/>
              <a:gd name="connsiteY4" fmla="*/ 450937 h 601249"/>
              <a:gd name="connsiteX5" fmla="*/ 574662 w 1634647"/>
              <a:gd name="connsiteY5" fmla="*/ 450937 h 601249"/>
              <a:gd name="connsiteX6" fmla="*/ 574662 w 1634647"/>
              <a:gd name="connsiteY6" fmla="*/ 601249 h 601249"/>
              <a:gd name="connsiteX7" fmla="*/ 0 w 1634647"/>
              <a:gd name="connsiteY7" fmla="*/ 300625 h 601249"/>
              <a:gd name="connsiteX0" fmla="*/ 0 w 1672958"/>
              <a:gd name="connsiteY0" fmla="*/ 300625 h 601249"/>
              <a:gd name="connsiteX1" fmla="*/ 574662 w 1672958"/>
              <a:gd name="connsiteY1" fmla="*/ 0 h 601249"/>
              <a:gd name="connsiteX2" fmla="*/ 574662 w 1672958"/>
              <a:gd name="connsiteY2" fmla="*/ 150312 h 601249"/>
              <a:gd name="connsiteX3" fmla="*/ 1672958 w 1672958"/>
              <a:gd name="connsiteY3" fmla="*/ 169679 h 601249"/>
              <a:gd name="connsiteX4" fmla="*/ 1634647 w 1672958"/>
              <a:gd name="connsiteY4" fmla="*/ 450937 h 601249"/>
              <a:gd name="connsiteX5" fmla="*/ 574662 w 1672958"/>
              <a:gd name="connsiteY5" fmla="*/ 450937 h 601249"/>
              <a:gd name="connsiteX6" fmla="*/ 574662 w 1672958"/>
              <a:gd name="connsiteY6" fmla="*/ 601249 h 601249"/>
              <a:gd name="connsiteX7" fmla="*/ 0 w 1672958"/>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574662 w 2259270"/>
              <a:gd name="connsiteY5" fmla="*/ 450937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4662 w 2259270"/>
              <a:gd name="connsiteY2" fmla="*/ 150312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0 w 2259270"/>
              <a:gd name="connsiteY0" fmla="*/ 300625 h 601249"/>
              <a:gd name="connsiteX1" fmla="*/ 574662 w 2259270"/>
              <a:gd name="connsiteY1" fmla="*/ 0 h 601249"/>
              <a:gd name="connsiteX2" fmla="*/ 57898 w 2259270"/>
              <a:gd name="connsiteY2" fmla="*/ 137284 h 601249"/>
              <a:gd name="connsiteX3" fmla="*/ 1672958 w 2259270"/>
              <a:gd name="connsiteY3" fmla="*/ 169679 h 601249"/>
              <a:gd name="connsiteX4" fmla="*/ 2259270 w 2259270"/>
              <a:gd name="connsiteY4" fmla="*/ 425393 h 601249"/>
              <a:gd name="connsiteX5" fmla="*/ 772915 w 2259270"/>
              <a:gd name="connsiteY5" fmla="*/ 449329 h 601249"/>
              <a:gd name="connsiteX6" fmla="*/ 574662 w 2259270"/>
              <a:gd name="connsiteY6" fmla="*/ 601249 h 601249"/>
              <a:gd name="connsiteX7" fmla="*/ 0 w 2259270"/>
              <a:gd name="connsiteY7" fmla="*/ 300625 h 601249"/>
              <a:gd name="connsiteX0" fmla="*/ 63194 w 2322464"/>
              <a:gd name="connsiteY0" fmla="*/ 221088 h 521712"/>
              <a:gd name="connsiteX1" fmla="*/ 0 w 2322464"/>
              <a:gd name="connsiteY1" fmla="*/ 0 h 521712"/>
              <a:gd name="connsiteX2" fmla="*/ 121092 w 2322464"/>
              <a:gd name="connsiteY2" fmla="*/ 57747 h 521712"/>
              <a:gd name="connsiteX3" fmla="*/ 1736152 w 2322464"/>
              <a:gd name="connsiteY3" fmla="*/ 90142 h 521712"/>
              <a:gd name="connsiteX4" fmla="*/ 2322464 w 2322464"/>
              <a:gd name="connsiteY4" fmla="*/ 345856 h 521712"/>
              <a:gd name="connsiteX5" fmla="*/ 836109 w 2322464"/>
              <a:gd name="connsiteY5" fmla="*/ 369792 h 521712"/>
              <a:gd name="connsiteX6" fmla="*/ 637856 w 2322464"/>
              <a:gd name="connsiteY6" fmla="*/ 521712 h 521712"/>
              <a:gd name="connsiteX7" fmla="*/ 63194 w 2322464"/>
              <a:gd name="connsiteY7" fmla="*/ 221088 h 521712"/>
              <a:gd name="connsiteX0" fmla="*/ 63194 w 2322464"/>
              <a:gd name="connsiteY0" fmla="*/ 221088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63194 w 2322464"/>
              <a:gd name="connsiteY7" fmla="*/ 221088 h 454684"/>
              <a:gd name="connsiteX0" fmla="*/ 0 w 2435297"/>
              <a:gd name="connsiteY0" fmla="*/ 219426 h 454684"/>
              <a:gd name="connsiteX1" fmla="*/ 112833 w 2435297"/>
              <a:gd name="connsiteY1" fmla="*/ 0 h 454684"/>
              <a:gd name="connsiteX2" fmla="*/ 233925 w 2435297"/>
              <a:gd name="connsiteY2" fmla="*/ 57747 h 454684"/>
              <a:gd name="connsiteX3" fmla="*/ 1848985 w 2435297"/>
              <a:gd name="connsiteY3" fmla="*/ 90142 h 454684"/>
              <a:gd name="connsiteX4" fmla="*/ 2435297 w 2435297"/>
              <a:gd name="connsiteY4" fmla="*/ 345856 h 454684"/>
              <a:gd name="connsiteX5" fmla="*/ 948942 w 2435297"/>
              <a:gd name="connsiteY5" fmla="*/ 369792 h 454684"/>
              <a:gd name="connsiteX6" fmla="*/ 1143932 w 2435297"/>
              <a:gd name="connsiteY6" fmla="*/ 454684 h 454684"/>
              <a:gd name="connsiteX7" fmla="*/ 0 w 2435297"/>
              <a:gd name="connsiteY7" fmla="*/ 219426 h 454684"/>
              <a:gd name="connsiteX0" fmla="*/ 136687 w 2322464"/>
              <a:gd name="connsiteY0" fmla="*/ 219461 h 454684"/>
              <a:gd name="connsiteX1" fmla="*/ 0 w 2322464"/>
              <a:gd name="connsiteY1" fmla="*/ 0 h 454684"/>
              <a:gd name="connsiteX2" fmla="*/ 121092 w 2322464"/>
              <a:gd name="connsiteY2" fmla="*/ 57747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136687 w 2322464"/>
              <a:gd name="connsiteY0" fmla="*/ 219461 h 454684"/>
              <a:gd name="connsiteX1" fmla="*/ 0 w 2322464"/>
              <a:gd name="connsiteY1" fmla="*/ 0 h 454684"/>
              <a:gd name="connsiteX2" fmla="*/ 440287 w 2322464"/>
              <a:gd name="connsiteY2" fmla="*/ 64882 h 454684"/>
              <a:gd name="connsiteX3" fmla="*/ 1736152 w 2322464"/>
              <a:gd name="connsiteY3" fmla="*/ 90142 h 454684"/>
              <a:gd name="connsiteX4" fmla="*/ 2322464 w 2322464"/>
              <a:gd name="connsiteY4" fmla="*/ 345856 h 454684"/>
              <a:gd name="connsiteX5" fmla="*/ 836109 w 2322464"/>
              <a:gd name="connsiteY5" fmla="*/ 369792 h 454684"/>
              <a:gd name="connsiteX6" fmla="*/ 1031099 w 2322464"/>
              <a:gd name="connsiteY6" fmla="*/ 454684 h 454684"/>
              <a:gd name="connsiteX7" fmla="*/ 136687 w 2322464"/>
              <a:gd name="connsiteY7" fmla="*/ 219461 h 454684"/>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699422 w 2185777"/>
              <a:gd name="connsiteY5" fmla="*/ 364294 h 449186"/>
              <a:gd name="connsiteX6" fmla="*/ 894412 w 2185777"/>
              <a:gd name="connsiteY6" fmla="*/ 449186 h 449186"/>
              <a:gd name="connsiteX7" fmla="*/ 0 w 2185777"/>
              <a:gd name="connsiteY7" fmla="*/ 213963 h 449186"/>
              <a:gd name="connsiteX0" fmla="*/ 0 w 2185777"/>
              <a:gd name="connsiteY0" fmla="*/ 213963 h 449186"/>
              <a:gd name="connsiteX1" fmla="*/ 172826 w 2185777"/>
              <a:gd name="connsiteY1" fmla="*/ 0 h 449186"/>
              <a:gd name="connsiteX2" fmla="*/ 303600 w 2185777"/>
              <a:gd name="connsiteY2" fmla="*/ 59384 h 449186"/>
              <a:gd name="connsiteX3" fmla="*/ 1599465 w 2185777"/>
              <a:gd name="connsiteY3" fmla="*/ 84644 h 449186"/>
              <a:gd name="connsiteX4" fmla="*/ 2185777 w 2185777"/>
              <a:gd name="connsiteY4" fmla="*/ 340358 h 449186"/>
              <a:gd name="connsiteX5" fmla="*/ 995575 w 2185777"/>
              <a:gd name="connsiteY5" fmla="*/ 358746 h 449186"/>
              <a:gd name="connsiteX6" fmla="*/ 894412 w 2185777"/>
              <a:gd name="connsiteY6" fmla="*/ 449186 h 449186"/>
              <a:gd name="connsiteX7" fmla="*/ 0 w 2185777"/>
              <a:gd name="connsiteY7" fmla="*/ 213963 h 449186"/>
              <a:gd name="connsiteX0" fmla="*/ 0 w 2185777"/>
              <a:gd name="connsiteY0" fmla="*/ 213963 h 428633"/>
              <a:gd name="connsiteX1" fmla="*/ 172826 w 2185777"/>
              <a:gd name="connsiteY1" fmla="*/ 0 h 428633"/>
              <a:gd name="connsiteX2" fmla="*/ 303600 w 2185777"/>
              <a:gd name="connsiteY2" fmla="*/ 59384 h 428633"/>
              <a:gd name="connsiteX3" fmla="*/ 1599465 w 2185777"/>
              <a:gd name="connsiteY3" fmla="*/ 84644 h 428633"/>
              <a:gd name="connsiteX4" fmla="*/ 2185777 w 2185777"/>
              <a:gd name="connsiteY4" fmla="*/ 340358 h 428633"/>
              <a:gd name="connsiteX5" fmla="*/ 995575 w 2185777"/>
              <a:gd name="connsiteY5" fmla="*/ 358746 h 428633"/>
              <a:gd name="connsiteX6" fmla="*/ 1150344 w 2185777"/>
              <a:gd name="connsiteY6" fmla="*/ 428633 h 428633"/>
              <a:gd name="connsiteX7" fmla="*/ 0 w 2185777"/>
              <a:gd name="connsiteY7" fmla="*/ 213963 h 428633"/>
              <a:gd name="connsiteX0" fmla="*/ 0 w 2020658"/>
              <a:gd name="connsiteY0" fmla="*/ 210850 h 428633"/>
              <a:gd name="connsiteX1" fmla="*/ 7707 w 2020658"/>
              <a:gd name="connsiteY1" fmla="*/ 0 h 428633"/>
              <a:gd name="connsiteX2" fmla="*/ 138481 w 2020658"/>
              <a:gd name="connsiteY2" fmla="*/ 59384 h 428633"/>
              <a:gd name="connsiteX3" fmla="*/ 1434346 w 2020658"/>
              <a:gd name="connsiteY3" fmla="*/ 84644 h 428633"/>
              <a:gd name="connsiteX4" fmla="*/ 2020658 w 2020658"/>
              <a:gd name="connsiteY4" fmla="*/ 340358 h 428633"/>
              <a:gd name="connsiteX5" fmla="*/ 830456 w 2020658"/>
              <a:gd name="connsiteY5" fmla="*/ 358746 h 428633"/>
              <a:gd name="connsiteX6" fmla="*/ 985225 w 2020658"/>
              <a:gd name="connsiteY6" fmla="*/ 428633 h 428633"/>
              <a:gd name="connsiteX7" fmla="*/ 0 w 2020658"/>
              <a:gd name="connsiteY7" fmla="*/ 210850 h 428633"/>
              <a:gd name="connsiteX0" fmla="*/ 0 w 2378986"/>
              <a:gd name="connsiteY0" fmla="*/ 209980 h 428633"/>
              <a:gd name="connsiteX1" fmla="*/ 366035 w 2378986"/>
              <a:gd name="connsiteY1" fmla="*/ 0 h 428633"/>
              <a:gd name="connsiteX2" fmla="*/ 496809 w 2378986"/>
              <a:gd name="connsiteY2" fmla="*/ 59384 h 428633"/>
              <a:gd name="connsiteX3" fmla="*/ 1792674 w 2378986"/>
              <a:gd name="connsiteY3" fmla="*/ 84644 h 428633"/>
              <a:gd name="connsiteX4" fmla="*/ 2378986 w 2378986"/>
              <a:gd name="connsiteY4" fmla="*/ 340358 h 428633"/>
              <a:gd name="connsiteX5" fmla="*/ 1188784 w 2378986"/>
              <a:gd name="connsiteY5" fmla="*/ 358746 h 428633"/>
              <a:gd name="connsiteX6" fmla="*/ 1343553 w 2378986"/>
              <a:gd name="connsiteY6" fmla="*/ 428633 h 428633"/>
              <a:gd name="connsiteX7" fmla="*/ 0 w 2378986"/>
              <a:gd name="connsiteY7" fmla="*/ 209980 h 428633"/>
              <a:gd name="connsiteX0" fmla="*/ 0 w 2176099"/>
              <a:gd name="connsiteY0" fmla="*/ 215599 h 428633"/>
              <a:gd name="connsiteX1" fmla="*/ 163148 w 2176099"/>
              <a:gd name="connsiteY1" fmla="*/ 0 h 428633"/>
              <a:gd name="connsiteX2" fmla="*/ 293922 w 2176099"/>
              <a:gd name="connsiteY2" fmla="*/ 59384 h 428633"/>
              <a:gd name="connsiteX3" fmla="*/ 1589787 w 2176099"/>
              <a:gd name="connsiteY3" fmla="*/ 84644 h 428633"/>
              <a:gd name="connsiteX4" fmla="*/ 2176099 w 2176099"/>
              <a:gd name="connsiteY4" fmla="*/ 340358 h 428633"/>
              <a:gd name="connsiteX5" fmla="*/ 985897 w 2176099"/>
              <a:gd name="connsiteY5" fmla="*/ 358746 h 428633"/>
              <a:gd name="connsiteX6" fmla="*/ 1140666 w 2176099"/>
              <a:gd name="connsiteY6" fmla="*/ 428633 h 428633"/>
              <a:gd name="connsiteX7" fmla="*/ 0 w 2176099"/>
              <a:gd name="connsiteY7" fmla="*/ 215599 h 428633"/>
              <a:gd name="connsiteX0" fmla="*/ 0 w 2092926"/>
              <a:gd name="connsiteY0" fmla="*/ 215611 h 428633"/>
              <a:gd name="connsiteX1" fmla="*/ 79975 w 2092926"/>
              <a:gd name="connsiteY1" fmla="*/ 0 h 428633"/>
              <a:gd name="connsiteX2" fmla="*/ 210749 w 2092926"/>
              <a:gd name="connsiteY2" fmla="*/ 59384 h 428633"/>
              <a:gd name="connsiteX3" fmla="*/ 1506614 w 2092926"/>
              <a:gd name="connsiteY3" fmla="*/ 84644 h 428633"/>
              <a:gd name="connsiteX4" fmla="*/ 2092926 w 2092926"/>
              <a:gd name="connsiteY4" fmla="*/ 340358 h 428633"/>
              <a:gd name="connsiteX5" fmla="*/ 902724 w 2092926"/>
              <a:gd name="connsiteY5" fmla="*/ 358746 h 428633"/>
              <a:gd name="connsiteX6" fmla="*/ 1057493 w 2092926"/>
              <a:gd name="connsiteY6" fmla="*/ 428633 h 428633"/>
              <a:gd name="connsiteX7" fmla="*/ 0 w 2092926"/>
              <a:gd name="connsiteY7" fmla="*/ 215611 h 428633"/>
              <a:gd name="connsiteX0" fmla="*/ 0 w 2092926"/>
              <a:gd name="connsiteY0" fmla="*/ 215611 h 418813"/>
              <a:gd name="connsiteX1" fmla="*/ 79975 w 2092926"/>
              <a:gd name="connsiteY1" fmla="*/ 0 h 418813"/>
              <a:gd name="connsiteX2" fmla="*/ 210749 w 2092926"/>
              <a:gd name="connsiteY2" fmla="*/ 59384 h 418813"/>
              <a:gd name="connsiteX3" fmla="*/ 1506614 w 2092926"/>
              <a:gd name="connsiteY3" fmla="*/ 84644 h 418813"/>
              <a:gd name="connsiteX4" fmla="*/ 2092926 w 2092926"/>
              <a:gd name="connsiteY4" fmla="*/ 340358 h 418813"/>
              <a:gd name="connsiteX5" fmla="*/ 902724 w 2092926"/>
              <a:gd name="connsiteY5" fmla="*/ 358746 h 418813"/>
              <a:gd name="connsiteX6" fmla="*/ 1040995 w 2092926"/>
              <a:gd name="connsiteY6" fmla="*/ 418813 h 418813"/>
              <a:gd name="connsiteX7" fmla="*/ 0 w 2092926"/>
              <a:gd name="connsiteY7" fmla="*/ 215611 h 418813"/>
              <a:gd name="connsiteX0" fmla="*/ 0 w 2092926"/>
              <a:gd name="connsiteY0" fmla="*/ 215611 h 417858"/>
              <a:gd name="connsiteX1" fmla="*/ 79975 w 2092926"/>
              <a:gd name="connsiteY1" fmla="*/ 0 h 417858"/>
              <a:gd name="connsiteX2" fmla="*/ 210749 w 2092926"/>
              <a:gd name="connsiteY2" fmla="*/ 59384 h 417858"/>
              <a:gd name="connsiteX3" fmla="*/ 1506614 w 2092926"/>
              <a:gd name="connsiteY3" fmla="*/ 84644 h 417858"/>
              <a:gd name="connsiteX4" fmla="*/ 2092926 w 2092926"/>
              <a:gd name="connsiteY4" fmla="*/ 340358 h 417858"/>
              <a:gd name="connsiteX5" fmla="*/ 902724 w 2092926"/>
              <a:gd name="connsiteY5" fmla="*/ 358746 h 417858"/>
              <a:gd name="connsiteX6" fmla="*/ 1038814 w 2092926"/>
              <a:gd name="connsiteY6" fmla="*/ 417858 h 417858"/>
              <a:gd name="connsiteX7" fmla="*/ 0 w 2092926"/>
              <a:gd name="connsiteY7" fmla="*/ 215611 h 4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2926" h="417858">
                <a:moveTo>
                  <a:pt x="0" y="215611"/>
                </a:moveTo>
                <a:lnTo>
                  <a:pt x="79975" y="0"/>
                </a:lnTo>
                <a:lnTo>
                  <a:pt x="210749" y="59384"/>
                </a:lnTo>
                <a:lnTo>
                  <a:pt x="1506614" y="84644"/>
                </a:lnTo>
                <a:lnTo>
                  <a:pt x="2092926" y="340358"/>
                </a:lnTo>
                <a:lnTo>
                  <a:pt x="902724" y="358746"/>
                </a:lnTo>
                <a:lnTo>
                  <a:pt x="1038814" y="417858"/>
                </a:lnTo>
                <a:lnTo>
                  <a:pt x="0" y="215611"/>
                </a:lnTo>
                <a:close/>
              </a:path>
            </a:pathLst>
          </a:custGeom>
          <a:solidFill>
            <a:srgbClr val="006600"/>
          </a:solidFill>
          <a:ln w="3175" cap="flat" cmpd="sng" algn="ctr">
            <a:noFill/>
            <a:prstDash val="solid"/>
            <a:round/>
            <a:headEnd type="none" w="med" len="med"/>
            <a:tailEnd type="none" w="med" len="med"/>
          </a:ln>
          <a:effectLst>
            <a:outerShdw blurRad="50800" dist="50800" dir="2700000" algn="tl" rotWithShape="0">
              <a:prstClr val="black">
                <a:alpha val="40000"/>
              </a:prstClr>
            </a:outerShdw>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Speech-to-Text</a:t>
            </a:r>
          </a:p>
        </p:txBody>
      </p:sp>
      <p:sp>
        <p:nvSpPr>
          <p:cNvPr id="70" name="Content Placeholder 14">
            <a:extLst>
              <a:ext uri="{FF2B5EF4-FFF2-40B4-BE49-F238E27FC236}">
                <a16:creationId xmlns:a16="http://schemas.microsoft.com/office/drawing/2014/main" id="{E22E8D97-9D6D-3DF2-DA44-E1583C0FECB7}"/>
              </a:ext>
            </a:extLst>
          </p:cNvPr>
          <p:cNvSpPr txBox="1">
            <a:spLocks/>
          </p:cNvSpPr>
          <p:nvPr/>
        </p:nvSpPr>
        <p:spPr bwMode="auto">
          <a:xfrm rot="20455292">
            <a:off x="77595" y="5604011"/>
            <a:ext cx="3025627" cy="255225"/>
          </a:xfrm>
          <a:prstGeom prst="rect">
            <a:avLst/>
          </a:prstGeom>
          <a:noFill/>
          <a:ln w="0">
            <a:noFill/>
          </a:ln>
          <a:effectLst>
            <a:glow rad="381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marR="0" lvl="0" indent="0" algn="ctr" defTabSz="914400" latinLnBrk="0">
              <a:lnSpc>
                <a:spcPct val="100000"/>
              </a:lnSpc>
              <a:buClrTx/>
              <a:buSzTx/>
              <a:buFontTx/>
              <a:buNone/>
              <a:tabLst/>
              <a:defRPr kumimoji="0" b="0" i="0" u="none" strike="noStrike" cap="none" spc="0" normalizeH="0" baseline="0">
                <a:ln>
                  <a:noFill/>
                </a:ln>
                <a:effectLst/>
                <a:uLnTx/>
                <a:uFillTx/>
                <a:latin typeface="Arial"/>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rPr>
              <a:t>Data &amp; Network Modernizations</a:t>
            </a:r>
            <a:endParaRPr kumimoji="0" lang="en-US" sz="1600" b="0" i="0" u="none" strike="noStrike" kern="1200" cap="none" spc="0" normalizeH="0" baseline="0" noProof="0" dirty="0">
              <a:ln>
                <a:noFill/>
              </a:ln>
              <a:solidFill>
                <a:srgbClr val="000000"/>
              </a:solidFill>
              <a:effectLst/>
              <a:uLnTx/>
              <a:uFillTx/>
              <a:latin typeface="Arial Narrow" panose="020B0506020202030204" pitchFamily="34" charset="0"/>
              <a:ea typeface="+mn-ea"/>
              <a:cs typeface="+mn-cs"/>
            </a:endParaRPr>
          </a:p>
        </p:txBody>
      </p:sp>
      <p:sp>
        <p:nvSpPr>
          <p:cNvPr id="71" name="Star: 5 Points 70">
            <a:extLst>
              <a:ext uri="{FF2B5EF4-FFF2-40B4-BE49-F238E27FC236}">
                <a16:creationId xmlns:a16="http://schemas.microsoft.com/office/drawing/2014/main" id="{C776485F-428E-564D-51D8-A253722C2FC4}"/>
              </a:ext>
            </a:extLst>
          </p:cNvPr>
          <p:cNvSpPr>
            <a:spLocks noChangeAspect="1"/>
          </p:cNvSpPr>
          <p:nvPr/>
        </p:nvSpPr>
        <p:spPr bwMode="auto">
          <a:xfrm>
            <a:off x="3144309" y="4597053"/>
            <a:ext cx="548640" cy="548640"/>
          </a:xfrm>
          <a:prstGeom prst="star5">
            <a:avLst/>
          </a:prstGeom>
          <a:solidFill>
            <a:srgbClr val="640000"/>
          </a:solidFill>
          <a:ln w="12700" cap="flat" cmpd="sng" algn="ctr">
            <a:noFill/>
            <a:prstDash val="solid"/>
            <a:round/>
            <a:headEnd type="none" w="med" len="med"/>
            <a:tailEnd type="none" w="med" len="med"/>
          </a:ln>
          <a:effectLst/>
        </p:spPr>
        <p:txBody>
          <a:bodyPr vert="horz" wrap="none" lIns="0" tIns="0" rIns="0" bIns="0" numCol="1" rtlCol="0" anchor="ctr" anchorCtr="1" compatLnSpc="1">
            <a:prstTxWarp prst="textNoShape">
              <a:avLst/>
            </a:prstTxWarp>
          </a:bodyPr>
          <a:lstStyle/>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400" b="1" i="0" u="none" strike="noStrike" kern="1200" cap="none" spc="0" normalizeH="0" baseline="0" noProof="0" dirty="0">
                <a:ln w="3175">
                  <a:solidFill>
                    <a:srgbClr val="000000"/>
                  </a:solidFill>
                </a:ln>
                <a:solidFill>
                  <a:srgbClr val="FFFF00"/>
                </a:solidFill>
                <a:effectLst/>
                <a:uLnTx/>
                <a:uFillTx/>
                <a:latin typeface="Arial Narrow" panose="020B0506020202030204" pitchFamily="34" charset="0"/>
                <a:ea typeface="+mn-ea"/>
                <a:cs typeface="+mn-cs"/>
              </a:rPr>
              <a:t>You</a:t>
            </a: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400" b="1" i="0" u="none" strike="noStrike" kern="1200" cap="none" spc="0" normalizeH="0" baseline="0" noProof="0" dirty="0">
                <a:ln w="3175">
                  <a:solidFill>
                    <a:srgbClr val="000000"/>
                  </a:solidFill>
                </a:ln>
                <a:solidFill>
                  <a:srgbClr val="FFFF00"/>
                </a:solidFill>
                <a:effectLst/>
                <a:uLnTx/>
                <a:uFillTx/>
                <a:latin typeface="Arial Narrow" panose="020B0506020202030204" pitchFamily="34" charset="0"/>
                <a:ea typeface="+mn-ea"/>
                <a:cs typeface="+mn-cs"/>
              </a:rPr>
              <a:t>are</a:t>
            </a: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400" b="1" i="0" u="none" strike="noStrike" kern="1200" cap="none" spc="0" normalizeH="0" baseline="0" noProof="0" dirty="0">
                <a:ln w="3175">
                  <a:solidFill>
                    <a:srgbClr val="000000"/>
                  </a:solidFill>
                </a:ln>
                <a:solidFill>
                  <a:srgbClr val="FFFF00"/>
                </a:solidFill>
                <a:effectLst/>
                <a:uLnTx/>
                <a:uFillTx/>
                <a:latin typeface="Arial Narrow" panose="020B0506020202030204" pitchFamily="34" charset="0"/>
                <a:ea typeface="+mn-ea"/>
                <a:cs typeface="+mn-cs"/>
              </a:rPr>
              <a:t>here</a:t>
            </a:r>
          </a:p>
        </p:txBody>
      </p:sp>
      <p:sp>
        <p:nvSpPr>
          <p:cNvPr id="104" name="Content Placeholder 14">
            <a:extLst>
              <a:ext uri="{FF2B5EF4-FFF2-40B4-BE49-F238E27FC236}">
                <a16:creationId xmlns:a16="http://schemas.microsoft.com/office/drawing/2014/main" id="{9F5CAEB8-47C3-32EA-D435-84A55CD44AE3}"/>
              </a:ext>
            </a:extLst>
          </p:cNvPr>
          <p:cNvSpPr txBox="1">
            <a:spLocks/>
          </p:cNvSpPr>
          <p:nvPr/>
        </p:nvSpPr>
        <p:spPr bwMode="auto">
          <a:xfrm>
            <a:off x="4071853" y="1411383"/>
            <a:ext cx="4367411" cy="1215025"/>
          </a:xfrm>
          <a:prstGeom prst="rect">
            <a:avLst/>
          </a:prstGeom>
          <a:noFill/>
          <a:ln w="0">
            <a:noFill/>
          </a:ln>
          <a:effectLst>
            <a:glow rad="381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marR="0" lvl="0" indent="0" algn="ctr" defTabSz="914400" latinLnBrk="0">
              <a:lnSpc>
                <a:spcPct val="100000"/>
              </a:lnSpc>
              <a:buClrTx/>
              <a:buSzTx/>
              <a:buFontTx/>
              <a:buNone/>
              <a:tabLst/>
              <a:defRPr kumimoji="0" b="0" i="0" u="none" strike="noStrike" cap="none" spc="0" normalizeH="0" baseline="0">
                <a:ln>
                  <a:noFill/>
                </a:ln>
                <a:effectLst/>
                <a:uLnTx/>
                <a:uFillTx/>
                <a:latin typeface="Arial"/>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noProof="0" dirty="0">
                <a:ln>
                  <a:noFill/>
                </a:ln>
                <a:solidFill>
                  <a:srgbClr val="C00000"/>
                </a:solidFill>
                <a:effectLst/>
                <a:uLnTx/>
                <a:uFillTx/>
                <a:latin typeface="Arial Narrow" panose="020B0506020202030204" pitchFamily="34" charset="0"/>
                <a:ea typeface="+mn-ea"/>
                <a:cs typeface="+mn-cs"/>
              </a:rPr>
              <a:t>Capability Gap</a:t>
            </a:r>
            <a:endParaRPr kumimoji="0" lang="en-US" sz="4400" b="0" i="0" u="none" strike="noStrike" kern="1200" cap="none" spc="0" normalizeH="0" baseline="0" noProof="0" dirty="0">
              <a:ln>
                <a:noFill/>
              </a:ln>
              <a:solidFill>
                <a:srgbClr val="C00000"/>
              </a:solidFill>
              <a:effectLst/>
              <a:uLnTx/>
              <a:uFillTx/>
              <a:latin typeface="Arial Narrow" panose="020B0506020202030204" pitchFamily="34" charset="0"/>
              <a:ea typeface="+mn-ea"/>
              <a:cs typeface="+mn-cs"/>
            </a:endParaRPr>
          </a:p>
        </p:txBody>
      </p:sp>
      <p:sp>
        <p:nvSpPr>
          <p:cNvPr id="3" name="Content Placeholder 14">
            <a:extLst>
              <a:ext uri="{FF2B5EF4-FFF2-40B4-BE49-F238E27FC236}">
                <a16:creationId xmlns:a16="http://schemas.microsoft.com/office/drawing/2014/main" id="{6EABF7AD-A681-4EA9-77D8-90FD9A5D4457}"/>
              </a:ext>
            </a:extLst>
          </p:cNvPr>
          <p:cNvSpPr txBox="1">
            <a:spLocks/>
          </p:cNvSpPr>
          <p:nvPr/>
        </p:nvSpPr>
        <p:spPr bwMode="auto">
          <a:xfrm>
            <a:off x="337596" y="2137894"/>
            <a:ext cx="2012798" cy="3573534"/>
          </a:xfrm>
          <a:prstGeom prst="rect">
            <a:avLst/>
          </a:prstGeom>
          <a:noFill/>
          <a:ln w="0">
            <a:noFill/>
          </a:ln>
          <a:effectLst>
            <a:glow rad="381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marR="0" lvl="0" indent="0" algn="ctr" defTabSz="914400" latinLnBrk="0">
              <a:lnSpc>
                <a:spcPct val="100000"/>
              </a:lnSpc>
              <a:buClrTx/>
              <a:buSzTx/>
              <a:buFontTx/>
              <a:buNone/>
              <a:tabLst/>
              <a:defRPr kumimoji="0" b="0" i="0" u="none" strike="noStrike" cap="none" spc="0" normalizeH="0" baseline="0">
                <a:ln>
                  <a:noFill/>
                </a:ln>
                <a:effectLst/>
                <a:uLnTx/>
                <a:uFillTx/>
                <a:latin typeface="Arial"/>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marL="0" marR="0" lvl="0" indent="0" algn="ctr" defTabSz="914400" rtl="0" eaLnBrk="0" fontAlgn="base" latinLnBrk="0" hangingPunct="0">
              <a:lnSpc>
                <a:spcPct val="100000"/>
              </a:lnSpc>
              <a:spcBef>
                <a:spcPct val="0"/>
              </a:spcBef>
              <a:spcAft>
                <a:spcPts val="600"/>
              </a:spcAft>
              <a:buClrTx/>
              <a:buSzTx/>
              <a:buFontTx/>
              <a:buNone/>
              <a:tabLst/>
              <a:defRPr/>
            </a:pPr>
            <a:r>
              <a:rPr kumimoji="0" lang="en-US" sz="1400" b="1" i="0" u="sng" strike="noStrike" kern="1200" cap="none" spc="0" normalizeH="0" baseline="0" noProof="0" dirty="0">
                <a:ln>
                  <a:noFill/>
                </a:ln>
                <a:solidFill>
                  <a:srgbClr val="000000">
                    <a:lumMod val="65000"/>
                    <a:lumOff val="35000"/>
                  </a:srgbClr>
                </a:solidFill>
                <a:effectLst/>
                <a:uLnTx/>
                <a:uFillTx/>
                <a:latin typeface="Arial Narrow" panose="020B0506020202030204" pitchFamily="34" charset="0"/>
                <a:ea typeface="+mn-ea"/>
                <a:cs typeface="+mn-cs"/>
              </a:rPr>
              <a:t>Connect</a:t>
            </a:r>
            <a:r>
              <a:rPr kumimoji="0" lang="en-US" sz="1400" b="0" i="0" u="sng" strike="noStrike" kern="1200" cap="none" spc="0" normalizeH="0" baseline="0" noProof="0" dirty="0">
                <a:ln>
                  <a:noFill/>
                </a:ln>
                <a:solidFill>
                  <a:srgbClr val="000000">
                    <a:lumMod val="65000"/>
                    <a:lumOff val="35000"/>
                  </a:srgbClr>
                </a:solidFill>
                <a:effectLst/>
                <a:uLnTx/>
                <a:uFillTx/>
                <a:latin typeface="Arial Narrow" panose="020B0506020202030204" pitchFamily="34" charset="0"/>
                <a:ea typeface="+mn-ea"/>
                <a:cs typeface="+mn-cs"/>
              </a:rPr>
              <a:t> &amp; </a:t>
            </a:r>
            <a:r>
              <a:rPr kumimoji="0" lang="en-US" sz="1400" b="1" i="0" u="sng" strike="noStrike" kern="1200" cap="none" spc="0" normalizeH="0" baseline="0" noProof="0" dirty="0">
                <a:ln>
                  <a:noFill/>
                </a:ln>
                <a:solidFill>
                  <a:srgbClr val="000000">
                    <a:lumMod val="65000"/>
                    <a:lumOff val="35000"/>
                  </a:srgbClr>
                </a:solidFill>
                <a:effectLst/>
                <a:uLnTx/>
                <a:uFillTx/>
                <a:latin typeface="Arial Narrow" panose="020B0506020202030204" pitchFamily="34" charset="0"/>
                <a:ea typeface="+mn-ea"/>
                <a:cs typeface="+mn-cs"/>
              </a:rPr>
              <a:t>Compute </a:t>
            </a:r>
            <a:r>
              <a:rPr kumimoji="0" lang="en-US" sz="1400" b="0" i="0" u="sng" strike="noStrike" kern="1200" cap="none" spc="0" normalizeH="0" baseline="0" noProof="0" dirty="0">
                <a:ln>
                  <a:noFill/>
                </a:ln>
                <a:solidFill>
                  <a:srgbClr val="000000">
                    <a:lumMod val="65000"/>
                    <a:lumOff val="35000"/>
                  </a:srgbClr>
                </a:solidFill>
                <a:effectLst/>
                <a:uLnTx/>
                <a:uFillTx/>
                <a:latin typeface="Arial Narrow" panose="020B0506020202030204" pitchFamily="34" charset="0"/>
                <a:ea typeface="+mn-ea"/>
                <a:cs typeface="+mn-cs"/>
              </a:rPr>
              <a:t>capabilities reduce friction</a:t>
            </a:r>
          </a:p>
          <a:p>
            <a:pPr marL="0" marR="0" lvl="0" indent="0" algn="ctr" defTabSz="914400" rtl="0" eaLnBrk="0" fontAlgn="base" latinLnBrk="0" hangingPunct="0">
              <a:lnSpc>
                <a:spcPct val="100000"/>
              </a:lnSpc>
              <a:spcBef>
                <a:spcPct val="0"/>
              </a:spcBef>
              <a:spcAft>
                <a:spcPts val="600"/>
              </a:spcAft>
              <a:buClrTx/>
              <a:buSzTx/>
              <a:buFontTx/>
              <a:buNone/>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Arial Narrow" panose="020B0506020202030204" pitchFamily="34" charset="0"/>
                <a:ea typeface="+mn-ea"/>
                <a:cs typeface="+mn-cs"/>
              </a:rPr>
              <a:t>They can have, but do not guarantee, knock-on benefits to Decision Advantage, in that less friction may allow a higher percentage of a decision-maker’s total cognitive capacity to be available for decision-making.</a:t>
            </a:r>
          </a:p>
          <a:p>
            <a:pPr marL="0" marR="0" lvl="0" indent="0" algn="ctr" defTabSz="914400" rtl="0" eaLnBrk="0" fontAlgn="base" latinLnBrk="0" hangingPunct="0">
              <a:lnSpc>
                <a:spcPct val="100000"/>
              </a:lnSpc>
              <a:spcBef>
                <a:spcPct val="0"/>
              </a:spcBef>
              <a:spcAft>
                <a:spcPts val="600"/>
              </a:spcAft>
              <a:buClrTx/>
              <a:buSzTx/>
              <a:buFontTx/>
              <a:buNone/>
              <a:tabLst/>
              <a:defRPr/>
            </a:pPr>
            <a:r>
              <a:rPr kumimoji="0" lang="en-US" sz="1400" b="0" i="0" u="none" strike="noStrike" kern="1200" cap="none" spc="0" normalizeH="0" baseline="0" noProof="0" dirty="0">
                <a:ln>
                  <a:noFill/>
                </a:ln>
                <a:solidFill>
                  <a:srgbClr val="000000">
                    <a:lumMod val="65000"/>
                    <a:lumOff val="35000"/>
                  </a:srgbClr>
                </a:solidFill>
                <a:effectLst/>
                <a:uLnTx/>
                <a:uFillTx/>
                <a:latin typeface="Arial Narrow" panose="020B0506020202030204" pitchFamily="34" charset="0"/>
                <a:ea typeface="+mn-ea"/>
                <a:cs typeface="+mn-cs"/>
              </a:rPr>
              <a:t>However, these capabilities do not directly improve speed or quality of individual decision performance.</a:t>
            </a:r>
          </a:p>
        </p:txBody>
      </p:sp>
      <p:cxnSp>
        <p:nvCxnSpPr>
          <p:cNvPr id="10" name="Straight Connector 9">
            <a:extLst>
              <a:ext uri="{FF2B5EF4-FFF2-40B4-BE49-F238E27FC236}">
                <a16:creationId xmlns:a16="http://schemas.microsoft.com/office/drawing/2014/main" id="{CC865834-415F-05F4-0110-DF5E487251BB}"/>
              </a:ext>
            </a:extLst>
          </p:cNvPr>
          <p:cNvCxnSpPr>
            <a:cxnSpLocks/>
          </p:cNvCxnSpPr>
          <p:nvPr/>
        </p:nvCxnSpPr>
        <p:spPr bwMode="auto">
          <a:xfrm>
            <a:off x="3071887" y="2800214"/>
            <a:ext cx="6142947" cy="0"/>
          </a:xfrm>
          <a:prstGeom prst="line">
            <a:avLst/>
          </a:prstGeom>
          <a:solidFill>
            <a:schemeClr val="accent1"/>
          </a:solidFill>
          <a:ln w="127000" cap="flat" cmpd="sng" algn="ctr">
            <a:solidFill>
              <a:srgbClr val="FF0000">
                <a:alpha val="20000"/>
              </a:srgbClr>
            </a:solidFill>
            <a:prstDash val="solid"/>
            <a:round/>
            <a:headEnd type="none" w="med" len="med"/>
            <a:tailEnd type="none" w="med" len="med"/>
          </a:ln>
          <a:effectLst/>
        </p:spPr>
      </p:cxnSp>
      <p:cxnSp>
        <p:nvCxnSpPr>
          <p:cNvPr id="91" name="Straight Connector 90">
            <a:extLst>
              <a:ext uri="{FF2B5EF4-FFF2-40B4-BE49-F238E27FC236}">
                <a16:creationId xmlns:a16="http://schemas.microsoft.com/office/drawing/2014/main" id="{279D8C9C-81EB-D6E3-C175-0ABCE68823A6}"/>
              </a:ext>
            </a:extLst>
          </p:cNvPr>
          <p:cNvCxnSpPr>
            <a:cxnSpLocks/>
          </p:cNvCxnSpPr>
          <p:nvPr/>
        </p:nvCxnSpPr>
        <p:spPr bwMode="auto">
          <a:xfrm>
            <a:off x="3131003" y="2802360"/>
            <a:ext cx="6090270" cy="0"/>
          </a:xfrm>
          <a:prstGeom prst="line">
            <a:avLst/>
          </a:prstGeom>
          <a:solidFill>
            <a:schemeClr val="accent1"/>
          </a:solidFill>
          <a:ln w="12700" cap="flat" cmpd="sng" algn="ctr">
            <a:solidFill>
              <a:srgbClr val="FF0000"/>
            </a:solidFill>
            <a:prstDash val="dash"/>
            <a:round/>
            <a:headEnd type="none" w="med" len="med"/>
            <a:tailEnd type="none" w="med" len="med"/>
          </a:ln>
          <a:effectLst/>
        </p:spPr>
      </p:cxnSp>
      <p:cxnSp>
        <p:nvCxnSpPr>
          <p:cNvPr id="4" name="Straight Arrow Connector 3">
            <a:extLst>
              <a:ext uri="{FF2B5EF4-FFF2-40B4-BE49-F238E27FC236}">
                <a16:creationId xmlns:a16="http://schemas.microsoft.com/office/drawing/2014/main" id="{AC88970E-C3F8-A293-D11F-D4266650C828}"/>
              </a:ext>
            </a:extLst>
          </p:cNvPr>
          <p:cNvCxnSpPr>
            <a:cxnSpLocks/>
          </p:cNvCxnSpPr>
          <p:nvPr/>
        </p:nvCxnSpPr>
        <p:spPr bwMode="auto">
          <a:xfrm>
            <a:off x="3075418" y="1390389"/>
            <a:ext cx="0" cy="3951961"/>
          </a:xfrm>
          <a:prstGeom prst="straightConnector1">
            <a:avLst/>
          </a:prstGeom>
          <a:solidFill>
            <a:schemeClr val="accent1"/>
          </a:solidFill>
          <a:ln w="63500" cap="flat" cmpd="sng" algn="ctr">
            <a:gradFill>
              <a:gsLst>
                <a:gs pos="65000">
                  <a:schemeClr val="tx2">
                    <a:lumMod val="50000"/>
                    <a:lumOff val="50000"/>
                  </a:schemeClr>
                </a:gs>
                <a:gs pos="40000">
                  <a:schemeClr val="tx2">
                    <a:lumMod val="50000"/>
                    <a:lumOff val="50000"/>
                  </a:schemeClr>
                </a:gs>
                <a:gs pos="22000">
                  <a:srgbClr val="0033CC"/>
                </a:gs>
                <a:gs pos="80000">
                  <a:srgbClr val="640000"/>
                </a:gs>
              </a:gsLst>
              <a:lin ang="5400000" scaled="1"/>
            </a:gradFill>
            <a:prstDash val="solid"/>
            <a:round/>
            <a:headEnd type="triangle"/>
            <a:tailEnd type="triangle"/>
          </a:ln>
          <a:effectLst/>
        </p:spPr>
      </p:cxnSp>
      <p:sp>
        <p:nvSpPr>
          <p:cNvPr id="17" name="Content Placeholder 14">
            <a:extLst>
              <a:ext uri="{FF2B5EF4-FFF2-40B4-BE49-F238E27FC236}">
                <a16:creationId xmlns:a16="http://schemas.microsoft.com/office/drawing/2014/main" id="{79452911-6D07-2329-A08D-CBC27ECCFE18}"/>
              </a:ext>
            </a:extLst>
          </p:cNvPr>
          <p:cNvSpPr txBox="1">
            <a:spLocks/>
          </p:cNvSpPr>
          <p:nvPr/>
        </p:nvSpPr>
        <p:spPr>
          <a:xfrm>
            <a:off x="9002333" y="3889420"/>
            <a:ext cx="3090929" cy="2253803"/>
          </a:xfrm>
          <a:prstGeom prst="rect">
            <a:avLst/>
          </a:prstGeom>
        </p:spPr>
        <p:txBody>
          <a:bodyP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marR="0" lvl="0" indent="0" algn="ctr"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None/>
              <a:tabLst/>
              <a:defRPr/>
            </a:pPr>
            <a:r>
              <a:rPr kumimoji="0" lang="en-US" sz="1800" b="0" i="1"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In a Pacing Challenge fight,</a:t>
            </a:r>
          </a:p>
          <a:p>
            <a:pPr marL="0" marR="0" lvl="0" indent="0" algn="ctr"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None/>
              <a:tabLst/>
              <a:defRPr/>
            </a:pPr>
            <a:r>
              <a:rPr kumimoji="0" lang="en-US" sz="1800" b="0" i="1"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how many</a:t>
            </a:r>
          </a:p>
          <a:p>
            <a:pPr marL="0" marR="0" lvl="0" indent="0" algn="ctr"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None/>
              <a:tabLst/>
              <a:defRPr/>
            </a:pPr>
            <a:r>
              <a:rPr kumimoji="0" lang="en-US" sz="1800" b="0" i="1"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C2 &amp; Military Intelligence decisions</a:t>
            </a:r>
          </a:p>
          <a:p>
            <a:pPr marL="0" marR="0" lvl="0" indent="0" algn="ctr"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None/>
              <a:tabLst/>
              <a:defRPr/>
            </a:pPr>
            <a:r>
              <a:rPr kumimoji="0" lang="en-US" sz="1800" b="0" i="1"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will there be?…</a:t>
            </a:r>
          </a:p>
          <a:p>
            <a:pPr marL="0" marR="0" lvl="0" indent="0" algn="ctr"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None/>
              <a:tabLst/>
              <a:defRPr/>
            </a:pPr>
            <a:r>
              <a:rPr kumimoji="0" lang="en-US" sz="1800" b="0" i="1"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…in just the first 12 hours…</a:t>
            </a:r>
          </a:p>
        </p:txBody>
      </p:sp>
      <p:sp>
        <p:nvSpPr>
          <p:cNvPr id="11" name="Text Placeholder 4">
            <a:extLst>
              <a:ext uri="{FF2B5EF4-FFF2-40B4-BE49-F238E27FC236}">
                <a16:creationId xmlns:a16="http://schemas.microsoft.com/office/drawing/2014/main" id="{9701718B-1DBC-F425-16D4-3FBC95364BDF}"/>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
        <p:nvSpPr>
          <p:cNvPr id="12" name="Slide Number Placeholder 3">
            <a:extLst>
              <a:ext uri="{FF2B5EF4-FFF2-40B4-BE49-F238E27FC236}">
                <a16:creationId xmlns:a16="http://schemas.microsoft.com/office/drawing/2014/main" id="{B321EA80-BFA4-5A09-9143-17D9526550DB}"/>
              </a:ext>
            </a:extLst>
          </p:cNvPr>
          <p:cNvSpPr>
            <a:spLocks noGrp="1"/>
          </p:cNvSpPr>
          <p:nvPr>
            <p:ph type="sldNum" sz="quarter" idx="11"/>
          </p:nvPr>
        </p:nvSpPr>
        <p:spPr>
          <a:xfrm>
            <a:off x="10650539" y="6524625"/>
            <a:ext cx="1524000" cy="304800"/>
          </a:xfrm>
        </p:spPr>
        <p:txBody>
          <a:bodyPr/>
          <a:lstStyle/>
          <a:p>
            <a:pPr>
              <a:defRPr/>
            </a:pPr>
            <a:fld id="{47256DB1-98A0-4C5B-B461-C003FBFE3B06}" type="slidenum">
              <a:rPr lang="en-US" altLang="en-US" smtClean="0"/>
              <a:pPr>
                <a:defRPr/>
              </a:pPr>
              <a:t>9</a:t>
            </a:fld>
            <a:endParaRPr lang="en-US" altLang="en-US" dirty="0">
              <a:solidFill>
                <a:schemeClr val="bg2"/>
              </a:solidFill>
            </a:endParaRPr>
          </a:p>
        </p:txBody>
      </p:sp>
    </p:spTree>
    <p:extLst>
      <p:ext uri="{BB962C8B-B14F-4D97-AF65-F5344CB8AC3E}">
        <p14:creationId xmlns:p14="http://schemas.microsoft.com/office/powerpoint/2010/main" val="348424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1000"/>
                                        <p:tgtEl>
                                          <p:spTgt spid="58"/>
                                        </p:tgtEl>
                                      </p:cBhvr>
                                    </p:animEffect>
                                  </p:childTnLst>
                                </p:cTn>
                              </p:par>
                              <p:par>
                                <p:cTn id="8" presetID="22" presetClass="entr" presetSubtype="4" fill="hold" nodeType="withEffect">
                                  <p:stCondLst>
                                    <p:cond delay="0"/>
                                  </p:stCondLst>
                                  <p:childTnLst>
                                    <p:set>
                                      <p:cBhvr>
                                        <p:cTn id="9" dur="1" fill="hold">
                                          <p:stCondLst>
                                            <p:cond delay="0"/>
                                          </p:stCondLst>
                                        </p:cTn>
                                        <p:tgtEl>
                                          <p:spTgt spid="93"/>
                                        </p:tgtEl>
                                        <p:attrNameLst>
                                          <p:attrName>style.visibility</p:attrName>
                                        </p:attrNameLst>
                                      </p:cBhvr>
                                      <p:to>
                                        <p:strVal val="visible"/>
                                      </p:to>
                                    </p:set>
                                    <p:animEffect transition="in" filter="wipe(down)">
                                      <p:cBhvr>
                                        <p:cTn id="10" dur="300"/>
                                        <p:tgtEl>
                                          <p:spTgt spid="93"/>
                                        </p:tgtEl>
                                      </p:cBhvr>
                                    </p:animEffect>
                                  </p:childTnLst>
                                </p:cTn>
                              </p:par>
                              <p:par>
                                <p:cTn id="11" presetID="22" presetClass="entr" presetSubtype="4" fill="hold" nodeType="withEffect">
                                  <p:stCondLst>
                                    <p:cond delay="300"/>
                                  </p:stCondLst>
                                  <p:childTnLst>
                                    <p:set>
                                      <p:cBhvr>
                                        <p:cTn id="12" dur="1" fill="hold">
                                          <p:stCondLst>
                                            <p:cond delay="0"/>
                                          </p:stCondLst>
                                        </p:cTn>
                                        <p:tgtEl>
                                          <p:spTgt spid="95"/>
                                        </p:tgtEl>
                                        <p:attrNameLst>
                                          <p:attrName>style.visibility</p:attrName>
                                        </p:attrNameLst>
                                      </p:cBhvr>
                                      <p:to>
                                        <p:strVal val="visible"/>
                                      </p:to>
                                    </p:set>
                                    <p:animEffect transition="in" filter="wipe(down)">
                                      <p:cBhvr>
                                        <p:cTn id="13" dur="300"/>
                                        <p:tgtEl>
                                          <p:spTgt spid="95"/>
                                        </p:tgtEl>
                                      </p:cBhvr>
                                    </p:animEffect>
                                  </p:childTnLst>
                                </p:cTn>
                              </p:par>
                              <p:par>
                                <p:cTn id="14" presetID="22" presetClass="entr" presetSubtype="4" fill="hold" nodeType="withEffect">
                                  <p:stCondLst>
                                    <p:cond delay="600"/>
                                  </p:stCondLst>
                                  <p:childTnLst>
                                    <p:set>
                                      <p:cBhvr>
                                        <p:cTn id="15" dur="1" fill="hold">
                                          <p:stCondLst>
                                            <p:cond delay="0"/>
                                          </p:stCondLst>
                                        </p:cTn>
                                        <p:tgtEl>
                                          <p:spTgt spid="96"/>
                                        </p:tgtEl>
                                        <p:attrNameLst>
                                          <p:attrName>style.visibility</p:attrName>
                                        </p:attrNameLst>
                                      </p:cBhvr>
                                      <p:to>
                                        <p:strVal val="visible"/>
                                      </p:to>
                                    </p:set>
                                    <p:animEffect transition="in" filter="wipe(down)">
                                      <p:cBhvr>
                                        <p:cTn id="16" dur="300"/>
                                        <p:tgtEl>
                                          <p:spTgt spid="96"/>
                                        </p:tgtEl>
                                      </p:cBhvr>
                                    </p:animEffect>
                                  </p:childTnLst>
                                </p:cTn>
                              </p:par>
                              <p:par>
                                <p:cTn id="17" presetID="22" presetClass="exit" presetSubtype="8" fill="hold" grpId="0" nodeType="withEffect">
                                  <p:stCondLst>
                                    <p:cond delay="200"/>
                                  </p:stCondLst>
                                  <p:childTnLst>
                                    <p:animEffect transition="out" filter="wipe(left)">
                                      <p:cBhvr>
                                        <p:cTn id="18" dur="1200"/>
                                        <p:tgtEl>
                                          <p:spTgt spid="105"/>
                                        </p:tgtEl>
                                      </p:cBhvr>
                                    </p:animEffect>
                                    <p:set>
                                      <p:cBhvr>
                                        <p:cTn id="19" dur="1" fill="hold">
                                          <p:stCondLst>
                                            <p:cond delay="1199"/>
                                          </p:stCondLst>
                                        </p:cTn>
                                        <p:tgtEl>
                                          <p:spTgt spid="10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xit" presetSubtype="8" fill="hold" grpId="0" nodeType="clickEffect">
                                  <p:stCondLst>
                                    <p:cond delay="0"/>
                                  </p:stCondLst>
                                  <p:childTnLst>
                                    <p:animEffect transition="out" filter="wipe(left)">
                                      <p:cBhvr>
                                        <p:cTn id="23" dur="1000"/>
                                        <p:tgtEl>
                                          <p:spTgt spid="106"/>
                                        </p:tgtEl>
                                      </p:cBhvr>
                                    </p:animEffect>
                                    <p:set>
                                      <p:cBhvr>
                                        <p:cTn id="24" dur="1" fill="hold">
                                          <p:stCondLst>
                                            <p:cond delay="999"/>
                                          </p:stCondLst>
                                        </p:cTn>
                                        <p:tgtEl>
                                          <p:spTgt spid="10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1000"/>
                                        <p:tgtEl>
                                          <p:spTgt spid="8"/>
                                        </p:tgtEl>
                                      </p:cBhvr>
                                    </p:animEffect>
                                  </p:childTnLst>
                                </p:cTn>
                              </p:par>
                              <p:par>
                                <p:cTn id="30" presetID="22" presetClass="entr" presetSubtype="4" fill="hold" nodeType="withEffect">
                                  <p:stCondLst>
                                    <p:cond delay="300"/>
                                  </p:stCondLst>
                                  <p:childTnLst>
                                    <p:set>
                                      <p:cBhvr>
                                        <p:cTn id="31" dur="1" fill="hold">
                                          <p:stCondLst>
                                            <p:cond delay="0"/>
                                          </p:stCondLst>
                                        </p:cTn>
                                        <p:tgtEl>
                                          <p:spTgt spid="97"/>
                                        </p:tgtEl>
                                        <p:attrNameLst>
                                          <p:attrName>style.visibility</p:attrName>
                                        </p:attrNameLst>
                                      </p:cBhvr>
                                      <p:to>
                                        <p:strVal val="visible"/>
                                      </p:to>
                                    </p:set>
                                    <p:animEffect transition="in" filter="wipe(down)">
                                      <p:cBhvr>
                                        <p:cTn id="32" dur="500"/>
                                        <p:tgtEl>
                                          <p:spTgt spid="97"/>
                                        </p:tgtEl>
                                      </p:cBhvr>
                                    </p:animEffect>
                                  </p:childTnLst>
                                </p:cTn>
                              </p:par>
                              <p:par>
                                <p:cTn id="33" presetID="22" presetClass="exit" presetSubtype="8" fill="hold" grpId="0" nodeType="withEffect">
                                  <p:stCondLst>
                                    <p:cond delay="300"/>
                                  </p:stCondLst>
                                  <p:childTnLst>
                                    <p:animEffect transition="out" filter="wipe(left)">
                                      <p:cBhvr>
                                        <p:cTn id="34" dur="1100"/>
                                        <p:tgtEl>
                                          <p:spTgt spid="107"/>
                                        </p:tgtEl>
                                      </p:cBhvr>
                                    </p:animEffect>
                                    <p:set>
                                      <p:cBhvr>
                                        <p:cTn id="35" dur="1" fill="hold">
                                          <p:stCondLst>
                                            <p:cond delay="1099"/>
                                          </p:stCondLst>
                                        </p:cTn>
                                        <p:tgtEl>
                                          <p:spTgt spid="10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wipe(up)">
                                      <p:cBhvr>
                                        <p:cTn id="40" dur="1000"/>
                                        <p:tgtEl>
                                          <p:spTgt spid="52"/>
                                        </p:tgtEl>
                                      </p:cBhvr>
                                    </p:animEffect>
                                  </p:childTnLst>
                                </p:cTn>
                              </p:par>
                              <p:par>
                                <p:cTn id="41" presetID="22" presetClass="entr" presetSubtype="4" fill="hold" nodeType="withEffect">
                                  <p:stCondLst>
                                    <p:cond delay="300"/>
                                  </p:stCondLst>
                                  <p:childTnLst>
                                    <p:set>
                                      <p:cBhvr>
                                        <p:cTn id="42" dur="1" fill="hold">
                                          <p:stCondLst>
                                            <p:cond delay="0"/>
                                          </p:stCondLst>
                                        </p:cTn>
                                        <p:tgtEl>
                                          <p:spTgt spid="98"/>
                                        </p:tgtEl>
                                        <p:attrNameLst>
                                          <p:attrName>style.visibility</p:attrName>
                                        </p:attrNameLst>
                                      </p:cBhvr>
                                      <p:to>
                                        <p:strVal val="visible"/>
                                      </p:to>
                                    </p:set>
                                    <p:animEffect transition="in" filter="wipe(down)">
                                      <p:cBhvr>
                                        <p:cTn id="43" dur="500"/>
                                        <p:tgtEl>
                                          <p:spTgt spid="98"/>
                                        </p:tgtEl>
                                      </p:cBhvr>
                                    </p:animEffect>
                                  </p:childTnLst>
                                </p:cTn>
                              </p:par>
                              <p:par>
                                <p:cTn id="44" presetID="22" presetClass="exit" presetSubtype="8" fill="hold" grpId="0" nodeType="withEffect">
                                  <p:stCondLst>
                                    <p:cond delay="300"/>
                                  </p:stCondLst>
                                  <p:childTnLst>
                                    <p:animEffect transition="out" filter="wipe(left)">
                                      <p:cBhvr>
                                        <p:cTn id="45" dur="1100"/>
                                        <p:tgtEl>
                                          <p:spTgt spid="108"/>
                                        </p:tgtEl>
                                      </p:cBhvr>
                                    </p:animEffect>
                                    <p:set>
                                      <p:cBhvr>
                                        <p:cTn id="46" dur="1" fill="hold">
                                          <p:stCondLst>
                                            <p:cond delay="1099"/>
                                          </p:stCondLst>
                                        </p:cTn>
                                        <p:tgtEl>
                                          <p:spTgt spid="10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8" fill="hold" grpId="0" nodeType="clickEffect">
                                  <p:stCondLst>
                                    <p:cond delay="0"/>
                                  </p:stCondLst>
                                  <p:childTnLst>
                                    <p:animEffect transition="out" filter="wipe(left)">
                                      <p:cBhvr>
                                        <p:cTn id="50" dur="1000"/>
                                        <p:tgtEl>
                                          <p:spTgt spid="109"/>
                                        </p:tgtEl>
                                      </p:cBhvr>
                                    </p:animEffect>
                                    <p:set>
                                      <p:cBhvr>
                                        <p:cTn id="51" dur="1" fill="hold">
                                          <p:stCondLst>
                                            <p:cond delay="999"/>
                                          </p:stCondLst>
                                        </p:cTn>
                                        <p:tgtEl>
                                          <p:spTgt spid="109"/>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wipe(up)">
                                      <p:cBhvr>
                                        <p:cTn id="56" dur="1000"/>
                                        <p:tgtEl>
                                          <p:spTgt spid="42"/>
                                        </p:tgtEl>
                                      </p:cBhvr>
                                    </p:animEffect>
                                  </p:childTnLst>
                                </p:cTn>
                              </p:par>
                              <p:par>
                                <p:cTn id="57" presetID="22" presetClass="entr" presetSubtype="4" fill="hold" nodeType="withEffect">
                                  <p:stCondLst>
                                    <p:cond delay="300"/>
                                  </p:stCondLst>
                                  <p:childTnLst>
                                    <p:set>
                                      <p:cBhvr>
                                        <p:cTn id="58" dur="1" fill="hold">
                                          <p:stCondLst>
                                            <p:cond delay="0"/>
                                          </p:stCondLst>
                                        </p:cTn>
                                        <p:tgtEl>
                                          <p:spTgt spid="99"/>
                                        </p:tgtEl>
                                        <p:attrNameLst>
                                          <p:attrName>style.visibility</p:attrName>
                                        </p:attrNameLst>
                                      </p:cBhvr>
                                      <p:to>
                                        <p:strVal val="visible"/>
                                      </p:to>
                                    </p:set>
                                    <p:animEffect transition="in" filter="wipe(down)">
                                      <p:cBhvr>
                                        <p:cTn id="59" dur="500"/>
                                        <p:tgtEl>
                                          <p:spTgt spid="99"/>
                                        </p:tgtEl>
                                      </p:cBhvr>
                                    </p:animEffect>
                                  </p:childTnLst>
                                </p:cTn>
                              </p:par>
                              <p:par>
                                <p:cTn id="60" presetID="22" presetClass="exit" presetSubtype="8" fill="hold" grpId="0" nodeType="withEffect">
                                  <p:stCondLst>
                                    <p:cond delay="300"/>
                                  </p:stCondLst>
                                  <p:childTnLst>
                                    <p:animEffect transition="out" filter="wipe(left)">
                                      <p:cBhvr>
                                        <p:cTn id="61" dur="1100"/>
                                        <p:tgtEl>
                                          <p:spTgt spid="7"/>
                                        </p:tgtEl>
                                      </p:cBhvr>
                                    </p:animEffect>
                                    <p:set>
                                      <p:cBhvr>
                                        <p:cTn id="62" dur="1" fill="hold">
                                          <p:stCondLst>
                                            <p:cond delay="1099"/>
                                          </p:stCondLst>
                                        </p:cTn>
                                        <p:tgtEl>
                                          <p:spTgt spid="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wipe(up)">
                                      <p:cBhvr>
                                        <p:cTn id="67" dur="1000"/>
                                        <p:tgtEl>
                                          <p:spTgt spid="63"/>
                                        </p:tgtEl>
                                      </p:cBhvr>
                                    </p:animEffect>
                                  </p:childTnLst>
                                </p:cTn>
                              </p:par>
                              <p:par>
                                <p:cTn id="68" presetID="22" presetClass="entr" presetSubtype="4" fill="hold" nodeType="withEffect">
                                  <p:stCondLst>
                                    <p:cond delay="200"/>
                                  </p:stCondLst>
                                  <p:childTnLst>
                                    <p:set>
                                      <p:cBhvr>
                                        <p:cTn id="69" dur="1" fill="hold">
                                          <p:stCondLst>
                                            <p:cond delay="0"/>
                                          </p:stCondLst>
                                        </p:cTn>
                                        <p:tgtEl>
                                          <p:spTgt spid="100"/>
                                        </p:tgtEl>
                                        <p:attrNameLst>
                                          <p:attrName>style.visibility</p:attrName>
                                        </p:attrNameLst>
                                      </p:cBhvr>
                                      <p:to>
                                        <p:strVal val="visible"/>
                                      </p:to>
                                    </p:set>
                                    <p:animEffect transition="in" filter="wipe(down)">
                                      <p:cBhvr>
                                        <p:cTn id="70" dur="300"/>
                                        <p:tgtEl>
                                          <p:spTgt spid="100"/>
                                        </p:tgtEl>
                                      </p:cBhvr>
                                    </p:animEffect>
                                  </p:childTnLst>
                                </p:cTn>
                              </p:par>
                              <p:par>
                                <p:cTn id="71" presetID="22" presetClass="entr" presetSubtype="4" fill="hold" nodeType="withEffect">
                                  <p:stCondLst>
                                    <p:cond delay="400"/>
                                  </p:stCondLst>
                                  <p:childTnLst>
                                    <p:set>
                                      <p:cBhvr>
                                        <p:cTn id="72" dur="1" fill="hold">
                                          <p:stCondLst>
                                            <p:cond delay="0"/>
                                          </p:stCondLst>
                                        </p:cTn>
                                        <p:tgtEl>
                                          <p:spTgt spid="101"/>
                                        </p:tgtEl>
                                        <p:attrNameLst>
                                          <p:attrName>style.visibility</p:attrName>
                                        </p:attrNameLst>
                                      </p:cBhvr>
                                      <p:to>
                                        <p:strVal val="visible"/>
                                      </p:to>
                                    </p:set>
                                    <p:animEffect transition="in" filter="wipe(down)">
                                      <p:cBhvr>
                                        <p:cTn id="73" dur="300"/>
                                        <p:tgtEl>
                                          <p:spTgt spid="101"/>
                                        </p:tgtEl>
                                      </p:cBhvr>
                                    </p:animEffect>
                                  </p:childTnLst>
                                </p:cTn>
                              </p:par>
                              <p:par>
                                <p:cTn id="74" presetID="22" presetClass="entr" presetSubtype="4" fill="hold" nodeType="withEffect">
                                  <p:stCondLst>
                                    <p:cond delay="600"/>
                                  </p:stCondLst>
                                  <p:childTnLst>
                                    <p:set>
                                      <p:cBhvr>
                                        <p:cTn id="75" dur="1" fill="hold">
                                          <p:stCondLst>
                                            <p:cond delay="0"/>
                                          </p:stCondLst>
                                        </p:cTn>
                                        <p:tgtEl>
                                          <p:spTgt spid="102"/>
                                        </p:tgtEl>
                                        <p:attrNameLst>
                                          <p:attrName>style.visibility</p:attrName>
                                        </p:attrNameLst>
                                      </p:cBhvr>
                                      <p:to>
                                        <p:strVal val="visible"/>
                                      </p:to>
                                    </p:set>
                                    <p:animEffect transition="in" filter="wipe(down)">
                                      <p:cBhvr>
                                        <p:cTn id="76" dur="300"/>
                                        <p:tgtEl>
                                          <p:spTgt spid="102"/>
                                        </p:tgtEl>
                                      </p:cBhvr>
                                    </p:animEffect>
                                  </p:childTnLst>
                                </p:cTn>
                              </p:par>
                              <p:par>
                                <p:cTn id="77" presetID="22" presetClass="entr" presetSubtype="4" fill="hold" nodeType="withEffect">
                                  <p:stCondLst>
                                    <p:cond delay="800"/>
                                  </p:stCondLst>
                                  <p:childTnLst>
                                    <p:set>
                                      <p:cBhvr>
                                        <p:cTn id="78" dur="1" fill="hold">
                                          <p:stCondLst>
                                            <p:cond delay="0"/>
                                          </p:stCondLst>
                                        </p:cTn>
                                        <p:tgtEl>
                                          <p:spTgt spid="103"/>
                                        </p:tgtEl>
                                        <p:attrNameLst>
                                          <p:attrName>style.visibility</p:attrName>
                                        </p:attrNameLst>
                                      </p:cBhvr>
                                      <p:to>
                                        <p:strVal val="visible"/>
                                      </p:to>
                                    </p:set>
                                    <p:animEffect transition="in" filter="wipe(down)">
                                      <p:cBhvr>
                                        <p:cTn id="79" dur="300"/>
                                        <p:tgtEl>
                                          <p:spTgt spid="103"/>
                                        </p:tgtEl>
                                      </p:cBhvr>
                                    </p:animEffect>
                                  </p:childTnLst>
                                </p:cTn>
                              </p:par>
                              <p:par>
                                <p:cTn id="80" presetID="22" presetClass="exit" presetSubtype="8" fill="hold" grpId="0" nodeType="withEffect">
                                  <p:stCondLst>
                                    <p:cond delay="200"/>
                                  </p:stCondLst>
                                  <p:childTnLst>
                                    <p:animEffect transition="out" filter="wipe(left)">
                                      <p:cBhvr>
                                        <p:cTn id="81" dur="1200"/>
                                        <p:tgtEl>
                                          <p:spTgt spid="9"/>
                                        </p:tgtEl>
                                      </p:cBhvr>
                                    </p:animEffect>
                                    <p:set>
                                      <p:cBhvr>
                                        <p:cTn id="82" dur="1" fill="hold">
                                          <p:stCondLst>
                                            <p:cond delay="1199"/>
                                          </p:stCondLst>
                                        </p:cTn>
                                        <p:tgtEl>
                                          <p:spTgt spid="9"/>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91"/>
                                        </p:tgtEl>
                                        <p:attrNameLst>
                                          <p:attrName>style.visibility</p:attrName>
                                        </p:attrNameLst>
                                      </p:cBhvr>
                                      <p:to>
                                        <p:strVal val="visible"/>
                                      </p:to>
                                    </p:set>
                                    <p:animEffect transition="in" filter="wipe(left)">
                                      <p:cBhvr>
                                        <p:cTn id="87" dur="500"/>
                                        <p:tgtEl>
                                          <p:spTgt spid="9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fade">
                                      <p:cBhvr>
                                        <p:cTn id="92" dur="500"/>
                                        <p:tgtEl>
                                          <p:spTgt spid="10"/>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fade">
                                      <p:cBhvr>
                                        <p:cTn id="97" dur="500"/>
                                        <p:tgtEl>
                                          <p:spTgt spid="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04"/>
                                        </p:tgtEl>
                                        <p:attrNameLst>
                                          <p:attrName>style.visibility</p:attrName>
                                        </p:attrNameLst>
                                      </p:cBhvr>
                                      <p:to>
                                        <p:strVal val="visible"/>
                                      </p:to>
                                    </p:set>
                                    <p:animEffect transition="in" filter="fade">
                                      <p:cBhvr>
                                        <p:cTn id="102" dur="500"/>
                                        <p:tgtEl>
                                          <p:spTgt spid="10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fade">
                                      <p:cBhvr>
                                        <p:cTn id="107" dur="500"/>
                                        <p:tgtEl>
                                          <p:spTgt spid="1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7"/>
                                        </p:tgtEl>
                                        <p:attrNameLst>
                                          <p:attrName>style.visibility</p:attrName>
                                        </p:attrNameLst>
                                      </p:cBhvr>
                                      <p:to>
                                        <p:strVal val="visible"/>
                                      </p:to>
                                    </p:set>
                                    <p:animEffect transition="in" filter="fade">
                                      <p:cBhvr>
                                        <p:cTn id="1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5" grpId="0" animBg="1"/>
      <p:bldP spid="107" grpId="0" animBg="1"/>
      <p:bldP spid="108" grpId="0" animBg="1"/>
      <p:bldP spid="109" grpId="0" animBg="1"/>
      <p:bldP spid="7" grpId="0" animBg="1"/>
      <p:bldP spid="9" grpId="0" animBg="1"/>
      <p:bldP spid="63" grpId="0" animBg="1"/>
      <p:bldP spid="58" grpId="0" animBg="1"/>
      <p:bldP spid="52" grpId="0" animBg="1"/>
      <p:bldP spid="42" grpId="0" animBg="1"/>
      <p:bldP spid="8" grpId="0" animBg="1"/>
      <p:bldP spid="104" grpId="0"/>
      <p:bldP spid="3"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0F03BBC-38E8-7C22-056E-90C9A8D44B9E}"/>
              </a:ext>
            </a:extLst>
          </p:cNvPr>
          <p:cNvSpPr/>
          <p:nvPr/>
        </p:nvSpPr>
        <p:spPr bwMode="auto">
          <a:xfrm rot="4550789" flipH="1" flipV="1">
            <a:off x="1128958" y="3582512"/>
            <a:ext cx="1010972" cy="1412481"/>
          </a:xfrm>
          <a:custGeom>
            <a:avLst/>
            <a:gdLst>
              <a:gd name="connsiteX0" fmla="*/ 0 w 558072"/>
              <a:gd name="connsiteY0" fmla="*/ 227945 h 227945"/>
              <a:gd name="connsiteX1" fmla="*/ 558072 w 558072"/>
              <a:gd name="connsiteY1" fmla="*/ 0 h 227945"/>
              <a:gd name="connsiteX0" fmla="*/ 0 w 403489"/>
              <a:gd name="connsiteY0" fmla="*/ 22240 h 41860"/>
              <a:gd name="connsiteX1" fmla="*/ 403489 w 403489"/>
              <a:gd name="connsiteY1" fmla="*/ 19620 h 41860"/>
              <a:gd name="connsiteX0" fmla="*/ 0 w 403489"/>
              <a:gd name="connsiteY0" fmla="*/ 36170 h 52593"/>
              <a:gd name="connsiteX1" fmla="*/ 403489 w 403489"/>
              <a:gd name="connsiteY1" fmla="*/ 33550 h 52593"/>
              <a:gd name="connsiteX0" fmla="*/ 0 w 403489"/>
              <a:gd name="connsiteY0" fmla="*/ 93195 h 93195"/>
              <a:gd name="connsiteX1" fmla="*/ 403489 w 403489"/>
              <a:gd name="connsiteY1" fmla="*/ 90575 h 93195"/>
              <a:gd name="connsiteX0" fmla="*/ 0 w 403489"/>
              <a:gd name="connsiteY0" fmla="*/ 78238 h 78238"/>
              <a:gd name="connsiteX1" fmla="*/ 403489 w 403489"/>
              <a:gd name="connsiteY1" fmla="*/ 75618 h 78238"/>
              <a:gd name="connsiteX0" fmla="*/ 0 w 403489"/>
              <a:gd name="connsiteY0" fmla="*/ 56517 h 56517"/>
              <a:gd name="connsiteX1" fmla="*/ 403489 w 403489"/>
              <a:gd name="connsiteY1" fmla="*/ 53897 h 56517"/>
              <a:gd name="connsiteX0" fmla="*/ 0 w 403489"/>
              <a:gd name="connsiteY0" fmla="*/ 46147 h 46147"/>
              <a:gd name="connsiteX1" fmla="*/ 403489 w 403489"/>
              <a:gd name="connsiteY1" fmla="*/ 43527 h 46147"/>
              <a:gd name="connsiteX0" fmla="*/ 0 w 399854"/>
              <a:gd name="connsiteY0" fmla="*/ 35044 h 59730"/>
              <a:gd name="connsiteX1" fmla="*/ 399854 w 399854"/>
              <a:gd name="connsiteY1" fmla="*/ 59730 h 59730"/>
              <a:gd name="connsiteX0" fmla="*/ 0 w 399854"/>
              <a:gd name="connsiteY0" fmla="*/ 17250 h 41936"/>
              <a:gd name="connsiteX1" fmla="*/ 399854 w 399854"/>
              <a:gd name="connsiteY1" fmla="*/ 41936 h 41936"/>
              <a:gd name="connsiteX0" fmla="*/ 0 w 334520"/>
              <a:gd name="connsiteY0" fmla="*/ 17388 h 41744"/>
              <a:gd name="connsiteX1" fmla="*/ 334520 w 334520"/>
              <a:gd name="connsiteY1" fmla="*/ 41744 h 41744"/>
              <a:gd name="connsiteX0" fmla="*/ 0 w 334520"/>
              <a:gd name="connsiteY0" fmla="*/ 17823 h 42179"/>
              <a:gd name="connsiteX1" fmla="*/ 334520 w 334520"/>
              <a:gd name="connsiteY1" fmla="*/ 42179 h 42179"/>
            </a:gdLst>
            <a:ahLst/>
            <a:cxnLst>
              <a:cxn ang="0">
                <a:pos x="connsiteX0" y="connsiteY0"/>
              </a:cxn>
              <a:cxn ang="0">
                <a:pos x="connsiteX1" y="connsiteY1"/>
              </a:cxn>
            </a:cxnLst>
            <a:rect l="l" t="t" r="r" b="b"/>
            <a:pathLst>
              <a:path w="334520" h="42179">
                <a:moveTo>
                  <a:pt x="0" y="17823"/>
                </a:moveTo>
                <a:cubicBezTo>
                  <a:pt x="85147" y="-6037"/>
                  <a:pt x="208073" y="-12984"/>
                  <a:pt x="334520" y="42179"/>
                </a:cubicBezTo>
              </a:path>
            </a:pathLst>
          </a:custGeom>
          <a:noFill/>
          <a:ln w="104775" cap="rnd" cmpd="sng" algn="ctr">
            <a:solidFill>
              <a:schemeClr val="bg1">
                <a:lumMod val="75000"/>
                <a:alpha val="50000"/>
              </a:schemeClr>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pic>
        <p:nvPicPr>
          <p:cNvPr id="4" name="Picture 3">
            <a:extLst>
              <a:ext uri="{FF2B5EF4-FFF2-40B4-BE49-F238E27FC236}">
                <a16:creationId xmlns:a16="http://schemas.microsoft.com/office/drawing/2014/main" id="{04FBD986-42F9-A57A-A7E5-CD427DC31FC0}"/>
              </a:ext>
            </a:extLst>
          </p:cNvPr>
          <p:cNvPicPr>
            <a:picLocks noChangeAspect="1"/>
          </p:cNvPicPr>
          <p:nvPr/>
        </p:nvPicPr>
        <p:blipFill>
          <a:blip r:embed="rId2"/>
          <a:stretch>
            <a:fillRect/>
          </a:stretch>
        </p:blipFill>
        <p:spPr>
          <a:xfrm>
            <a:off x="181457" y="1374124"/>
            <a:ext cx="4619753" cy="2396736"/>
          </a:xfrm>
          <a:prstGeom prst="rect">
            <a:avLst/>
          </a:prstGeom>
        </p:spPr>
      </p:pic>
      <p:sp>
        <p:nvSpPr>
          <p:cNvPr id="5" name="Freeform: Shape 4">
            <a:extLst>
              <a:ext uri="{FF2B5EF4-FFF2-40B4-BE49-F238E27FC236}">
                <a16:creationId xmlns:a16="http://schemas.microsoft.com/office/drawing/2014/main" id="{040EA810-225D-27D4-6115-453346C9BD3F}"/>
              </a:ext>
            </a:extLst>
          </p:cNvPr>
          <p:cNvSpPr/>
          <p:nvPr/>
        </p:nvSpPr>
        <p:spPr bwMode="auto">
          <a:xfrm rot="19913359" flipH="1" flipV="1">
            <a:off x="5411949" y="3764153"/>
            <a:ext cx="2292560" cy="332210"/>
          </a:xfrm>
          <a:custGeom>
            <a:avLst/>
            <a:gdLst>
              <a:gd name="connsiteX0" fmla="*/ 0 w 558072"/>
              <a:gd name="connsiteY0" fmla="*/ 227945 h 227945"/>
              <a:gd name="connsiteX1" fmla="*/ 558072 w 558072"/>
              <a:gd name="connsiteY1" fmla="*/ 0 h 227945"/>
              <a:gd name="connsiteX0" fmla="*/ 0 w 403489"/>
              <a:gd name="connsiteY0" fmla="*/ 22240 h 41860"/>
              <a:gd name="connsiteX1" fmla="*/ 403489 w 403489"/>
              <a:gd name="connsiteY1" fmla="*/ 19620 h 41860"/>
              <a:gd name="connsiteX0" fmla="*/ 0 w 403489"/>
              <a:gd name="connsiteY0" fmla="*/ 36170 h 52593"/>
              <a:gd name="connsiteX1" fmla="*/ 403489 w 403489"/>
              <a:gd name="connsiteY1" fmla="*/ 33550 h 52593"/>
              <a:gd name="connsiteX0" fmla="*/ 0 w 403489"/>
              <a:gd name="connsiteY0" fmla="*/ 93195 h 93195"/>
              <a:gd name="connsiteX1" fmla="*/ 403489 w 403489"/>
              <a:gd name="connsiteY1" fmla="*/ 90575 h 93195"/>
              <a:gd name="connsiteX0" fmla="*/ 0 w 403489"/>
              <a:gd name="connsiteY0" fmla="*/ 78238 h 78238"/>
              <a:gd name="connsiteX1" fmla="*/ 403489 w 403489"/>
              <a:gd name="connsiteY1" fmla="*/ 75618 h 78238"/>
              <a:gd name="connsiteX0" fmla="*/ 0 w 403489"/>
              <a:gd name="connsiteY0" fmla="*/ 56517 h 56517"/>
              <a:gd name="connsiteX1" fmla="*/ 403489 w 403489"/>
              <a:gd name="connsiteY1" fmla="*/ 53897 h 56517"/>
              <a:gd name="connsiteX0" fmla="*/ 0 w 403489"/>
              <a:gd name="connsiteY0" fmla="*/ 46147 h 46147"/>
              <a:gd name="connsiteX1" fmla="*/ 403489 w 403489"/>
              <a:gd name="connsiteY1" fmla="*/ 43527 h 46147"/>
            </a:gdLst>
            <a:ahLst/>
            <a:cxnLst>
              <a:cxn ang="0">
                <a:pos x="connsiteX0" y="connsiteY0"/>
              </a:cxn>
              <a:cxn ang="0">
                <a:pos x="connsiteX1" y="connsiteY1"/>
              </a:cxn>
            </a:cxnLst>
            <a:rect l="l" t="t" r="r" b="b"/>
            <a:pathLst>
              <a:path w="403489" h="46147">
                <a:moveTo>
                  <a:pt x="0" y="46147"/>
                </a:moveTo>
                <a:cubicBezTo>
                  <a:pt x="85060" y="-18220"/>
                  <a:pt x="277042" y="-11636"/>
                  <a:pt x="403489" y="43527"/>
                </a:cubicBezTo>
              </a:path>
            </a:pathLst>
          </a:custGeom>
          <a:noFill/>
          <a:ln w="104775" cap="rnd" cmpd="sng" algn="ctr">
            <a:solidFill>
              <a:schemeClr val="bg1">
                <a:lumMod val="75000"/>
                <a:alpha val="50000"/>
              </a:schemeClr>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n-ea"/>
              <a:cs typeface="+mn-cs"/>
            </a:endParaRPr>
          </a:p>
        </p:txBody>
      </p:sp>
      <p:pic>
        <p:nvPicPr>
          <p:cNvPr id="6" name="Picture 5">
            <a:extLst>
              <a:ext uri="{FF2B5EF4-FFF2-40B4-BE49-F238E27FC236}">
                <a16:creationId xmlns:a16="http://schemas.microsoft.com/office/drawing/2014/main" id="{0E65BF33-CD53-E78A-820A-66B3416A6632}"/>
              </a:ext>
            </a:extLst>
          </p:cNvPr>
          <p:cNvPicPr>
            <a:picLocks noChangeAspect="1"/>
          </p:cNvPicPr>
          <p:nvPr/>
        </p:nvPicPr>
        <p:blipFill>
          <a:blip r:embed="rId3"/>
          <a:stretch>
            <a:fillRect/>
          </a:stretch>
        </p:blipFill>
        <p:spPr>
          <a:xfrm>
            <a:off x="5457529" y="1515074"/>
            <a:ext cx="4761417" cy="1728730"/>
          </a:xfrm>
          <a:prstGeom prst="rect">
            <a:avLst/>
          </a:prstGeom>
        </p:spPr>
      </p:pic>
      <p:sp>
        <p:nvSpPr>
          <p:cNvPr id="7" name="Freeform: Shape 6">
            <a:extLst>
              <a:ext uri="{FF2B5EF4-FFF2-40B4-BE49-F238E27FC236}">
                <a16:creationId xmlns:a16="http://schemas.microsoft.com/office/drawing/2014/main" id="{0DC80FB1-E842-4287-CB14-94E8BAF26BA5}"/>
              </a:ext>
            </a:extLst>
          </p:cNvPr>
          <p:cNvSpPr/>
          <p:nvPr/>
        </p:nvSpPr>
        <p:spPr bwMode="auto">
          <a:xfrm rot="6553595" flipH="1">
            <a:off x="9507452" y="3180517"/>
            <a:ext cx="1201113" cy="401510"/>
          </a:xfrm>
          <a:custGeom>
            <a:avLst/>
            <a:gdLst>
              <a:gd name="connsiteX0" fmla="*/ 0 w 558072"/>
              <a:gd name="connsiteY0" fmla="*/ 227945 h 227945"/>
              <a:gd name="connsiteX1" fmla="*/ 558072 w 558072"/>
              <a:gd name="connsiteY1" fmla="*/ 0 h 227945"/>
              <a:gd name="connsiteX0" fmla="*/ 0 w 403489"/>
              <a:gd name="connsiteY0" fmla="*/ 22240 h 41860"/>
              <a:gd name="connsiteX1" fmla="*/ 403489 w 403489"/>
              <a:gd name="connsiteY1" fmla="*/ 19620 h 41860"/>
              <a:gd name="connsiteX0" fmla="*/ 0 w 403489"/>
              <a:gd name="connsiteY0" fmla="*/ 36170 h 52593"/>
              <a:gd name="connsiteX1" fmla="*/ 403489 w 403489"/>
              <a:gd name="connsiteY1" fmla="*/ 33550 h 52593"/>
              <a:gd name="connsiteX0" fmla="*/ 0 w 403489"/>
              <a:gd name="connsiteY0" fmla="*/ 93195 h 93195"/>
              <a:gd name="connsiteX1" fmla="*/ 403489 w 403489"/>
              <a:gd name="connsiteY1" fmla="*/ 90575 h 93195"/>
              <a:gd name="connsiteX0" fmla="*/ 0 w 403489"/>
              <a:gd name="connsiteY0" fmla="*/ 78238 h 78238"/>
              <a:gd name="connsiteX1" fmla="*/ 403489 w 403489"/>
              <a:gd name="connsiteY1" fmla="*/ 75618 h 78238"/>
              <a:gd name="connsiteX0" fmla="*/ 0 w 403489"/>
              <a:gd name="connsiteY0" fmla="*/ 56517 h 56517"/>
              <a:gd name="connsiteX1" fmla="*/ 403489 w 403489"/>
              <a:gd name="connsiteY1" fmla="*/ 53897 h 56517"/>
              <a:gd name="connsiteX0" fmla="*/ 0 w 403489"/>
              <a:gd name="connsiteY0" fmla="*/ 46147 h 46147"/>
              <a:gd name="connsiteX1" fmla="*/ 403489 w 403489"/>
              <a:gd name="connsiteY1" fmla="*/ 43527 h 46147"/>
            </a:gdLst>
            <a:ahLst/>
            <a:cxnLst>
              <a:cxn ang="0">
                <a:pos x="connsiteX0" y="connsiteY0"/>
              </a:cxn>
              <a:cxn ang="0">
                <a:pos x="connsiteX1" y="connsiteY1"/>
              </a:cxn>
            </a:cxnLst>
            <a:rect l="l" t="t" r="r" b="b"/>
            <a:pathLst>
              <a:path w="403489" h="46147">
                <a:moveTo>
                  <a:pt x="0" y="46147"/>
                </a:moveTo>
                <a:cubicBezTo>
                  <a:pt x="85060" y="-18220"/>
                  <a:pt x="277042" y="-11636"/>
                  <a:pt x="403489" y="43527"/>
                </a:cubicBezTo>
              </a:path>
            </a:pathLst>
          </a:custGeom>
          <a:noFill/>
          <a:ln w="104775" cap="rnd" cmpd="sng" algn="ctr">
            <a:solidFill>
              <a:schemeClr val="bg1">
                <a:lumMod val="75000"/>
                <a:alpha val="50000"/>
              </a:schemeClr>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n-ea"/>
              <a:cs typeface="+mn-cs"/>
            </a:endParaRPr>
          </a:p>
        </p:txBody>
      </p:sp>
      <p:pic>
        <p:nvPicPr>
          <p:cNvPr id="8" name="Picture 7">
            <a:extLst>
              <a:ext uri="{FF2B5EF4-FFF2-40B4-BE49-F238E27FC236}">
                <a16:creationId xmlns:a16="http://schemas.microsoft.com/office/drawing/2014/main" id="{DD1A49D8-6ADF-5600-F57A-8E3DA44F6D36}"/>
              </a:ext>
            </a:extLst>
          </p:cNvPr>
          <p:cNvPicPr>
            <a:picLocks noChangeAspect="1"/>
          </p:cNvPicPr>
          <p:nvPr/>
        </p:nvPicPr>
        <p:blipFill>
          <a:blip r:embed="rId4"/>
          <a:stretch>
            <a:fillRect/>
          </a:stretch>
        </p:blipFill>
        <p:spPr>
          <a:xfrm>
            <a:off x="7158347" y="3392925"/>
            <a:ext cx="2926073" cy="2937353"/>
          </a:xfrm>
          <a:prstGeom prst="rect">
            <a:avLst/>
          </a:prstGeom>
        </p:spPr>
      </p:pic>
      <p:pic>
        <p:nvPicPr>
          <p:cNvPr id="9" name="Picture 8">
            <a:extLst>
              <a:ext uri="{FF2B5EF4-FFF2-40B4-BE49-F238E27FC236}">
                <a16:creationId xmlns:a16="http://schemas.microsoft.com/office/drawing/2014/main" id="{ABDFF4E0-4213-CBE4-C2E2-CD6D07B9BBA2}"/>
              </a:ext>
            </a:extLst>
          </p:cNvPr>
          <p:cNvPicPr>
            <a:picLocks noChangeAspect="1"/>
          </p:cNvPicPr>
          <p:nvPr/>
        </p:nvPicPr>
        <p:blipFill>
          <a:blip r:embed="rId5"/>
          <a:stretch>
            <a:fillRect/>
          </a:stretch>
        </p:blipFill>
        <p:spPr>
          <a:xfrm>
            <a:off x="1006400" y="3736031"/>
            <a:ext cx="4606997" cy="2629592"/>
          </a:xfrm>
          <a:prstGeom prst="rect">
            <a:avLst/>
          </a:prstGeom>
        </p:spPr>
      </p:pic>
      <p:pic>
        <p:nvPicPr>
          <p:cNvPr id="10" name="Picture 9">
            <a:extLst>
              <a:ext uri="{FF2B5EF4-FFF2-40B4-BE49-F238E27FC236}">
                <a16:creationId xmlns:a16="http://schemas.microsoft.com/office/drawing/2014/main" id="{DD65CD12-A426-3F6A-80E4-2BB777604D1D}"/>
              </a:ext>
            </a:extLst>
          </p:cNvPr>
          <p:cNvPicPr>
            <a:picLocks noChangeAspect="1"/>
          </p:cNvPicPr>
          <p:nvPr/>
        </p:nvPicPr>
        <p:blipFill>
          <a:blip r:embed="rId6"/>
          <a:srcRect r="51361"/>
          <a:stretch/>
        </p:blipFill>
        <p:spPr>
          <a:xfrm>
            <a:off x="10380360" y="4007224"/>
            <a:ext cx="1697400" cy="2529779"/>
          </a:xfrm>
          <a:prstGeom prst="rect">
            <a:avLst/>
          </a:prstGeom>
          <a:effectLst>
            <a:outerShdw blurRad="50800" dist="38100" dir="2700000" algn="tl" rotWithShape="0">
              <a:prstClr val="black">
                <a:alpha val="40000"/>
              </a:prstClr>
            </a:outerShdw>
          </a:effectLst>
        </p:spPr>
      </p:pic>
      <p:sp>
        <p:nvSpPr>
          <p:cNvPr id="11" name="Freeform: Shape 10">
            <a:extLst>
              <a:ext uri="{FF2B5EF4-FFF2-40B4-BE49-F238E27FC236}">
                <a16:creationId xmlns:a16="http://schemas.microsoft.com/office/drawing/2014/main" id="{31C5FF75-9888-31AA-7115-368891E43511}"/>
              </a:ext>
            </a:extLst>
          </p:cNvPr>
          <p:cNvSpPr/>
          <p:nvPr/>
        </p:nvSpPr>
        <p:spPr bwMode="auto">
          <a:xfrm rot="21105001" flipH="1" flipV="1">
            <a:off x="9429639" y="5956728"/>
            <a:ext cx="881924" cy="205503"/>
          </a:xfrm>
          <a:custGeom>
            <a:avLst/>
            <a:gdLst>
              <a:gd name="connsiteX0" fmla="*/ 0 w 558072"/>
              <a:gd name="connsiteY0" fmla="*/ 227945 h 227945"/>
              <a:gd name="connsiteX1" fmla="*/ 558072 w 558072"/>
              <a:gd name="connsiteY1" fmla="*/ 0 h 227945"/>
              <a:gd name="connsiteX0" fmla="*/ 0 w 403489"/>
              <a:gd name="connsiteY0" fmla="*/ 22240 h 41860"/>
              <a:gd name="connsiteX1" fmla="*/ 403489 w 403489"/>
              <a:gd name="connsiteY1" fmla="*/ 19620 h 41860"/>
              <a:gd name="connsiteX0" fmla="*/ 0 w 403489"/>
              <a:gd name="connsiteY0" fmla="*/ 36170 h 52593"/>
              <a:gd name="connsiteX1" fmla="*/ 403489 w 403489"/>
              <a:gd name="connsiteY1" fmla="*/ 33550 h 52593"/>
              <a:gd name="connsiteX0" fmla="*/ 0 w 403489"/>
              <a:gd name="connsiteY0" fmla="*/ 93195 h 93195"/>
              <a:gd name="connsiteX1" fmla="*/ 403489 w 403489"/>
              <a:gd name="connsiteY1" fmla="*/ 90575 h 93195"/>
              <a:gd name="connsiteX0" fmla="*/ 0 w 403489"/>
              <a:gd name="connsiteY0" fmla="*/ 78238 h 78238"/>
              <a:gd name="connsiteX1" fmla="*/ 403489 w 403489"/>
              <a:gd name="connsiteY1" fmla="*/ 75618 h 78238"/>
              <a:gd name="connsiteX0" fmla="*/ 0 w 403489"/>
              <a:gd name="connsiteY0" fmla="*/ 56517 h 56517"/>
              <a:gd name="connsiteX1" fmla="*/ 403489 w 403489"/>
              <a:gd name="connsiteY1" fmla="*/ 53897 h 56517"/>
              <a:gd name="connsiteX0" fmla="*/ 0 w 403489"/>
              <a:gd name="connsiteY0" fmla="*/ 46147 h 46147"/>
              <a:gd name="connsiteX1" fmla="*/ 403489 w 403489"/>
              <a:gd name="connsiteY1" fmla="*/ 43527 h 46147"/>
            </a:gdLst>
            <a:ahLst/>
            <a:cxnLst>
              <a:cxn ang="0">
                <a:pos x="connsiteX0" y="connsiteY0"/>
              </a:cxn>
              <a:cxn ang="0">
                <a:pos x="connsiteX1" y="connsiteY1"/>
              </a:cxn>
            </a:cxnLst>
            <a:rect l="l" t="t" r="r" b="b"/>
            <a:pathLst>
              <a:path w="403489" h="46147">
                <a:moveTo>
                  <a:pt x="0" y="46147"/>
                </a:moveTo>
                <a:cubicBezTo>
                  <a:pt x="85060" y="-18220"/>
                  <a:pt x="277042" y="-11636"/>
                  <a:pt x="403489" y="43527"/>
                </a:cubicBezTo>
              </a:path>
            </a:pathLst>
          </a:custGeom>
          <a:noFill/>
          <a:ln w="104775" cap="rnd" cmpd="sng" algn="ctr">
            <a:solidFill>
              <a:schemeClr val="bg1">
                <a:lumMod val="75000"/>
                <a:alpha val="50000"/>
              </a:schemeClr>
            </a:solidFill>
            <a:prstDash val="solid"/>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2" name="Rectangle 1030">
            <a:extLst>
              <a:ext uri="{FF2B5EF4-FFF2-40B4-BE49-F238E27FC236}">
                <a16:creationId xmlns:a16="http://schemas.microsoft.com/office/drawing/2014/main" id="{89EAA460-2DD5-6C40-5C55-3192425805C7}"/>
              </a:ext>
            </a:extLst>
          </p:cNvPr>
          <p:cNvSpPr txBox="1">
            <a:spLocks noChangeArrowheads="1"/>
          </p:cNvSpPr>
          <p:nvPr/>
        </p:nvSpPr>
        <p:spPr bwMode="auto">
          <a:xfrm>
            <a:off x="1005840" y="0"/>
            <a:ext cx="10149840"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ctr"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3600" b="1" i="1" u="none" strike="noStrike" kern="0" cap="none" spc="0" normalizeH="0" baseline="0" noProof="0" dirty="0">
                <a:ln>
                  <a:noFill/>
                </a:ln>
                <a:solidFill>
                  <a:srgbClr val="151C77"/>
                </a:solidFill>
                <a:effectLst/>
                <a:uLnTx/>
                <a:uFillTx/>
                <a:latin typeface="Arial"/>
                <a:ea typeface="+mj-ea"/>
                <a:cs typeface="+mj-cs"/>
              </a:rPr>
              <a:t>Decision Advantage Capabilities</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0" i="0" u="none" strike="noStrike" kern="0" cap="none" spc="0" normalizeH="0" baseline="0" noProof="0" dirty="0">
                <a:ln>
                  <a:noFill/>
                </a:ln>
                <a:solidFill>
                  <a:srgbClr val="151C77"/>
                </a:solidFill>
                <a:effectLst/>
                <a:uLnTx/>
                <a:uFillTx/>
                <a:latin typeface="Arial"/>
                <a:ea typeface="+mj-ea"/>
                <a:cs typeface="+mj-cs"/>
              </a:rPr>
              <a:t>A capability gap whose solutions underwrite other capabilities</a:t>
            </a:r>
            <a:endParaRPr kumimoji="0" lang="en-US" altLang="en-US" sz="2400" b="0" i="1" u="none" strike="noStrike" kern="0" cap="none" spc="0" normalizeH="0" baseline="0" noProof="0" dirty="0">
              <a:ln>
                <a:noFill/>
              </a:ln>
              <a:solidFill>
                <a:srgbClr val="151C77"/>
              </a:solidFill>
              <a:effectLst/>
              <a:uLnTx/>
              <a:uFillTx/>
              <a:latin typeface="Arial"/>
              <a:ea typeface="+mj-ea"/>
              <a:cs typeface="+mj-cs"/>
            </a:endParaRPr>
          </a:p>
        </p:txBody>
      </p:sp>
      <p:sp>
        <p:nvSpPr>
          <p:cNvPr id="13" name="Text Placeholder 4">
            <a:extLst>
              <a:ext uri="{FF2B5EF4-FFF2-40B4-BE49-F238E27FC236}">
                <a16:creationId xmlns:a16="http://schemas.microsoft.com/office/drawing/2014/main" id="{0EB47C07-0C1D-0191-EEC8-A0852B92EDCA}"/>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
        <p:nvSpPr>
          <p:cNvPr id="14" name="Slide Number Placeholder 3">
            <a:extLst>
              <a:ext uri="{FF2B5EF4-FFF2-40B4-BE49-F238E27FC236}">
                <a16:creationId xmlns:a16="http://schemas.microsoft.com/office/drawing/2014/main" id="{F68CD33D-4C16-31AB-E6BC-D3758C191DCE}"/>
              </a:ext>
            </a:extLst>
          </p:cNvPr>
          <p:cNvSpPr>
            <a:spLocks noGrp="1"/>
          </p:cNvSpPr>
          <p:nvPr>
            <p:ph type="sldNum" sz="quarter" idx="11"/>
          </p:nvPr>
        </p:nvSpPr>
        <p:spPr>
          <a:xfrm>
            <a:off x="10650539" y="6524625"/>
            <a:ext cx="1524000" cy="304800"/>
          </a:xfrm>
        </p:spPr>
        <p:txBody>
          <a:bodyPr/>
          <a:lstStyle/>
          <a:p>
            <a:pPr>
              <a:defRPr/>
            </a:pPr>
            <a:fld id="{47256DB1-98A0-4C5B-B461-C003FBFE3B06}" type="slidenum">
              <a:rPr lang="en-US" altLang="en-US" smtClean="0"/>
              <a:pPr>
                <a:defRPr/>
              </a:pPr>
              <a:t>10</a:t>
            </a:fld>
            <a:endParaRPr lang="en-US" altLang="en-US" dirty="0">
              <a:solidFill>
                <a:schemeClr val="bg2"/>
              </a:solidFill>
            </a:endParaRPr>
          </a:p>
        </p:txBody>
      </p:sp>
    </p:spTree>
    <p:extLst>
      <p:ext uri="{BB962C8B-B14F-4D97-AF65-F5344CB8AC3E}">
        <p14:creationId xmlns:p14="http://schemas.microsoft.com/office/powerpoint/2010/main" val="65380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Freeform: Shape 102">
            <a:extLst>
              <a:ext uri="{FF2B5EF4-FFF2-40B4-BE49-F238E27FC236}">
                <a16:creationId xmlns:a16="http://schemas.microsoft.com/office/drawing/2014/main" id="{323D39B5-9E77-D93E-E96E-F9E5BDB6CD35}"/>
              </a:ext>
            </a:extLst>
          </p:cNvPr>
          <p:cNvSpPr/>
          <p:nvPr/>
        </p:nvSpPr>
        <p:spPr bwMode="auto">
          <a:xfrm>
            <a:off x="2296631" y="3355850"/>
            <a:ext cx="3252291" cy="2474975"/>
          </a:xfrm>
          <a:custGeom>
            <a:avLst/>
            <a:gdLst>
              <a:gd name="connsiteX0" fmla="*/ 944880 w 3188208"/>
              <a:gd name="connsiteY0" fmla="*/ 0 h 2426208"/>
              <a:gd name="connsiteX1" fmla="*/ 3188208 w 3188208"/>
              <a:gd name="connsiteY1" fmla="*/ 786384 h 2426208"/>
              <a:gd name="connsiteX2" fmla="*/ 1524000 w 3188208"/>
              <a:gd name="connsiteY2" fmla="*/ 2426208 h 2426208"/>
              <a:gd name="connsiteX3" fmla="*/ 0 w 3188208"/>
              <a:gd name="connsiteY3" fmla="*/ 908304 h 2426208"/>
              <a:gd name="connsiteX4" fmla="*/ 944880 w 3188208"/>
              <a:gd name="connsiteY4" fmla="*/ 0 h 2426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8208" h="2426208">
                <a:moveTo>
                  <a:pt x="944880" y="0"/>
                </a:moveTo>
                <a:lnTo>
                  <a:pt x="3188208" y="786384"/>
                </a:lnTo>
                <a:lnTo>
                  <a:pt x="1524000" y="2426208"/>
                </a:lnTo>
                <a:lnTo>
                  <a:pt x="0" y="908304"/>
                </a:lnTo>
                <a:lnTo>
                  <a:pt x="944880" y="0"/>
                </a:lnTo>
                <a:close/>
              </a:path>
            </a:pathLst>
          </a:custGeom>
          <a:solidFill>
            <a:srgbClr val="D889FF">
              <a:alpha val="30000"/>
            </a:srgbClr>
          </a:solidFill>
          <a:ln w="12700" cap="flat" cmpd="sng" algn="ctr">
            <a:noFill/>
            <a:prstDash val="solid"/>
            <a:round/>
            <a:headEnd type="none" w="med" len="med"/>
            <a:tailEnd type="none" w="med" len="med"/>
          </a:ln>
          <a:effectLst>
            <a:softEdge rad="12700"/>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43" name="Oval 42">
            <a:extLst>
              <a:ext uri="{FF2B5EF4-FFF2-40B4-BE49-F238E27FC236}">
                <a16:creationId xmlns:a16="http://schemas.microsoft.com/office/drawing/2014/main" id="{984E9F38-FD76-913B-BC22-90D133305A7C}"/>
              </a:ext>
            </a:extLst>
          </p:cNvPr>
          <p:cNvSpPr>
            <a:spLocks noChangeAspect="1"/>
          </p:cNvSpPr>
          <p:nvPr/>
        </p:nvSpPr>
        <p:spPr bwMode="auto">
          <a:xfrm>
            <a:off x="1085235" y="3767066"/>
            <a:ext cx="2325145" cy="2325145"/>
          </a:xfrm>
          <a:prstGeom prst="ellipse">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pic>
        <p:nvPicPr>
          <p:cNvPr id="34" name="Picture 33">
            <a:extLst>
              <a:ext uri="{FF2B5EF4-FFF2-40B4-BE49-F238E27FC236}">
                <a16:creationId xmlns:a16="http://schemas.microsoft.com/office/drawing/2014/main" id="{FA2453B2-02AC-EEAE-E1EC-6056E12B5421}"/>
              </a:ext>
            </a:extLst>
          </p:cNvPr>
          <p:cNvPicPr>
            <a:picLocks noChangeAspect="1"/>
          </p:cNvPicPr>
          <p:nvPr/>
        </p:nvPicPr>
        <p:blipFill rotWithShape="1">
          <a:blip r:embed="rId3" cstate="hqprint">
            <a:clrChange>
              <a:clrFrom>
                <a:srgbClr val="FFFFFF"/>
              </a:clrFrom>
              <a:clrTo>
                <a:srgbClr val="FFFFFF">
                  <a:alpha val="0"/>
                </a:srgbClr>
              </a:clrTo>
            </a:clrChange>
            <a:extLst>
              <a:ext uri="{28A0092B-C50C-407E-A947-70E740481C1C}">
                <a14:useLocalDpi xmlns:a14="http://schemas.microsoft.com/office/drawing/2010/main"/>
              </a:ext>
            </a:extLst>
          </a:blip>
          <a:srcRect l="-5797" r="-1538"/>
          <a:stretch/>
        </p:blipFill>
        <p:spPr>
          <a:xfrm>
            <a:off x="1152090" y="3946651"/>
            <a:ext cx="2210350" cy="1969951"/>
          </a:xfrm>
          <a:prstGeom prst="hexagon">
            <a:avLst/>
          </a:prstGeom>
        </p:spPr>
      </p:pic>
      <p:sp>
        <p:nvSpPr>
          <p:cNvPr id="41" name="Oval 40">
            <a:extLst>
              <a:ext uri="{FF2B5EF4-FFF2-40B4-BE49-F238E27FC236}">
                <a16:creationId xmlns:a16="http://schemas.microsoft.com/office/drawing/2014/main" id="{20392F4C-47A5-D7BF-17D4-9612E21CD01E}"/>
              </a:ext>
            </a:extLst>
          </p:cNvPr>
          <p:cNvSpPr>
            <a:spLocks/>
          </p:cNvSpPr>
          <p:nvPr/>
        </p:nvSpPr>
        <p:spPr bwMode="auto">
          <a:xfrm>
            <a:off x="1608235" y="4350425"/>
            <a:ext cx="1318951" cy="1267485"/>
          </a:xfrm>
          <a:prstGeom prst="ellipse">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pic>
        <p:nvPicPr>
          <p:cNvPr id="18" name="Picture 17">
            <a:extLst>
              <a:ext uri="{FF2B5EF4-FFF2-40B4-BE49-F238E27FC236}">
                <a16:creationId xmlns:a16="http://schemas.microsoft.com/office/drawing/2014/main" id="{AE4610A9-F6E6-1AE4-3167-F70CD8AE743D}"/>
              </a:ext>
            </a:extLst>
          </p:cNvPr>
          <p:cNvPicPr>
            <a:picLocks noChangeAspect="1"/>
          </p:cNvPicPr>
          <p:nvPr/>
        </p:nvPicPr>
        <p:blipFill>
          <a:blip r:embed="rId4"/>
          <a:stretch>
            <a:fillRect/>
          </a:stretch>
        </p:blipFill>
        <p:spPr>
          <a:xfrm>
            <a:off x="1635051" y="4369947"/>
            <a:ext cx="1273041" cy="1219439"/>
          </a:xfrm>
          <a:prstGeom prst="rect">
            <a:avLst/>
          </a:prstGeom>
        </p:spPr>
      </p:pic>
      <p:pic>
        <p:nvPicPr>
          <p:cNvPr id="17" name="Picture 16">
            <a:extLst>
              <a:ext uri="{FF2B5EF4-FFF2-40B4-BE49-F238E27FC236}">
                <a16:creationId xmlns:a16="http://schemas.microsoft.com/office/drawing/2014/main" id="{533141D8-47BA-8782-0E20-0B3CD532D157}"/>
              </a:ext>
            </a:extLst>
          </p:cNvPr>
          <p:cNvPicPr>
            <a:picLocks noChangeAspect="1"/>
          </p:cNvPicPr>
          <p:nvPr/>
        </p:nvPicPr>
        <p:blipFill>
          <a:blip r:embed="rId5"/>
          <a:stretch>
            <a:fillRect/>
          </a:stretch>
        </p:blipFill>
        <p:spPr>
          <a:xfrm>
            <a:off x="5925531" y="1875699"/>
            <a:ext cx="5845068" cy="4379228"/>
          </a:xfrm>
          <a:prstGeom prst="rect">
            <a:avLst/>
          </a:prstGeom>
        </p:spPr>
      </p:pic>
      <p:pic>
        <p:nvPicPr>
          <p:cNvPr id="1310" name="Picture 1309">
            <a:extLst>
              <a:ext uri="{FF2B5EF4-FFF2-40B4-BE49-F238E27FC236}">
                <a16:creationId xmlns:a16="http://schemas.microsoft.com/office/drawing/2014/main" id="{46BDB172-E6C8-20B6-076E-D7861D171F67}"/>
              </a:ext>
            </a:extLst>
          </p:cNvPr>
          <p:cNvPicPr>
            <a:picLocks noChangeAspect="1"/>
          </p:cNvPicPr>
          <p:nvPr/>
        </p:nvPicPr>
        <p:blipFill>
          <a:blip r:embed="rId6"/>
          <a:stretch>
            <a:fillRect/>
          </a:stretch>
        </p:blipFill>
        <p:spPr>
          <a:xfrm>
            <a:off x="6098084" y="1966152"/>
            <a:ext cx="5591275" cy="4017338"/>
          </a:xfrm>
          <a:prstGeom prst="rect">
            <a:avLst/>
          </a:prstGeom>
        </p:spPr>
      </p:pic>
      <p:grpSp>
        <p:nvGrpSpPr>
          <p:cNvPr id="8" name="Group 7">
            <a:extLst>
              <a:ext uri="{FF2B5EF4-FFF2-40B4-BE49-F238E27FC236}">
                <a16:creationId xmlns:a16="http://schemas.microsoft.com/office/drawing/2014/main" id="{1912CF50-F272-B75D-E9A2-157B7DF380A2}"/>
              </a:ext>
            </a:extLst>
          </p:cNvPr>
          <p:cNvGrpSpPr/>
          <p:nvPr/>
        </p:nvGrpSpPr>
        <p:grpSpPr>
          <a:xfrm>
            <a:off x="929640" y="1994855"/>
            <a:ext cx="2697480" cy="2471967"/>
            <a:chOff x="929640" y="2196023"/>
            <a:chExt cx="2697480" cy="2471967"/>
          </a:xfrm>
        </p:grpSpPr>
        <p:pic>
          <p:nvPicPr>
            <p:cNvPr id="26" name="Picture 25">
              <a:extLst>
                <a:ext uri="{FF2B5EF4-FFF2-40B4-BE49-F238E27FC236}">
                  <a16:creationId xmlns:a16="http://schemas.microsoft.com/office/drawing/2014/main" id="{DC41D681-FE83-5AD3-2B6D-CE65073DE267}"/>
                </a:ext>
              </a:extLst>
            </p:cNvPr>
            <p:cNvPicPr>
              <a:picLocks noChangeAspect="1"/>
            </p:cNvPicPr>
            <p:nvPr/>
          </p:nvPicPr>
          <p:blipFill>
            <a:blip r:embed="rId7"/>
            <a:stretch>
              <a:fillRect/>
            </a:stretch>
          </p:blipFill>
          <p:spPr>
            <a:xfrm>
              <a:off x="929640" y="2196023"/>
              <a:ext cx="2697480" cy="2471967"/>
            </a:xfrm>
            <a:prstGeom prst="rect">
              <a:avLst/>
            </a:prstGeom>
          </p:spPr>
        </p:pic>
        <p:sp>
          <p:nvSpPr>
            <p:cNvPr id="27" name="TextBox 26">
              <a:extLst>
                <a:ext uri="{FF2B5EF4-FFF2-40B4-BE49-F238E27FC236}">
                  <a16:creationId xmlns:a16="http://schemas.microsoft.com/office/drawing/2014/main" id="{3AAA170B-D9C6-08C7-431E-38F891CEC38B}"/>
                </a:ext>
              </a:extLst>
            </p:cNvPr>
            <p:cNvSpPr txBox="1"/>
            <p:nvPr/>
          </p:nvSpPr>
          <p:spPr>
            <a:xfrm>
              <a:off x="1106602" y="2780171"/>
              <a:ext cx="2283669" cy="1427532"/>
            </a:xfrm>
            <a:prstGeom prst="rect">
              <a:avLst/>
            </a:prstGeom>
            <a:solidFill>
              <a:srgbClr val="7030A0"/>
            </a:solidFill>
          </p:spPr>
          <p:txBody>
            <a:bodyPr wrap="square" lIns="0" tIns="0" rIns="0" bIns="0" rtlCol="0" anchor="t"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Perform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Military Activities</a:t>
              </a:r>
            </a:p>
          </p:txBody>
        </p:sp>
        <p:sp>
          <p:nvSpPr>
            <p:cNvPr id="28" name="TextBox 27">
              <a:extLst>
                <a:ext uri="{FF2B5EF4-FFF2-40B4-BE49-F238E27FC236}">
                  <a16:creationId xmlns:a16="http://schemas.microsoft.com/office/drawing/2014/main" id="{1029A661-8B7E-1162-00FA-B3F690C0368A}"/>
                </a:ext>
              </a:extLst>
            </p:cNvPr>
            <p:cNvSpPr txBox="1"/>
            <p:nvPr/>
          </p:nvSpPr>
          <p:spPr>
            <a:xfrm>
              <a:off x="1158240" y="2383197"/>
              <a:ext cx="1314936" cy="349630"/>
            </a:xfrm>
            <a:prstGeom prst="rect">
              <a:avLst/>
            </a:prstGeom>
            <a:solidFill>
              <a:srgbClr val="7030A0"/>
            </a:solidFill>
          </p:spPr>
          <p:txBody>
            <a:bodyPr wrap="square" lIns="0" tIns="0" rIns="0" bIns="0" rtlCol="0" anchor="ctr"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A6A6A6"/>
                  </a:solidFill>
                  <a:effectLst/>
                  <a:uLnTx/>
                  <a:uFillTx/>
                  <a:latin typeface="Arial Narrow" panose="020B0506020202030204" pitchFamily="34" charset="0"/>
                  <a:ea typeface="+mn-ea"/>
                  <a:cs typeface="+mn-cs"/>
                </a:rPr>
                <a:t>M.#.#</a:t>
              </a:r>
              <a:endParaRPr kumimoji="0" lang="en-US" sz="3200" b="0" i="0" u="none" strike="noStrike" kern="1200" cap="none" spc="0" normalizeH="0" baseline="0" noProof="0" dirty="0">
                <a:ln>
                  <a:noFill/>
                </a:ln>
                <a:solidFill>
                  <a:srgbClr val="A6A6A6"/>
                </a:solidFill>
                <a:effectLst/>
                <a:uLnTx/>
                <a:uFillTx/>
                <a:latin typeface="Arial Narrow" panose="020B0506020202030204" pitchFamily="34" charset="0"/>
                <a:ea typeface="+mn-ea"/>
                <a:cs typeface="+mn-cs"/>
              </a:endParaRPr>
            </a:p>
          </p:txBody>
        </p:sp>
      </p:grpSp>
      <p:grpSp>
        <p:nvGrpSpPr>
          <p:cNvPr id="20" name="Group 19">
            <a:extLst>
              <a:ext uri="{FF2B5EF4-FFF2-40B4-BE49-F238E27FC236}">
                <a16:creationId xmlns:a16="http://schemas.microsoft.com/office/drawing/2014/main" id="{BA1B89DA-DD53-21F1-20F1-9DA51B2024AA}"/>
              </a:ext>
            </a:extLst>
          </p:cNvPr>
          <p:cNvGrpSpPr/>
          <p:nvPr/>
        </p:nvGrpSpPr>
        <p:grpSpPr>
          <a:xfrm>
            <a:off x="3638593" y="4057235"/>
            <a:ext cx="2119873" cy="1846885"/>
            <a:chOff x="3638593" y="4057235"/>
            <a:chExt cx="2119873" cy="1846885"/>
          </a:xfrm>
        </p:grpSpPr>
        <p:pic>
          <p:nvPicPr>
            <p:cNvPr id="21" name="Picture 20">
              <a:extLst>
                <a:ext uri="{FF2B5EF4-FFF2-40B4-BE49-F238E27FC236}">
                  <a16:creationId xmlns:a16="http://schemas.microsoft.com/office/drawing/2014/main" id="{5E2375B7-D707-118C-DDCA-D5FD42D3FC16}"/>
                </a:ext>
              </a:extLst>
            </p:cNvPr>
            <p:cNvPicPr>
              <a:picLocks noChangeAspect="1"/>
            </p:cNvPicPr>
            <p:nvPr/>
          </p:nvPicPr>
          <p:blipFill>
            <a:blip r:embed="rId8"/>
            <a:stretch>
              <a:fillRect/>
            </a:stretch>
          </p:blipFill>
          <p:spPr>
            <a:xfrm>
              <a:off x="3638593" y="4057235"/>
              <a:ext cx="2119873" cy="1846885"/>
            </a:xfrm>
            <a:prstGeom prst="rect">
              <a:avLst/>
            </a:prstGeom>
          </p:spPr>
        </p:pic>
        <p:sp>
          <p:nvSpPr>
            <p:cNvPr id="5" name="TextBox 4">
              <a:extLst>
                <a:ext uri="{FF2B5EF4-FFF2-40B4-BE49-F238E27FC236}">
                  <a16:creationId xmlns:a16="http://schemas.microsoft.com/office/drawing/2014/main" id="{71226957-8586-74AF-3472-4BA5E672AA72}"/>
                </a:ext>
              </a:extLst>
            </p:cNvPr>
            <p:cNvSpPr txBox="1"/>
            <p:nvPr/>
          </p:nvSpPr>
          <p:spPr>
            <a:xfrm>
              <a:off x="3779925" y="4439941"/>
              <a:ext cx="1802857" cy="833224"/>
            </a:xfrm>
            <a:prstGeom prst="rect">
              <a:avLst/>
            </a:prstGeom>
            <a:solidFill>
              <a:srgbClr val="7030A0"/>
            </a:solidFill>
          </p:spPr>
          <p:txBody>
            <a:bodyPr wrap="square" lIns="0" tIns="0" rIns="0" bIns="0" rtlCol="0" anchor="t" anchorCtr="0">
              <a:noAutofit/>
            </a:bodyPr>
            <a:lstStyle/>
            <a:p>
              <a:pPr marL="0" marR="0" lvl="0" indent="0" algn="ctr" defTabSz="914400" rtl="0" eaLnBrk="0" fontAlgn="base" latinLnBrk="0" hangingPunct="0">
                <a:lnSpc>
                  <a:spcPts val="16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Perform</a:t>
              </a:r>
            </a:p>
            <a:p>
              <a:pPr marL="0" marR="0" lvl="0" indent="0" algn="ctr" defTabSz="914400" rtl="0" eaLnBrk="0" fontAlgn="base" latinLnBrk="0" hangingPunct="0">
                <a:lnSpc>
                  <a:spcPts val="16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Joint &amp; Combined</a:t>
              </a:r>
            </a:p>
            <a:p>
              <a:pPr marL="0" marR="0" lvl="0" indent="0" algn="ctr" defTabSz="914400" rtl="0" eaLnBrk="0" fontAlgn="base" latinLnBrk="0" hangingPunct="0">
                <a:lnSpc>
                  <a:spcPts val="16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Ops</a:t>
              </a:r>
            </a:p>
          </p:txBody>
        </p:sp>
      </p:grpSp>
      <p:sp>
        <p:nvSpPr>
          <p:cNvPr id="4" name="Content Placeholder 14">
            <a:extLst>
              <a:ext uri="{FF2B5EF4-FFF2-40B4-BE49-F238E27FC236}">
                <a16:creationId xmlns:a16="http://schemas.microsoft.com/office/drawing/2014/main" id="{81D0E618-3256-5FA2-C503-D206FF720A25}"/>
              </a:ext>
            </a:extLst>
          </p:cNvPr>
          <p:cNvSpPr txBox="1">
            <a:spLocks/>
          </p:cNvSpPr>
          <p:nvPr/>
        </p:nvSpPr>
        <p:spPr>
          <a:xfrm>
            <a:off x="6233159" y="1234441"/>
            <a:ext cx="5398009" cy="387254"/>
          </a:xfrm>
          <a:prstGeom prst="rect">
            <a:avLst/>
          </a:prstGeom>
        </p:spPr>
        <p:txBody>
          <a:bodyP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marR="0" lvl="0" indent="0" algn="ctr"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None/>
              <a:tabLst/>
              <a:defRPr/>
            </a:pPr>
            <a:r>
              <a:rPr kumimoji="0" lang="en-US" sz="18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Decision Domains view </a:t>
            </a:r>
            <a:r>
              <a:rPr kumimoji="0" lang="en-US" sz="18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r>
              <a:rPr kumimoji="0" lang="en-US" sz="1800" b="1"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IDEF0 – Joint &amp; Combined Ops </a:t>
            </a:r>
            <a:r>
              <a:rPr kumimoji="0" lang="en-US" sz="1800" b="1" i="0"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a:t>
            </a:r>
            <a:endParaRPr kumimoji="0" lang="en-US" sz="400" b="0" i="0" u="none" strike="noStrike" kern="1200" cap="none" spc="0" normalizeH="0" baseline="0" noProof="0" dirty="0">
              <a:ln>
                <a:noFill/>
              </a:ln>
              <a:solidFill>
                <a:srgbClr val="008000"/>
              </a:solidFill>
              <a:effectLst/>
              <a:uLnTx/>
              <a:uFillTx/>
              <a:latin typeface="Comic Sans MS" panose="030F0702030302020204" pitchFamily="66" charset="0"/>
              <a:ea typeface="+mn-ea"/>
              <a:cs typeface="+mn-cs"/>
            </a:endParaRPr>
          </a:p>
        </p:txBody>
      </p:sp>
      <p:sp>
        <p:nvSpPr>
          <p:cNvPr id="48" name="Rectangle 1030">
            <a:extLst>
              <a:ext uri="{FF2B5EF4-FFF2-40B4-BE49-F238E27FC236}">
                <a16:creationId xmlns:a16="http://schemas.microsoft.com/office/drawing/2014/main" id="{9AA58C34-B0CA-8EBC-388D-39155D0064C6}"/>
              </a:ext>
            </a:extLst>
          </p:cNvPr>
          <p:cNvSpPr txBox="1">
            <a:spLocks noChangeArrowheads="1"/>
          </p:cNvSpPr>
          <p:nvPr/>
        </p:nvSpPr>
        <p:spPr bwMode="auto">
          <a:xfrm>
            <a:off x="1005840" y="0"/>
            <a:ext cx="10149840"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ctr"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3600" b="1" i="1" u="none" strike="noStrike" kern="0" cap="none" spc="0" normalizeH="0" baseline="0" noProof="0" dirty="0">
                <a:ln>
                  <a:noFill/>
                </a:ln>
                <a:solidFill>
                  <a:srgbClr val="151C77"/>
                </a:solidFill>
                <a:effectLst/>
                <a:uLnTx/>
                <a:uFillTx/>
                <a:latin typeface="Arial"/>
                <a:ea typeface="+mj-ea"/>
                <a:cs typeface="+mj-cs"/>
              </a:rPr>
              <a:t>Transformational Model Methodology</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0" i="0" u="none" strike="noStrike" kern="0" cap="none" spc="0" normalizeH="0" baseline="0" noProof="0" dirty="0">
                <a:ln>
                  <a:noFill/>
                </a:ln>
                <a:solidFill>
                  <a:srgbClr val="151C77"/>
                </a:solidFill>
                <a:effectLst/>
                <a:uLnTx/>
                <a:uFillTx/>
                <a:latin typeface="Arial"/>
                <a:ea typeface="+mj-ea"/>
                <a:cs typeface="+mj-cs"/>
              </a:rPr>
              <a:t>Defining Decision Domains for CJADC2 </a:t>
            </a:r>
            <a:r>
              <a:rPr kumimoji="0" lang="en-US" altLang="en-US" sz="2400" b="0" i="1" u="none" strike="noStrike" kern="0" cap="none" spc="0" normalizeH="0" baseline="0" noProof="0" dirty="0">
                <a:ln>
                  <a:noFill/>
                </a:ln>
                <a:solidFill>
                  <a:srgbClr val="151C77"/>
                </a:solidFill>
                <a:effectLst/>
                <a:uLnTx/>
                <a:uFillTx/>
                <a:latin typeface="Arial"/>
                <a:ea typeface="+mj-ea"/>
                <a:cs typeface="+mj-cs"/>
              </a:rPr>
              <a:t>Decision Advantage</a:t>
            </a:r>
          </a:p>
        </p:txBody>
      </p:sp>
      <p:sp>
        <p:nvSpPr>
          <p:cNvPr id="15" name="Content Placeholder 14"/>
          <p:cNvSpPr txBox="1">
            <a:spLocks/>
          </p:cNvSpPr>
          <p:nvPr/>
        </p:nvSpPr>
        <p:spPr>
          <a:xfrm>
            <a:off x="15240" y="1234440"/>
            <a:ext cx="12070080" cy="5174847"/>
          </a:xfrm>
          <a:prstGeom prst="rect">
            <a:avLst/>
          </a:prstGeom>
        </p:spPr>
        <p:txBody>
          <a:bodyP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225425" marR="0" lvl="0" indent="-225425" algn="l" defTabSz="914400" rtl="0" eaLnBrk="0" fontAlgn="base" latinLnBrk="0" hangingPunct="0">
              <a:lnSpc>
                <a:spcPct val="100000"/>
              </a:lnSpc>
              <a:spcBef>
                <a:spcPct val="50000"/>
              </a:spcBef>
              <a:spcAft>
                <a:spcPct val="0"/>
              </a:spcAft>
              <a:buClr>
                <a:srgbClr val="151C77"/>
              </a:buClr>
              <a:buSzPct val="80000"/>
              <a:buFont typeface="Wingdings" panose="05000000000000000000" pitchFamily="2" charset="2"/>
              <a:buChar char="§"/>
              <a:tabLst/>
              <a:defRPr/>
            </a:pPr>
            <a:r>
              <a:rPr kumimoji="0" lang="en-US" sz="18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The TMs can be nested within the instruments of national power</a:t>
            </a:r>
            <a:endParaRPr kumimoji="0" lang="en-US" sz="1050" b="0" i="0" u="none" strike="noStrike" kern="1200" cap="none" spc="0" normalizeH="0" baseline="0" noProof="0" dirty="0">
              <a:ln>
                <a:noFill/>
              </a:ln>
              <a:solidFill>
                <a:srgbClr val="FFFFFF">
                  <a:lumMod val="65000"/>
                </a:srgbClr>
              </a:solidFill>
              <a:effectLst/>
              <a:uLnTx/>
              <a:uFillTx/>
              <a:latin typeface="Arial Narrow" panose="020B0606020202030204" pitchFamily="34" charset="0"/>
              <a:ea typeface="+mn-ea"/>
              <a:cs typeface="+mn-cs"/>
            </a:endParaRPr>
          </a:p>
        </p:txBody>
      </p:sp>
      <p:grpSp>
        <p:nvGrpSpPr>
          <p:cNvPr id="29" name="Group 28">
            <a:extLst>
              <a:ext uri="{FF2B5EF4-FFF2-40B4-BE49-F238E27FC236}">
                <a16:creationId xmlns:a16="http://schemas.microsoft.com/office/drawing/2014/main" id="{3D407140-5BCA-0DA2-0DA3-17DCBA488C9B}"/>
              </a:ext>
            </a:extLst>
          </p:cNvPr>
          <p:cNvGrpSpPr/>
          <p:nvPr/>
        </p:nvGrpSpPr>
        <p:grpSpPr>
          <a:xfrm>
            <a:off x="1100684" y="3286851"/>
            <a:ext cx="1162087" cy="1064935"/>
            <a:chOff x="734924" y="3383280"/>
            <a:chExt cx="1162087" cy="1064935"/>
          </a:xfrm>
          <a:effectLst>
            <a:glow rad="63500">
              <a:srgbClr val="D889FF">
                <a:alpha val="50000"/>
              </a:srgbClr>
            </a:glow>
          </a:effectLst>
        </p:grpSpPr>
        <p:pic>
          <p:nvPicPr>
            <p:cNvPr id="9" name="Picture 8">
              <a:extLst>
                <a:ext uri="{FF2B5EF4-FFF2-40B4-BE49-F238E27FC236}">
                  <a16:creationId xmlns:a16="http://schemas.microsoft.com/office/drawing/2014/main" id="{F2529222-3E49-51AC-A767-92FE68AB73E4}"/>
                </a:ext>
              </a:extLst>
            </p:cNvPr>
            <p:cNvPicPr>
              <a:picLocks noChangeAspect="1"/>
            </p:cNvPicPr>
            <p:nvPr/>
          </p:nvPicPr>
          <p:blipFill>
            <a:blip r:embed="rId7"/>
            <a:stretch>
              <a:fillRect/>
            </a:stretch>
          </p:blipFill>
          <p:spPr>
            <a:xfrm>
              <a:off x="734924" y="3383280"/>
              <a:ext cx="1162087" cy="1064935"/>
            </a:xfrm>
            <a:prstGeom prst="rect">
              <a:avLst/>
            </a:prstGeom>
          </p:spPr>
        </p:pic>
        <p:sp>
          <p:nvSpPr>
            <p:cNvPr id="13" name="TextBox 12">
              <a:extLst>
                <a:ext uri="{FF2B5EF4-FFF2-40B4-BE49-F238E27FC236}">
                  <a16:creationId xmlns:a16="http://schemas.microsoft.com/office/drawing/2014/main" id="{20570A01-9EC8-FAF2-C1CE-276C9E38EE4E}"/>
                </a:ext>
              </a:extLst>
            </p:cNvPr>
            <p:cNvSpPr txBox="1"/>
            <p:nvPr/>
          </p:nvSpPr>
          <p:spPr>
            <a:xfrm>
              <a:off x="812707" y="3663519"/>
              <a:ext cx="975599" cy="548640"/>
            </a:xfrm>
            <a:prstGeom prst="rect">
              <a:avLst/>
            </a:prstGeom>
            <a:solidFill>
              <a:srgbClr val="7030A0"/>
            </a:solidFill>
          </p:spPr>
          <p:txBody>
            <a:bodyPr wrap="square" lIns="0" tIns="0" rIns="0" bIns="0" rtlCol="0" anchor="ctr" anchorCtr="1">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Design</a:t>
              </a:r>
              <a:r>
                <a:rPr kumimoji="0" lang="en-US" sz="800" b="0" i="0" u="none" strike="noStrike" kern="1200" cap="none" spc="-100" normalizeH="0" baseline="0" noProof="0" dirty="0">
                  <a:ln>
                    <a:noFill/>
                  </a:ln>
                  <a:solidFill>
                    <a:srgbClr val="FFFFFF"/>
                  </a:solidFill>
                  <a:effectLst/>
                  <a:uLnTx/>
                  <a:uFillTx/>
                  <a:latin typeface="Arial Narrow" panose="020B0506020202030204" pitchFamily="34" charset="0"/>
                  <a:ea typeface="+mn-ea"/>
                  <a:cs typeface="+mn-cs"/>
                </a:rPr>
                <a:t>–</a:t>
              </a:r>
              <a:r>
                <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Develop</a:t>
              </a:r>
              <a:r>
                <a:rPr kumimoji="0" lang="en-US" sz="800" b="0" i="0" u="none" strike="noStrike" kern="1200" cap="none" spc="-100" normalizeH="0" baseline="0" noProof="0" dirty="0">
                  <a:ln>
                    <a:noFill/>
                  </a:ln>
                  <a:solidFill>
                    <a:srgbClr val="FFFFFF"/>
                  </a:solidFill>
                  <a:effectLst/>
                  <a:uLnTx/>
                  <a:uFillTx/>
                  <a:latin typeface="Arial Narrow" panose="020B0506020202030204" pitchFamily="34" charset="0"/>
                  <a:ea typeface="+mn-ea"/>
                  <a:cs typeface="+mn-cs"/>
                </a:rPr>
                <a:t>–</a:t>
              </a:r>
              <a:r>
                <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Sustain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Joint &amp; Combined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Forces</a:t>
              </a:r>
              <a:endParaRPr kumimoji="0" lang="en-US" sz="11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p:txBody>
        </p:sp>
        <p:sp>
          <p:nvSpPr>
            <p:cNvPr id="23" name="TextBox 22">
              <a:extLst>
                <a:ext uri="{FF2B5EF4-FFF2-40B4-BE49-F238E27FC236}">
                  <a16:creationId xmlns:a16="http://schemas.microsoft.com/office/drawing/2014/main" id="{EE0611F1-12CA-7FAE-F219-69F3218917F0}"/>
                </a:ext>
              </a:extLst>
            </p:cNvPr>
            <p:cNvSpPr txBox="1"/>
            <p:nvPr/>
          </p:nvSpPr>
          <p:spPr>
            <a:xfrm>
              <a:off x="826364" y="3474721"/>
              <a:ext cx="548640" cy="137160"/>
            </a:xfrm>
            <a:prstGeom prst="rect">
              <a:avLst/>
            </a:prstGeom>
            <a:solidFill>
              <a:srgbClr val="7030A0"/>
            </a:solidFill>
          </p:spPr>
          <p:txBody>
            <a:bodyPr wrap="square" lIns="0" tIns="0" rIns="0" bIns="0" rtlCol="0" anchor="ctr"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A6A6A6"/>
                  </a:solidFill>
                  <a:effectLst/>
                  <a:uLnTx/>
                  <a:uFillTx/>
                  <a:latin typeface="Arial Narrow" panose="020B0506020202030204" pitchFamily="34" charset="0"/>
                  <a:ea typeface="+mn-ea"/>
                  <a:cs typeface="+mn-cs"/>
                </a:rPr>
                <a:t>F</a:t>
              </a:r>
              <a:r>
                <a:rPr kumimoji="0" lang="en-US" sz="1400" b="0" i="0" u="none" strike="noStrike" kern="1200" cap="none" spc="0" normalizeH="0" baseline="0" noProof="0" dirty="0">
                  <a:ln>
                    <a:noFill/>
                  </a:ln>
                  <a:solidFill>
                    <a:srgbClr val="A6A6A6"/>
                  </a:solidFill>
                  <a:effectLst/>
                  <a:uLnTx/>
                  <a:uFillTx/>
                  <a:latin typeface="Arial Narrow" panose="020B0506020202030204" pitchFamily="34" charset="0"/>
                  <a:ea typeface="+mn-ea"/>
                  <a:cs typeface="+mn-cs"/>
                </a:rPr>
                <a:t>.#.#</a:t>
              </a:r>
            </a:p>
          </p:txBody>
        </p:sp>
      </p:grpSp>
      <p:grpSp>
        <p:nvGrpSpPr>
          <p:cNvPr id="11" name="Group 10">
            <a:extLst>
              <a:ext uri="{FF2B5EF4-FFF2-40B4-BE49-F238E27FC236}">
                <a16:creationId xmlns:a16="http://schemas.microsoft.com/office/drawing/2014/main" id="{5FBF4E2D-60C3-A4CE-5721-705408428DA9}"/>
              </a:ext>
            </a:extLst>
          </p:cNvPr>
          <p:cNvGrpSpPr/>
          <p:nvPr/>
        </p:nvGrpSpPr>
        <p:grpSpPr>
          <a:xfrm>
            <a:off x="355783" y="3182113"/>
            <a:ext cx="1020453" cy="822959"/>
            <a:chOff x="355783" y="3383281"/>
            <a:chExt cx="1020453" cy="822959"/>
          </a:xfrm>
        </p:grpSpPr>
        <p:cxnSp>
          <p:nvCxnSpPr>
            <p:cNvPr id="35" name="Curved Connector 68">
              <a:extLst>
                <a:ext uri="{FF2B5EF4-FFF2-40B4-BE49-F238E27FC236}">
                  <a16:creationId xmlns:a16="http://schemas.microsoft.com/office/drawing/2014/main" id="{5FC574F7-7FD7-955D-BE10-6064D17810C0}"/>
                </a:ext>
              </a:extLst>
            </p:cNvPr>
            <p:cNvCxnSpPr>
              <a:cxnSpLocks/>
            </p:cNvCxnSpPr>
            <p:nvPr/>
          </p:nvCxnSpPr>
          <p:spPr>
            <a:xfrm rot="16200000" flipH="1">
              <a:off x="1041186" y="3871191"/>
              <a:ext cx="92903" cy="577196"/>
            </a:xfrm>
            <a:prstGeom prst="curvedConnector2">
              <a:avLst/>
            </a:prstGeom>
            <a:ln w="25400" cap="rnd">
              <a:solidFill>
                <a:srgbClr val="008000"/>
              </a:solidFill>
              <a:tailEnd type="arrow"/>
            </a:ln>
            <a:effectLst>
              <a:glow rad="63500">
                <a:schemeClr val="bg1"/>
              </a:glow>
            </a:effectLst>
          </p:spPr>
          <p:style>
            <a:lnRef idx="1">
              <a:schemeClr val="accent1"/>
            </a:lnRef>
            <a:fillRef idx="0">
              <a:schemeClr val="accent1"/>
            </a:fillRef>
            <a:effectRef idx="0">
              <a:schemeClr val="accent1"/>
            </a:effectRef>
            <a:fontRef idx="minor">
              <a:schemeClr val="tx1"/>
            </a:fontRef>
          </p:style>
        </p:cxnSp>
        <p:sp>
          <p:nvSpPr>
            <p:cNvPr id="36" name="Content Placeholder 14">
              <a:extLst>
                <a:ext uri="{FF2B5EF4-FFF2-40B4-BE49-F238E27FC236}">
                  <a16:creationId xmlns:a16="http://schemas.microsoft.com/office/drawing/2014/main" id="{5FA896B8-7EEE-6B9E-4101-15ABFCCA8714}"/>
                </a:ext>
              </a:extLst>
            </p:cNvPr>
            <p:cNvSpPr txBox="1">
              <a:spLocks/>
            </p:cNvSpPr>
            <p:nvPr/>
          </p:nvSpPr>
          <p:spPr>
            <a:xfrm>
              <a:off x="355783" y="3383281"/>
              <a:ext cx="665297" cy="730057"/>
            </a:xfrm>
            <a:prstGeom prst="rect">
              <a:avLst/>
            </a:prstGeom>
            <a:effectLst>
              <a:glow rad="63500">
                <a:schemeClr val="bg1"/>
              </a:glow>
            </a:effectLst>
          </p:spPr>
          <p:txBody>
            <a:bodyPr lIns="9144" tIns="9144" rIns="9144" bIns="9144" anchor="ct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marR="0" lvl="0" indent="0" algn="ctr" defTabSz="914400" rtl="0" eaLnBrk="0" fontAlgn="base" latinLnBrk="0" hangingPunct="0">
                <a:lnSpc>
                  <a:spcPct val="100000"/>
                </a:lnSpc>
                <a:spcBef>
                  <a:spcPts val="0"/>
                </a:spcBef>
                <a:spcAft>
                  <a:spcPct val="0"/>
                </a:spcAft>
                <a:buClr>
                  <a:srgbClr val="151C77"/>
                </a:buClr>
                <a:buSzPct val="80000"/>
                <a:buFont typeface="Wingdings" panose="05000000000000000000" pitchFamily="2" charset="2"/>
                <a:buNone/>
                <a:tabLst/>
                <a:defRPr/>
              </a:pPr>
              <a:r>
                <a:rPr kumimoji="0" lang="en-US" sz="1200" b="1"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Building</a:t>
              </a:r>
              <a:r>
                <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 the Forces we </a:t>
              </a:r>
              <a:r>
                <a:rPr kumimoji="0" lang="en-US" sz="1200" b="1"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need</a:t>
              </a:r>
            </a:p>
          </p:txBody>
        </p:sp>
      </p:grpSp>
      <p:cxnSp>
        <p:nvCxnSpPr>
          <p:cNvPr id="46" name="Curved Connector 68">
            <a:extLst>
              <a:ext uri="{FF2B5EF4-FFF2-40B4-BE49-F238E27FC236}">
                <a16:creationId xmlns:a16="http://schemas.microsoft.com/office/drawing/2014/main" id="{6B9F4D37-F1AA-4720-6B4D-2C7412A453CA}"/>
              </a:ext>
            </a:extLst>
          </p:cNvPr>
          <p:cNvCxnSpPr>
            <a:cxnSpLocks/>
          </p:cNvCxnSpPr>
          <p:nvPr/>
        </p:nvCxnSpPr>
        <p:spPr>
          <a:xfrm rot="16200000" flipH="1">
            <a:off x="883920" y="2039113"/>
            <a:ext cx="182882" cy="274322"/>
          </a:xfrm>
          <a:prstGeom prst="curvedConnector2">
            <a:avLst/>
          </a:prstGeom>
          <a:ln w="25400" cap="rnd">
            <a:solidFill>
              <a:srgbClr val="008000"/>
            </a:solidFill>
            <a:tailEnd type="arrow"/>
          </a:ln>
          <a:effectLst>
            <a:glow rad="63500">
              <a:schemeClr val="bg1"/>
            </a:glow>
          </a:effectLst>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FC69F560-645D-E5AE-0B7F-327C95E4F512}"/>
              </a:ext>
            </a:extLst>
          </p:cNvPr>
          <p:cNvSpPr/>
          <p:nvPr/>
        </p:nvSpPr>
        <p:spPr bwMode="auto">
          <a:xfrm>
            <a:off x="60960" y="1764793"/>
            <a:ext cx="274320" cy="274320"/>
          </a:xfrm>
          <a:prstGeom prst="roundRect">
            <a:avLst/>
          </a:prstGeom>
          <a:solidFill>
            <a:schemeClr val="bg1">
              <a:lumMod val="85000"/>
            </a:schemeClr>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lumMod val="50000"/>
                  </a:srgbClr>
                </a:solidFill>
                <a:effectLst/>
                <a:uLnTx/>
                <a:uFillTx/>
                <a:latin typeface="Arial" charset="0"/>
                <a:ea typeface="+mn-ea"/>
                <a:cs typeface="+mn-cs"/>
              </a:rPr>
              <a:t>D</a:t>
            </a:r>
          </a:p>
        </p:txBody>
      </p:sp>
      <p:sp>
        <p:nvSpPr>
          <p:cNvPr id="39" name="Rectangle: Rounded Corners 38">
            <a:extLst>
              <a:ext uri="{FF2B5EF4-FFF2-40B4-BE49-F238E27FC236}">
                <a16:creationId xmlns:a16="http://schemas.microsoft.com/office/drawing/2014/main" id="{958643B7-7C9E-AC47-76BE-E1F3CABF9F76}"/>
              </a:ext>
            </a:extLst>
          </p:cNvPr>
          <p:cNvSpPr/>
          <p:nvPr/>
        </p:nvSpPr>
        <p:spPr bwMode="auto">
          <a:xfrm>
            <a:off x="381000" y="1764793"/>
            <a:ext cx="274320" cy="274320"/>
          </a:xfrm>
          <a:prstGeom prst="roundRect">
            <a:avLst/>
          </a:prstGeom>
          <a:solidFill>
            <a:schemeClr val="bg1">
              <a:lumMod val="85000"/>
            </a:schemeClr>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lumMod val="50000"/>
                  </a:srgbClr>
                </a:solidFill>
                <a:effectLst/>
                <a:uLnTx/>
                <a:uFillTx/>
                <a:latin typeface="Arial" charset="0"/>
                <a:ea typeface="+mn-ea"/>
                <a:cs typeface="+mn-cs"/>
              </a:rPr>
              <a:t>I</a:t>
            </a:r>
          </a:p>
        </p:txBody>
      </p:sp>
      <p:sp>
        <p:nvSpPr>
          <p:cNvPr id="40" name="Rectangle: Rounded Corners 39">
            <a:extLst>
              <a:ext uri="{FF2B5EF4-FFF2-40B4-BE49-F238E27FC236}">
                <a16:creationId xmlns:a16="http://schemas.microsoft.com/office/drawing/2014/main" id="{DA39B048-1719-F007-960D-680E67AB042B}"/>
              </a:ext>
            </a:extLst>
          </p:cNvPr>
          <p:cNvSpPr/>
          <p:nvPr/>
        </p:nvSpPr>
        <p:spPr bwMode="auto">
          <a:xfrm>
            <a:off x="701040" y="1764793"/>
            <a:ext cx="274320" cy="274320"/>
          </a:xfrm>
          <a:prstGeom prst="roundRect">
            <a:avLst/>
          </a:prstGeom>
          <a:solidFill>
            <a:schemeClr val="bg1">
              <a:lumMod val="85000"/>
            </a:schemeClr>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lumMod val="50000"/>
                  </a:srgbClr>
                </a:solidFill>
                <a:effectLst/>
                <a:uLnTx/>
                <a:uFillTx/>
                <a:latin typeface="Arial" charset="0"/>
                <a:ea typeface="+mn-ea"/>
                <a:cs typeface="+mn-cs"/>
              </a:rPr>
              <a:t>M</a:t>
            </a:r>
          </a:p>
        </p:txBody>
      </p:sp>
      <p:sp>
        <p:nvSpPr>
          <p:cNvPr id="42" name="Rectangle: Rounded Corners 41">
            <a:extLst>
              <a:ext uri="{FF2B5EF4-FFF2-40B4-BE49-F238E27FC236}">
                <a16:creationId xmlns:a16="http://schemas.microsoft.com/office/drawing/2014/main" id="{349A7C3F-5C27-EAEA-2482-E6079735D13E}"/>
              </a:ext>
            </a:extLst>
          </p:cNvPr>
          <p:cNvSpPr/>
          <p:nvPr/>
        </p:nvSpPr>
        <p:spPr bwMode="auto">
          <a:xfrm>
            <a:off x="1021080" y="1764793"/>
            <a:ext cx="274320" cy="274320"/>
          </a:xfrm>
          <a:prstGeom prst="roundRect">
            <a:avLst/>
          </a:prstGeom>
          <a:solidFill>
            <a:schemeClr val="bg1">
              <a:lumMod val="85000"/>
            </a:schemeClr>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lumMod val="50000"/>
                  </a:srgbClr>
                </a:solidFill>
                <a:effectLst/>
                <a:uLnTx/>
                <a:uFillTx/>
                <a:latin typeface="Arial" charset="0"/>
                <a:ea typeface="+mn-ea"/>
                <a:cs typeface="+mn-cs"/>
              </a:rPr>
              <a:t>E</a:t>
            </a:r>
          </a:p>
        </p:txBody>
      </p:sp>
      <p:sp>
        <p:nvSpPr>
          <p:cNvPr id="6" name="Content Placeholder 14">
            <a:extLst>
              <a:ext uri="{FF2B5EF4-FFF2-40B4-BE49-F238E27FC236}">
                <a16:creationId xmlns:a16="http://schemas.microsoft.com/office/drawing/2014/main" id="{CC46E569-6328-D7FE-930E-0D19A2FF3F0D}"/>
              </a:ext>
            </a:extLst>
          </p:cNvPr>
          <p:cNvSpPr txBox="1">
            <a:spLocks/>
          </p:cNvSpPr>
          <p:nvPr/>
        </p:nvSpPr>
        <p:spPr>
          <a:xfrm>
            <a:off x="8463023" y="1644028"/>
            <a:ext cx="3703320" cy="603353"/>
          </a:xfrm>
          <a:prstGeom prst="rect">
            <a:avLst/>
          </a:prstGeom>
          <a:effectLst>
            <a:glow rad="63500">
              <a:schemeClr val="bg1"/>
            </a:glow>
          </a:effectLst>
        </p:spPr>
        <p:txBody>
          <a:bodyPr lIns="9144" tIns="9144" rIns="9144" bIns="9144" anchor="ct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marR="0" lvl="0" indent="0" algn="ctr" defTabSz="914400" rtl="0" eaLnBrk="0" fontAlgn="base" latinLnBrk="0" hangingPunct="0">
              <a:lnSpc>
                <a:spcPct val="100000"/>
              </a:lnSpc>
              <a:spcBef>
                <a:spcPts val="0"/>
              </a:spcBef>
              <a:spcAft>
                <a:spcPct val="0"/>
              </a:spcAft>
              <a:buClr>
                <a:srgbClr val="151C77"/>
              </a:buClr>
              <a:buSzPct val="80000"/>
              <a:buFont typeface="Wingdings" panose="05000000000000000000" pitchFamily="2" charset="2"/>
              <a:buNone/>
              <a:tabLst/>
              <a:defRPr/>
            </a:pPr>
            <a:r>
              <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The TM Methodology defines </a:t>
            </a:r>
            <a:r>
              <a:rPr kumimoji="0" lang="en-US" sz="1200" b="1"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9 Decision Domains</a:t>
            </a:r>
            <a:r>
              <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a:t>
            </a:r>
          </a:p>
          <a:p>
            <a:pPr marL="0" marR="0" lvl="0" indent="0" algn="ctr" defTabSz="914400" rtl="0" eaLnBrk="0" fontAlgn="base" latinLnBrk="0" hangingPunct="0">
              <a:lnSpc>
                <a:spcPct val="100000"/>
              </a:lnSpc>
              <a:spcBef>
                <a:spcPts val="0"/>
              </a:spcBef>
              <a:spcAft>
                <a:spcPct val="0"/>
              </a:spcAft>
              <a:buClr>
                <a:srgbClr val="151C77"/>
              </a:buClr>
              <a:buSzPct val="80000"/>
              <a:buFont typeface="Wingdings" panose="05000000000000000000" pitchFamily="2" charset="2"/>
              <a:buNone/>
              <a:tabLst/>
              <a:defRPr/>
            </a:pPr>
            <a:r>
              <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8 x Abstracted Decision Domains</a:t>
            </a:r>
          </a:p>
          <a:p>
            <a:pPr marL="0" marR="0" lvl="0" indent="0" algn="ctr" defTabSz="914400" rtl="0" eaLnBrk="0" fontAlgn="base" latinLnBrk="0" hangingPunct="0">
              <a:lnSpc>
                <a:spcPct val="100000"/>
              </a:lnSpc>
              <a:spcBef>
                <a:spcPts val="0"/>
              </a:spcBef>
              <a:spcAft>
                <a:spcPct val="0"/>
              </a:spcAft>
              <a:buClr>
                <a:srgbClr val="151C77"/>
              </a:buClr>
              <a:buSzPct val="80000"/>
              <a:buFont typeface="Wingdings" panose="05000000000000000000" pitchFamily="2" charset="2"/>
              <a:buNone/>
              <a:tabLst/>
              <a:defRPr/>
            </a:pPr>
            <a:r>
              <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1 x Operational Environment Decision Domain </a:t>
            </a:r>
            <a:r>
              <a:rPr kumimoji="0" lang="en-US" sz="1200" b="0" i="0" u="none" strike="noStrike" kern="0" cap="none" spc="0" normalizeH="0" baseline="3000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1</a:t>
            </a:r>
            <a:endPar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endParaRPr>
          </a:p>
        </p:txBody>
      </p:sp>
      <p:sp>
        <p:nvSpPr>
          <p:cNvPr id="102" name="Arrow: Circular 101">
            <a:extLst>
              <a:ext uri="{FF2B5EF4-FFF2-40B4-BE49-F238E27FC236}">
                <a16:creationId xmlns:a16="http://schemas.microsoft.com/office/drawing/2014/main" id="{37C2D2CB-5001-82E2-8727-E35BF386EC2D}"/>
              </a:ext>
            </a:extLst>
          </p:cNvPr>
          <p:cNvSpPr/>
          <p:nvPr/>
        </p:nvSpPr>
        <p:spPr bwMode="auto">
          <a:xfrm rot="12884347" flipH="1">
            <a:off x="3121252" y="459168"/>
            <a:ext cx="3961283" cy="5939666"/>
          </a:xfrm>
          <a:prstGeom prst="circularArrow">
            <a:avLst>
              <a:gd name="adj1" fmla="val 11148"/>
              <a:gd name="adj2" fmla="val 1142319"/>
              <a:gd name="adj3" fmla="val 20150118"/>
              <a:gd name="adj4" fmla="val 18278346"/>
              <a:gd name="adj5" fmla="val 10662"/>
            </a:avLst>
          </a:prstGeom>
          <a:solidFill>
            <a:srgbClr val="D889FF">
              <a:alpha val="32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grpSp>
        <p:nvGrpSpPr>
          <p:cNvPr id="52" name="Group 51">
            <a:extLst>
              <a:ext uri="{FF2B5EF4-FFF2-40B4-BE49-F238E27FC236}">
                <a16:creationId xmlns:a16="http://schemas.microsoft.com/office/drawing/2014/main" id="{0FA61971-006B-C4F6-9A9B-F4F21EB85EB8}"/>
              </a:ext>
            </a:extLst>
          </p:cNvPr>
          <p:cNvGrpSpPr/>
          <p:nvPr/>
        </p:nvGrpSpPr>
        <p:grpSpPr>
          <a:xfrm>
            <a:off x="883835" y="3235645"/>
            <a:ext cx="2743200" cy="3059975"/>
            <a:chOff x="883835" y="3235645"/>
            <a:chExt cx="2743200" cy="3059975"/>
          </a:xfrm>
        </p:grpSpPr>
        <p:sp>
          <p:nvSpPr>
            <p:cNvPr id="33" name="Arrow: Circular 32">
              <a:extLst>
                <a:ext uri="{FF2B5EF4-FFF2-40B4-BE49-F238E27FC236}">
                  <a16:creationId xmlns:a16="http://schemas.microsoft.com/office/drawing/2014/main" id="{A3D51780-4325-0B97-0188-571C9999B271}"/>
                </a:ext>
              </a:extLst>
            </p:cNvPr>
            <p:cNvSpPr>
              <a:spLocks noChangeAspect="1"/>
            </p:cNvSpPr>
            <p:nvPr/>
          </p:nvSpPr>
          <p:spPr bwMode="auto">
            <a:xfrm rot="13584657">
              <a:off x="883835" y="3552420"/>
              <a:ext cx="2743200" cy="2743200"/>
            </a:xfrm>
            <a:prstGeom prst="circularArrow">
              <a:avLst>
                <a:gd name="adj1" fmla="val 7148"/>
                <a:gd name="adj2" fmla="val 1142319"/>
                <a:gd name="adj3" fmla="val 20447250"/>
                <a:gd name="adj4" fmla="val 5412762"/>
                <a:gd name="adj5" fmla="val 8427"/>
              </a:avLst>
            </a:prstGeom>
            <a:solidFill>
              <a:srgbClr val="151C77"/>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47" name="Rectangle 46">
              <a:extLst>
                <a:ext uri="{FF2B5EF4-FFF2-40B4-BE49-F238E27FC236}">
                  <a16:creationId xmlns:a16="http://schemas.microsoft.com/office/drawing/2014/main" id="{A147B0C4-ADAF-E428-95BA-3F1210608E8B}"/>
                </a:ext>
              </a:extLst>
            </p:cNvPr>
            <p:cNvSpPr/>
            <p:nvPr/>
          </p:nvSpPr>
          <p:spPr>
            <a:xfrm>
              <a:off x="995428" y="3235645"/>
              <a:ext cx="2520066" cy="2841095"/>
            </a:xfrm>
            <a:prstGeom prst="rect">
              <a:avLst/>
            </a:prstGeom>
            <a:noFill/>
          </p:spPr>
          <p:txBody>
            <a:bodyPr wrap="none" lIns="91440" tIns="45720" rIns="91440" bIns="45720">
              <a:prstTxWarp prst="textArchDown">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w="0"/>
                  <a:solidFill>
                    <a:srgbClr val="FFFFFF"/>
                  </a:solidFill>
                  <a:effectLst/>
                  <a:uLnTx/>
                  <a:uFillTx/>
                  <a:latin typeface="Arial Narrow" panose="020B0506020202030204" pitchFamily="34" charset="0"/>
                  <a:ea typeface="+mn-ea"/>
                  <a:cs typeface="+mn-cs"/>
                </a:rPr>
                <a:t>   C2 Capability (“Purpose”) Requirements</a:t>
              </a:r>
              <a:endParaRPr kumimoji="0" lang="en-US" sz="1400" b="0" i="0" u="none" strike="noStrike" kern="1200" cap="none" spc="0" normalizeH="0" baseline="0" noProof="0" dirty="0">
                <a:ln w="0"/>
                <a:solidFill>
                  <a:srgbClr val="FFFFFF"/>
                </a:solidFill>
                <a:effectLst/>
                <a:uLnTx/>
                <a:uFillTx/>
                <a:latin typeface="Arial Narrow" panose="020B0506020202030204" pitchFamily="34" charset="0"/>
                <a:ea typeface="+mn-ea"/>
                <a:cs typeface="+mn-cs"/>
              </a:endParaRPr>
            </a:p>
          </p:txBody>
        </p:sp>
        <p:sp>
          <p:nvSpPr>
            <p:cNvPr id="49" name="Arrow: Circular 48">
              <a:extLst>
                <a:ext uri="{FF2B5EF4-FFF2-40B4-BE49-F238E27FC236}">
                  <a16:creationId xmlns:a16="http://schemas.microsoft.com/office/drawing/2014/main" id="{BD6D37AF-B308-F6EB-A3B8-7089FC5B34FD}"/>
                </a:ext>
              </a:extLst>
            </p:cNvPr>
            <p:cNvSpPr>
              <a:spLocks noChangeAspect="1"/>
            </p:cNvSpPr>
            <p:nvPr/>
          </p:nvSpPr>
          <p:spPr bwMode="auto">
            <a:xfrm rot="1855000">
              <a:off x="1042344" y="3721277"/>
              <a:ext cx="2422306" cy="2422306"/>
            </a:xfrm>
            <a:prstGeom prst="circularArrow">
              <a:avLst>
                <a:gd name="adj1" fmla="val 2125"/>
                <a:gd name="adj2" fmla="val 355755"/>
                <a:gd name="adj3" fmla="val 20499717"/>
                <a:gd name="adj4" fmla="val 17026535"/>
                <a:gd name="adj5" fmla="val 2759"/>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1" name="Arrow: Circular 50">
              <a:extLst>
                <a:ext uri="{FF2B5EF4-FFF2-40B4-BE49-F238E27FC236}">
                  <a16:creationId xmlns:a16="http://schemas.microsoft.com/office/drawing/2014/main" id="{48D32F6B-EBDE-6D1B-CD9A-20A2754987F5}"/>
                </a:ext>
              </a:extLst>
            </p:cNvPr>
            <p:cNvSpPr>
              <a:spLocks noChangeAspect="1"/>
            </p:cNvSpPr>
            <p:nvPr/>
          </p:nvSpPr>
          <p:spPr bwMode="auto">
            <a:xfrm rot="13849795">
              <a:off x="1041915" y="3721105"/>
              <a:ext cx="2422306" cy="2422306"/>
            </a:xfrm>
            <a:prstGeom prst="circularArrow">
              <a:avLst>
                <a:gd name="adj1" fmla="val 2125"/>
                <a:gd name="adj2" fmla="val 355755"/>
                <a:gd name="adj3" fmla="val 20499717"/>
                <a:gd name="adj4" fmla="val 17323721"/>
                <a:gd name="adj5" fmla="val 2759"/>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grpSp>
      <p:grpSp>
        <p:nvGrpSpPr>
          <p:cNvPr id="22" name="Group 21">
            <a:extLst>
              <a:ext uri="{FF2B5EF4-FFF2-40B4-BE49-F238E27FC236}">
                <a16:creationId xmlns:a16="http://schemas.microsoft.com/office/drawing/2014/main" id="{DB10F763-4E26-8E94-49A5-7484CB3E82A8}"/>
              </a:ext>
            </a:extLst>
          </p:cNvPr>
          <p:cNvGrpSpPr/>
          <p:nvPr/>
        </p:nvGrpSpPr>
        <p:grpSpPr>
          <a:xfrm>
            <a:off x="2243684" y="3286851"/>
            <a:ext cx="1162087" cy="1064935"/>
            <a:chOff x="2243684" y="3286851"/>
            <a:chExt cx="1162087" cy="1064935"/>
          </a:xfrm>
        </p:grpSpPr>
        <p:pic>
          <p:nvPicPr>
            <p:cNvPr id="3" name="Perform Joint &amp; Combined Ops">
              <a:extLst>
                <a:ext uri="{FF2B5EF4-FFF2-40B4-BE49-F238E27FC236}">
                  <a16:creationId xmlns:a16="http://schemas.microsoft.com/office/drawing/2014/main" id="{D70A0B43-C73E-B3AF-B478-7218A357A12E}"/>
                </a:ext>
              </a:extLst>
            </p:cNvPr>
            <p:cNvPicPr>
              <a:picLocks noChangeAspect="1"/>
            </p:cNvPicPr>
            <p:nvPr/>
          </p:nvPicPr>
          <p:blipFill>
            <a:blip r:embed="rId7"/>
            <a:stretch>
              <a:fillRect/>
            </a:stretch>
          </p:blipFill>
          <p:spPr>
            <a:xfrm>
              <a:off x="2243684" y="3286851"/>
              <a:ext cx="1162087" cy="1064935"/>
            </a:xfrm>
            <a:prstGeom prst="rect">
              <a:avLst/>
            </a:prstGeom>
            <a:effectLst>
              <a:glow rad="63500">
                <a:srgbClr val="D889FF">
                  <a:alpha val="50000"/>
                </a:srgbClr>
              </a:glow>
            </a:effectLst>
          </p:spPr>
        </p:pic>
        <p:sp>
          <p:nvSpPr>
            <p:cNvPr id="7" name="TextBox 6">
              <a:extLst>
                <a:ext uri="{FF2B5EF4-FFF2-40B4-BE49-F238E27FC236}">
                  <a16:creationId xmlns:a16="http://schemas.microsoft.com/office/drawing/2014/main" id="{C9B86D63-B7A9-6A87-2D21-3169C1ED6435}"/>
                </a:ext>
              </a:extLst>
            </p:cNvPr>
            <p:cNvSpPr txBox="1"/>
            <p:nvPr/>
          </p:nvSpPr>
          <p:spPr>
            <a:xfrm>
              <a:off x="2322988" y="3596640"/>
              <a:ext cx="978066" cy="571727"/>
            </a:xfrm>
            <a:prstGeom prst="rect">
              <a:avLst/>
            </a:prstGeom>
            <a:solidFill>
              <a:srgbClr val="7030A0"/>
            </a:solidFill>
          </p:spPr>
          <p:txBody>
            <a:bodyPr wrap="square" lIns="0" tIns="0" rIns="0" bIns="0" rtlCol="0" anchor="t" anchorCtr="0">
              <a:noAutofit/>
            </a:bodyPr>
            <a:lstStyle/>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Perform</a:t>
              </a:r>
              <a:endParaRPr kumimoji="0" lang="en-US" sz="900" b="0"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Joint &amp; Combined</a:t>
              </a:r>
            </a:p>
            <a:p>
              <a:pPr marL="0" marR="0" lvl="0" indent="0" algn="ctr" defTabSz="914400" rtl="0" eaLnBrk="0" fontAlgn="base" latinLnBrk="0" hangingPunct="0">
                <a:lnSpc>
                  <a:spcPts val="12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rPr>
                <a:t>Ops</a:t>
              </a:r>
              <a:endParaRPr kumimoji="0" lang="en-US" sz="1100" b="1" i="0" u="none" strike="noStrike" kern="1200" cap="none" spc="0" normalizeH="0" baseline="0" noProof="0" dirty="0">
                <a:ln>
                  <a:noFill/>
                </a:ln>
                <a:solidFill>
                  <a:srgbClr val="FFFFFF"/>
                </a:solidFill>
                <a:effectLst/>
                <a:uLnTx/>
                <a:uFillTx/>
                <a:latin typeface="Arial Narrow" panose="020B0506020202030204" pitchFamily="34" charset="0"/>
                <a:ea typeface="+mn-ea"/>
                <a:cs typeface="+mn-cs"/>
              </a:endParaRPr>
            </a:p>
          </p:txBody>
        </p:sp>
      </p:grpSp>
      <p:grpSp>
        <p:nvGrpSpPr>
          <p:cNvPr id="12" name="Group 11">
            <a:extLst>
              <a:ext uri="{FF2B5EF4-FFF2-40B4-BE49-F238E27FC236}">
                <a16:creationId xmlns:a16="http://schemas.microsoft.com/office/drawing/2014/main" id="{F29B773C-B2DC-92E9-0DD3-4B8A41EB8063}"/>
              </a:ext>
            </a:extLst>
          </p:cNvPr>
          <p:cNvGrpSpPr/>
          <p:nvPr/>
        </p:nvGrpSpPr>
        <p:grpSpPr>
          <a:xfrm>
            <a:off x="3023706" y="3182113"/>
            <a:ext cx="1085831" cy="822960"/>
            <a:chOff x="3023706" y="3383281"/>
            <a:chExt cx="1085831" cy="822960"/>
          </a:xfrm>
        </p:grpSpPr>
        <p:cxnSp>
          <p:nvCxnSpPr>
            <p:cNvPr id="30" name="Curved Connector 68">
              <a:extLst>
                <a:ext uri="{FF2B5EF4-FFF2-40B4-BE49-F238E27FC236}">
                  <a16:creationId xmlns:a16="http://schemas.microsoft.com/office/drawing/2014/main" id="{971CC27E-709C-A5B5-EEA7-23B96D304167}"/>
                </a:ext>
              </a:extLst>
            </p:cNvPr>
            <p:cNvCxnSpPr>
              <a:cxnSpLocks/>
            </p:cNvCxnSpPr>
            <p:nvPr/>
          </p:nvCxnSpPr>
          <p:spPr>
            <a:xfrm rot="5400000">
              <a:off x="3416949" y="3720095"/>
              <a:ext cx="92903" cy="879389"/>
            </a:xfrm>
            <a:prstGeom prst="curvedConnector2">
              <a:avLst/>
            </a:prstGeom>
            <a:ln w="25400" cap="rnd">
              <a:solidFill>
                <a:srgbClr val="008000"/>
              </a:solidFill>
              <a:tailEnd type="arrow"/>
            </a:ln>
            <a:effectLst>
              <a:glow rad="63500">
                <a:schemeClr val="bg1"/>
              </a:glow>
            </a:effectLst>
          </p:spPr>
          <p:style>
            <a:lnRef idx="1">
              <a:schemeClr val="accent1"/>
            </a:lnRef>
            <a:fillRef idx="0">
              <a:schemeClr val="accent1"/>
            </a:fillRef>
            <a:effectRef idx="0">
              <a:schemeClr val="accent1"/>
            </a:effectRef>
            <a:fontRef idx="minor">
              <a:schemeClr val="tx1"/>
            </a:fontRef>
          </p:style>
        </p:cxnSp>
        <p:sp>
          <p:nvSpPr>
            <p:cNvPr id="31" name="Content Placeholder 14">
              <a:extLst>
                <a:ext uri="{FF2B5EF4-FFF2-40B4-BE49-F238E27FC236}">
                  <a16:creationId xmlns:a16="http://schemas.microsoft.com/office/drawing/2014/main" id="{C1821AF9-339B-924B-70AA-D1CE4EA1F9EC}"/>
                </a:ext>
              </a:extLst>
            </p:cNvPr>
            <p:cNvSpPr txBox="1">
              <a:spLocks/>
            </p:cNvSpPr>
            <p:nvPr/>
          </p:nvSpPr>
          <p:spPr>
            <a:xfrm>
              <a:off x="3444240" y="3383281"/>
              <a:ext cx="665297" cy="730057"/>
            </a:xfrm>
            <a:prstGeom prst="rect">
              <a:avLst/>
            </a:prstGeom>
            <a:effectLst>
              <a:glow rad="63500">
                <a:schemeClr val="bg1"/>
              </a:glow>
            </a:effectLst>
          </p:spPr>
          <p:txBody>
            <a:bodyPr lIns="9144" tIns="9144" rIns="9144" bIns="9144" anchor="ct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marR="0" lvl="0" indent="0" algn="ctr" defTabSz="914400" rtl="0" eaLnBrk="0" fontAlgn="base" latinLnBrk="0" hangingPunct="0">
                <a:lnSpc>
                  <a:spcPct val="100000"/>
                </a:lnSpc>
                <a:spcBef>
                  <a:spcPts val="0"/>
                </a:spcBef>
                <a:spcAft>
                  <a:spcPct val="0"/>
                </a:spcAft>
                <a:buClr>
                  <a:srgbClr val="151C77"/>
                </a:buClr>
                <a:buSzPct val="80000"/>
                <a:buFont typeface="Wingdings" panose="05000000000000000000" pitchFamily="2" charset="2"/>
                <a:buNone/>
                <a:tabLst/>
                <a:defRPr/>
              </a:pPr>
              <a:r>
                <a:rPr kumimoji="0" lang="en-US" sz="1200" b="1" i="1" u="none" strike="noStrike" kern="0" cap="none" spc="0" normalizeH="0" baseline="0" noProof="0" dirty="0">
                  <a:ln>
                    <a:noFill/>
                  </a:ln>
                  <a:solidFill>
                    <a:srgbClr val="008000"/>
                  </a:solidFill>
                  <a:effectLst>
                    <a:glow rad="190500">
                      <a:srgbClr val="FFFFFF"/>
                    </a:glow>
                  </a:effectLst>
                  <a:uLnTx/>
                  <a:uFillTx/>
                  <a:latin typeface="Comic Sans MS" panose="030F0702030302020204" pitchFamily="66" charset="0"/>
                  <a:ea typeface="+mn-ea"/>
                  <a:cs typeface="+mn-cs"/>
                </a:rPr>
                <a:t>Fighting</a:t>
              </a:r>
              <a:r>
                <a:rPr kumimoji="0" lang="en-US" sz="1200" b="0" i="1" u="none" strike="noStrike" kern="0" cap="none" spc="0" normalizeH="0" baseline="0" noProof="0" dirty="0">
                  <a:ln>
                    <a:noFill/>
                  </a:ln>
                  <a:solidFill>
                    <a:srgbClr val="008000"/>
                  </a:solidFill>
                  <a:effectLst>
                    <a:glow rad="190500">
                      <a:srgbClr val="FFFFFF"/>
                    </a:glow>
                  </a:effectLst>
                  <a:uLnTx/>
                  <a:uFillTx/>
                  <a:latin typeface="Comic Sans MS" panose="030F0702030302020204" pitchFamily="66" charset="0"/>
                  <a:ea typeface="+mn-ea"/>
                  <a:cs typeface="+mn-cs"/>
                </a:rPr>
                <a:t> with the Forces we </a:t>
              </a:r>
              <a:r>
                <a:rPr kumimoji="0" lang="en-US" sz="1200" b="1" i="1" u="none" strike="noStrike" kern="0" cap="none" spc="0" normalizeH="0" baseline="0" noProof="0" dirty="0">
                  <a:ln>
                    <a:noFill/>
                  </a:ln>
                  <a:solidFill>
                    <a:srgbClr val="008000"/>
                  </a:solidFill>
                  <a:effectLst>
                    <a:glow rad="190500">
                      <a:srgbClr val="FFFFFF"/>
                    </a:glow>
                  </a:effectLst>
                  <a:uLnTx/>
                  <a:uFillTx/>
                  <a:latin typeface="Comic Sans MS" panose="030F0702030302020204" pitchFamily="66" charset="0"/>
                  <a:ea typeface="+mn-ea"/>
                  <a:cs typeface="+mn-cs"/>
                </a:rPr>
                <a:t>have</a:t>
              </a:r>
            </a:p>
          </p:txBody>
        </p:sp>
      </p:grpSp>
      <p:sp>
        <p:nvSpPr>
          <p:cNvPr id="53" name="Content Placeholder 14">
            <a:extLst>
              <a:ext uri="{FF2B5EF4-FFF2-40B4-BE49-F238E27FC236}">
                <a16:creationId xmlns:a16="http://schemas.microsoft.com/office/drawing/2014/main" id="{0EEBD364-4322-B81A-6B97-31120D3B6086}"/>
              </a:ext>
            </a:extLst>
          </p:cNvPr>
          <p:cNvSpPr txBox="1">
            <a:spLocks/>
          </p:cNvSpPr>
          <p:nvPr/>
        </p:nvSpPr>
        <p:spPr>
          <a:xfrm>
            <a:off x="1085234" y="6160866"/>
            <a:ext cx="4759273" cy="269657"/>
          </a:xfrm>
          <a:prstGeom prst="rect">
            <a:avLst/>
          </a:prstGeom>
          <a:effectLst>
            <a:glow rad="63500">
              <a:schemeClr val="bg1"/>
            </a:glow>
          </a:effectLst>
        </p:spPr>
        <p:txBody>
          <a:bodyPr lIns="9144" tIns="9144" rIns="9144" bIns="9144" anchor="ctr"/>
          <a:lstStyle>
            <a:lvl1pPr marL="285744" indent="-285744" algn="l" rtl="0" eaLnBrk="0" fontAlgn="base" hangingPunct="0">
              <a:spcBef>
                <a:spcPct val="50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ea typeface="+mn-ea"/>
                <a:cs typeface="+mn-cs"/>
              </a:defRPr>
            </a:lvl1pPr>
            <a:lvl2pPr marL="688957" indent="-282568"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2pPr>
            <a:lvl3pPr marL="1027088" indent="-223833"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3pPr>
            <a:lvl4pPr marL="1600160" indent="-228594" algn="l" rtl="0" eaLnBrk="0" fontAlgn="base" hangingPunct="0">
              <a:spcBef>
                <a:spcPct val="25000"/>
              </a:spcBef>
              <a:spcAft>
                <a:spcPct val="0"/>
              </a:spcAft>
              <a:buClr>
                <a:srgbClr val="151C77"/>
              </a:buClr>
              <a:buSzPct val="80000"/>
              <a:buFont typeface="Wingdings" panose="05000000000000000000" pitchFamily="2" charset="2"/>
              <a:buChar char="n"/>
              <a:defRPr sz="2000" b="0">
                <a:solidFill>
                  <a:schemeClr val="tx1"/>
                </a:solidFill>
                <a:latin typeface="Arial Narrow" panose="020B0606020202030204" pitchFamily="34" charset="0"/>
              </a:defRPr>
            </a:lvl4pPr>
            <a:lvl5pPr marL="2057349" indent="-228594"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537"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726"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8914"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103" indent="-228594"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marR="0" lvl="0" indent="0" algn="l" defTabSz="914400" rtl="0" eaLnBrk="0" fontAlgn="base" latinLnBrk="0" hangingPunct="0">
              <a:lnSpc>
                <a:spcPct val="100000"/>
              </a:lnSpc>
              <a:spcBef>
                <a:spcPts val="0"/>
              </a:spcBef>
              <a:spcAft>
                <a:spcPct val="0"/>
              </a:spcAft>
              <a:buClr>
                <a:srgbClr val="151C77"/>
              </a:buClr>
              <a:buSzPct val="80000"/>
              <a:buFont typeface="Wingdings" panose="05000000000000000000" pitchFamily="2" charset="2"/>
              <a:buNone/>
              <a:tabLst/>
              <a:defRPr/>
            </a:pPr>
            <a:r>
              <a:rPr kumimoji="0" lang="en-US" sz="1200" b="1" i="0"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a:t>
            </a:r>
            <a:r>
              <a:rPr kumimoji="0" lang="en-US" sz="1200" b="0" i="0" u="none" strike="noStrike" kern="0" cap="none" spc="-100" normalizeH="0" baseline="0" noProof="0" dirty="0">
                <a:ln>
                  <a:noFill/>
                </a:ln>
                <a:solidFill>
                  <a:srgbClr val="008000"/>
                </a:solidFill>
                <a:effectLst/>
                <a:uLnTx/>
                <a:uFillTx/>
                <a:latin typeface="Comic Sans MS" panose="030F0702030302020204" pitchFamily="66" charset="0"/>
                <a:ea typeface="+mn-ea"/>
                <a:cs typeface="+mn-cs"/>
              </a:rPr>
              <a:t> </a:t>
            </a:r>
            <a:r>
              <a:rPr kumimoji="0" lang="en-US" sz="1200" b="0" i="1" u="none" strike="noStrike" kern="0" cap="none" spc="0" normalizeH="0" baseline="0" noProof="0" dirty="0">
                <a:ln>
                  <a:noFill/>
                </a:ln>
                <a:solidFill>
                  <a:srgbClr val="008000"/>
                </a:solidFill>
                <a:effectLst/>
                <a:uLnTx/>
                <a:uFillTx/>
                <a:latin typeface="Comic Sans MS" panose="030F0702030302020204" pitchFamily="66" charset="0"/>
                <a:ea typeface="+mn-ea"/>
                <a:cs typeface="+mn-cs"/>
              </a:rPr>
              <a:t>All models are wrong, some models are useful.  -- George Box</a:t>
            </a:r>
          </a:p>
        </p:txBody>
      </p:sp>
      <p:pic>
        <p:nvPicPr>
          <p:cNvPr id="16" name="Picture 15">
            <a:extLst>
              <a:ext uri="{FF2B5EF4-FFF2-40B4-BE49-F238E27FC236}">
                <a16:creationId xmlns:a16="http://schemas.microsoft.com/office/drawing/2014/main" id="{2F47E5A3-8DB2-4AC5-3BE6-E045167621E1}"/>
              </a:ext>
            </a:extLst>
          </p:cNvPr>
          <p:cNvPicPr>
            <a:picLocks noChangeAspect="1"/>
          </p:cNvPicPr>
          <p:nvPr/>
        </p:nvPicPr>
        <p:blipFill>
          <a:blip r:embed="rId9"/>
          <a:stretch>
            <a:fillRect/>
          </a:stretch>
        </p:blipFill>
        <p:spPr>
          <a:xfrm>
            <a:off x="4320584" y="5073005"/>
            <a:ext cx="782435" cy="737498"/>
          </a:xfrm>
          <a:prstGeom prst="rect">
            <a:avLst/>
          </a:prstGeom>
          <a:effectLst>
            <a:glow rad="63500">
              <a:srgbClr val="CC66FF">
                <a:alpha val="87000"/>
              </a:srgbClr>
            </a:glow>
          </a:effectLst>
        </p:spPr>
      </p:pic>
      <p:sp>
        <p:nvSpPr>
          <p:cNvPr id="14" name="Text Placeholder 4">
            <a:extLst>
              <a:ext uri="{FF2B5EF4-FFF2-40B4-BE49-F238E27FC236}">
                <a16:creationId xmlns:a16="http://schemas.microsoft.com/office/drawing/2014/main" id="{537EACFB-A0CE-1838-ACF5-AD292CF08A20}"/>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
        <p:nvSpPr>
          <p:cNvPr id="19" name="Slide Number Placeholder 3">
            <a:extLst>
              <a:ext uri="{FF2B5EF4-FFF2-40B4-BE49-F238E27FC236}">
                <a16:creationId xmlns:a16="http://schemas.microsoft.com/office/drawing/2014/main" id="{A79B26E9-1500-B9FF-6177-D241B4D6A1AB}"/>
              </a:ext>
            </a:extLst>
          </p:cNvPr>
          <p:cNvSpPr>
            <a:spLocks noGrp="1"/>
          </p:cNvSpPr>
          <p:nvPr>
            <p:ph type="sldNum" sz="quarter" idx="11"/>
          </p:nvPr>
        </p:nvSpPr>
        <p:spPr>
          <a:xfrm>
            <a:off x="10650539" y="6524625"/>
            <a:ext cx="1524000" cy="304800"/>
          </a:xfrm>
        </p:spPr>
        <p:txBody>
          <a:bodyPr/>
          <a:lstStyle/>
          <a:p>
            <a:pPr>
              <a:defRPr/>
            </a:pPr>
            <a:fld id="{47256DB1-98A0-4C5B-B461-C003FBFE3B06}" type="slidenum">
              <a:rPr lang="en-US" altLang="en-US" smtClean="0"/>
              <a:pPr>
                <a:defRPr/>
              </a:pPr>
              <a:t>11</a:t>
            </a:fld>
            <a:endParaRPr lang="en-US" altLang="en-US" dirty="0">
              <a:solidFill>
                <a:schemeClr val="bg2"/>
              </a:solidFill>
            </a:endParaRPr>
          </a:p>
        </p:txBody>
      </p:sp>
    </p:spTree>
    <p:extLst>
      <p:ext uri="{BB962C8B-B14F-4D97-AF65-F5344CB8AC3E}">
        <p14:creationId xmlns:p14="http://schemas.microsoft.com/office/powerpoint/2010/main" val="605958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1030">
            <a:extLst>
              <a:ext uri="{FF2B5EF4-FFF2-40B4-BE49-F238E27FC236}">
                <a16:creationId xmlns:a16="http://schemas.microsoft.com/office/drawing/2014/main" id="{9510E5DA-0C20-AE73-274F-24770B9F8F7B}"/>
              </a:ext>
            </a:extLst>
          </p:cNvPr>
          <p:cNvSpPr txBox="1">
            <a:spLocks noChangeArrowheads="1"/>
          </p:cNvSpPr>
          <p:nvPr/>
        </p:nvSpPr>
        <p:spPr bwMode="auto">
          <a:xfrm>
            <a:off x="10549353" y="6124640"/>
            <a:ext cx="1605826" cy="65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t"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1000" b="0" i="0" u="none" strike="noStrike" kern="0" cap="none" spc="0" normalizeH="0" baseline="0" noProof="0" dirty="0">
                <a:ln>
                  <a:noFill/>
                </a:ln>
                <a:solidFill>
                  <a:srgbClr val="151C77"/>
                </a:solidFill>
                <a:effectLst/>
                <a:uLnTx/>
                <a:uFillTx/>
                <a:latin typeface="Arial"/>
                <a:ea typeface="+mj-ea"/>
                <a:cs typeface="+mj-cs"/>
              </a:rPr>
              <a:t>              = Match Effectors, one of the thirteen Decision Functions (DFs) of Battle Management</a:t>
            </a:r>
            <a:endParaRPr kumimoji="0" lang="en-US" altLang="en-US" sz="1000" b="0" i="0" u="none" strike="noStrike" kern="0" cap="none" spc="0" normalizeH="0" baseline="0" noProof="0" dirty="0">
              <a:ln>
                <a:noFill/>
              </a:ln>
              <a:solidFill>
                <a:srgbClr val="000000">
                  <a:lumMod val="50000"/>
                  <a:lumOff val="50000"/>
                </a:srgbClr>
              </a:solidFill>
              <a:effectLst/>
              <a:uLnTx/>
              <a:uFillTx/>
              <a:latin typeface="Arial"/>
              <a:ea typeface="+mj-ea"/>
              <a:cs typeface="+mj-cs"/>
            </a:endParaRPr>
          </a:p>
        </p:txBody>
      </p:sp>
      <p:pic>
        <p:nvPicPr>
          <p:cNvPr id="5" name="Picture 4">
            <a:extLst>
              <a:ext uri="{FF2B5EF4-FFF2-40B4-BE49-F238E27FC236}">
                <a16:creationId xmlns:a16="http://schemas.microsoft.com/office/drawing/2014/main" id="{4405F0EB-83C5-4BF0-17D9-C47900AABBAC}"/>
              </a:ext>
            </a:extLst>
          </p:cNvPr>
          <p:cNvPicPr>
            <a:picLocks noChangeAspect="1"/>
          </p:cNvPicPr>
          <p:nvPr/>
        </p:nvPicPr>
        <p:blipFill>
          <a:blip r:embed="rId2"/>
          <a:stretch>
            <a:fillRect/>
          </a:stretch>
        </p:blipFill>
        <p:spPr>
          <a:xfrm>
            <a:off x="251614" y="1282615"/>
            <a:ext cx="4878846" cy="3532619"/>
          </a:xfrm>
          <a:prstGeom prst="rect">
            <a:avLst/>
          </a:prstGeom>
        </p:spPr>
      </p:pic>
      <p:sp>
        <p:nvSpPr>
          <p:cNvPr id="39" name="Freeform: Shape 38">
            <a:extLst>
              <a:ext uri="{FF2B5EF4-FFF2-40B4-BE49-F238E27FC236}">
                <a16:creationId xmlns:a16="http://schemas.microsoft.com/office/drawing/2014/main" id="{A1FB04A8-6216-1F04-0A5B-05A61F1BF7E1}"/>
              </a:ext>
            </a:extLst>
          </p:cNvPr>
          <p:cNvSpPr/>
          <p:nvPr/>
        </p:nvSpPr>
        <p:spPr bwMode="auto">
          <a:xfrm>
            <a:off x="1271956" y="664354"/>
            <a:ext cx="7085369" cy="5287958"/>
          </a:xfrm>
          <a:custGeom>
            <a:avLst/>
            <a:gdLst>
              <a:gd name="connsiteX0" fmla="*/ 632102 w 6001900"/>
              <a:gd name="connsiteY0" fmla="*/ 558459 h 4823613"/>
              <a:gd name="connsiteX1" fmla="*/ 6001900 w 6001900"/>
              <a:gd name="connsiteY1" fmla="*/ 0 h 4823613"/>
              <a:gd name="connsiteX2" fmla="*/ 4977036 w 6001900"/>
              <a:gd name="connsiteY2" fmla="*/ 497090 h 4823613"/>
              <a:gd name="connsiteX3" fmla="*/ 4222195 w 6001900"/>
              <a:gd name="connsiteY3" fmla="*/ 1521954 h 4823613"/>
              <a:gd name="connsiteX4" fmla="*/ 3982856 w 6001900"/>
              <a:gd name="connsiteY4" fmla="*/ 2853664 h 4823613"/>
              <a:gd name="connsiteX5" fmla="*/ 4412440 w 6001900"/>
              <a:gd name="connsiteY5" fmla="*/ 4228333 h 4823613"/>
              <a:gd name="connsiteX6" fmla="*/ 4909530 w 6001900"/>
              <a:gd name="connsiteY6" fmla="*/ 4823613 h 4823613"/>
              <a:gd name="connsiteX7" fmla="*/ 0 w 6001900"/>
              <a:gd name="connsiteY7" fmla="*/ 2632735 h 4823613"/>
              <a:gd name="connsiteX8" fmla="*/ 889852 w 6001900"/>
              <a:gd name="connsiteY8" fmla="*/ 2626599 h 4823613"/>
              <a:gd name="connsiteX9" fmla="*/ 1804252 w 6001900"/>
              <a:gd name="connsiteY9" fmla="*/ 2074276 h 4823613"/>
              <a:gd name="connsiteX10" fmla="*/ 1969949 w 6001900"/>
              <a:gd name="connsiteY10" fmla="*/ 1337847 h 4823613"/>
              <a:gd name="connsiteX11" fmla="*/ 1460585 w 6001900"/>
              <a:gd name="connsiteY11" fmla="*/ 785525 h 4823613"/>
              <a:gd name="connsiteX12" fmla="*/ 632102 w 6001900"/>
              <a:gd name="connsiteY12" fmla="*/ 558459 h 4823613"/>
              <a:gd name="connsiteX0" fmla="*/ 1201221 w 6571019"/>
              <a:gd name="connsiteY0" fmla="*/ 558459 h 4823613"/>
              <a:gd name="connsiteX1" fmla="*/ 6571019 w 6571019"/>
              <a:gd name="connsiteY1" fmla="*/ 0 h 4823613"/>
              <a:gd name="connsiteX2" fmla="*/ 5546155 w 6571019"/>
              <a:gd name="connsiteY2" fmla="*/ 497090 h 4823613"/>
              <a:gd name="connsiteX3" fmla="*/ 4791314 w 6571019"/>
              <a:gd name="connsiteY3" fmla="*/ 1521954 h 4823613"/>
              <a:gd name="connsiteX4" fmla="*/ 4551975 w 6571019"/>
              <a:gd name="connsiteY4" fmla="*/ 2853664 h 4823613"/>
              <a:gd name="connsiteX5" fmla="*/ 4981559 w 6571019"/>
              <a:gd name="connsiteY5" fmla="*/ 4228333 h 4823613"/>
              <a:gd name="connsiteX6" fmla="*/ 5478649 w 6571019"/>
              <a:gd name="connsiteY6" fmla="*/ 4823613 h 4823613"/>
              <a:gd name="connsiteX7" fmla="*/ 0 w 6571019"/>
              <a:gd name="connsiteY7" fmla="*/ 2435091 h 4823613"/>
              <a:gd name="connsiteX8" fmla="*/ 1458971 w 6571019"/>
              <a:gd name="connsiteY8" fmla="*/ 2626599 h 4823613"/>
              <a:gd name="connsiteX9" fmla="*/ 2373371 w 6571019"/>
              <a:gd name="connsiteY9" fmla="*/ 2074276 h 4823613"/>
              <a:gd name="connsiteX10" fmla="*/ 2539068 w 6571019"/>
              <a:gd name="connsiteY10" fmla="*/ 1337847 h 4823613"/>
              <a:gd name="connsiteX11" fmla="*/ 2029704 w 6571019"/>
              <a:gd name="connsiteY11" fmla="*/ 785525 h 4823613"/>
              <a:gd name="connsiteX12" fmla="*/ 1201221 w 6571019"/>
              <a:gd name="connsiteY12" fmla="*/ 558459 h 4823613"/>
              <a:gd name="connsiteX0" fmla="*/ 591621 w 6571019"/>
              <a:gd name="connsiteY0" fmla="*/ 584652 h 4823613"/>
              <a:gd name="connsiteX1" fmla="*/ 6571019 w 6571019"/>
              <a:gd name="connsiteY1" fmla="*/ 0 h 4823613"/>
              <a:gd name="connsiteX2" fmla="*/ 5546155 w 6571019"/>
              <a:gd name="connsiteY2" fmla="*/ 497090 h 4823613"/>
              <a:gd name="connsiteX3" fmla="*/ 4791314 w 6571019"/>
              <a:gd name="connsiteY3" fmla="*/ 1521954 h 4823613"/>
              <a:gd name="connsiteX4" fmla="*/ 4551975 w 6571019"/>
              <a:gd name="connsiteY4" fmla="*/ 2853664 h 4823613"/>
              <a:gd name="connsiteX5" fmla="*/ 4981559 w 6571019"/>
              <a:gd name="connsiteY5" fmla="*/ 4228333 h 4823613"/>
              <a:gd name="connsiteX6" fmla="*/ 5478649 w 6571019"/>
              <a:gd name="connsiteY6" fmla="*/ 4823613 h 4823613"/>
              <a:gd name="connsiteX7" fmla="*/ 0 w 6571019"/>
              <a:gd name="connsiteY7" fmla="*/ 2435091 h 4823613"/>
              <a:gd name="connsiteX8" fmla="*/ 1458971 w 6571019"/>
              <a:gd name="connsiteY8" fmla="*/ 2626599 h 4823613"/>
              <a:gd name="connsiteX9" fmla="*/ 2373371 w 6571019"/>
              <a:gd name="connsiteY9" fmla="*/ 2074276 h 4823613"/>
              <a:gd name="connsiteX10" fmla="*/ 2539068 w 6571019"/>
              <a:gd name="connsiteY10" fmla="*/ 1337847 h 4823613"/>
              <a:gd name="connsiteX11" fmla="*/ 2029704 w 6571019"/>
              <a:gd name="connsiteY11" fmla="*/ 785525 h 4823613"/>
              <a:gd name="connsiteX12" fmla="*/ 591621 w 6571019"/>
              <a:gd name="connsiteY12" fmla="*/ 584652 h 4823613"/>
              <a:gd name="connsiteX0" fmla="*/ 591621 w 7085369"/>
              <a:gd name="connsiteY0" fmla="*/ 675140 h 4914101"/>
              <a:gd name="connsiteX1" fmla="*/ 7085369 w 7085369"/>
              <a:gd name="connsiteY1" fmla="*/ 0 h 4914101"/>
              <a:gd name="connsiteX2" fmla="*/ 5546155 w 7085369"/>
              <a:gd name="connsiteY2" fmla="*/ 587578 h 4914101"/>
              <a:gd name="connsiteX3" fmla="*/ 4791314 w 7085369"/>
              <a:gd name="connsiteY3" fmla="*/ 1612442 h 4914101"/>
              <a:gd name="connsiteX4" fmla="*/ 4551975 w 7085369"/>
              <a:gd name="connsiteY4" fmla="*/ 2944152 h 4914101"/>
              <a:gd name="connsiteX5" fmla="*/ 4981559 w 7085369"/>
              <a:gd name="connsiteY5" fmla="*/ 4318821 h 4914101"/>
              <a:gd name="connsiteX6" fmla="*/ 5478649 w 7085369"/>
              <a:gd name="connsiteY6" fmla="*/ 4914101 h 4914101"/>
              <a:gd name="connsiteX7" fmla="*/ 0 w 7085369"/>
              <a:gd name="connsiteY7" fmla="*/ 2525579 h 4914101"/>
              <a:gd name="connsiteX8" fmla="*/ 1458971 w 7085369"/>
              <a:gd name="connsiteY8" fmla="*/ 2717087 h 4914101"/>
              <a:gd name="connsiteX9" fmla="*/ 2373371 w 7085369"/>
              <a:gd name="connsiteY9" fmla="*/ 2164764 h 4914101"/>
              <a:gd name="connsiteX10" fmla="*/ 2539068 w 7085369"/>
              <a:gd name="connsiteY10" fmla="*/ 1428335 h 4914101"/>
              <a:gd name="connsiteX11" fmla="*/ 2029704 w 7085369"/>
              <a:gd name="connsiteY11" fmla="*/ 876013 h 4914101"/>
              <a:gd name="connsiteX12" fmla="*/ 591621 w 7085369"/>
              <a:gd name="connsiteY12" fmla="*/ 675140 h 4914101"/>
              <a:gd name="connsiteX0" fmla="*/ 591621 w 7085369"/>
              <a:gd name="connsiteY0" fmla="*/ 675140 h 5287958"/>
              <a:gd name="connsiteX1" fmla="*/ 7085369 w 7085369"/>
              <a:gd name="connsiteY1" fmla="*/ 0 h 5287958"/>
              <a:gd name="connsiteX2" fmla="*/ 5546155 w 7085369"/>
              <a:gd name="connsiteY2" fmla="*/ 587578 h 5287958"/>
              <a:gd name="connsiteX3" fmla="*/ 4791314 w 7085369"/>
              <a:gd name="connsiteY3" fmla="*/ 1612442 h 5287958"/>
              <a:gd name="connsiteX4" fmla="*/ 4551975 w 7085369"/>
              <a:gd name="connsiteY4" fmla="*/ 2944152 h 5287958"/>
              <a:gd name="connsiteX5" fmla="*/ 4981559 w 7085369"/>
              <a:gd name="connsiteY5" fmla="*/ 4318821 h 5287958"/>
              <a:gd name="connsiteX6" fmla="*/ 6114443 w 7085369"/>
              <a:gd name="connsiteY6" fmla="*/ 5287958 h 5287958"/>
              <a:gd name="connsiteX7" fmla="*/ 0 w 7085369"/>
              <a:gd name="connsiteY7" fmla="*/ 2525579 h 5287958"/>
              <a:gd name="connsiteX8" fmla="*/ 1458971 w 7085369"/>
              <a:gd name="connsiteY8" fmla="*/ 2717087 h 5287958"/>
              <a:gd name="connsiteX9" fmla="*/ 2373371 w 7085369"/>
              <a:gd name="connsiteY9" fmla="*/ 2164764 h 5287958"/>
              <a:gd name="connsiteX10" fmla="*/ 2539068 w 7085369"/>
              <a:gd name="connsiteY10" fmla="*/ 1428335 h 5287958"/>
              <a:gd name="connsiteX11" fmla="*/ 2029704 w 7085369"/>
              <a:gd name="connsiteY11" fmla="*/ 876013 h 5287958"/>
              <a:gd name="connsiteX12" fmla="*/ 591621 w 7085369"/>
              <a:gd name="connsiteY12" fmla="*/ 675140 h 5287958"/>
              <a:gd name="connsiteX0" fmla="*/ 591621 w 7085369"/>
              <a:gd name="connsiteY0" fmla="*/ 675140 h 5287958"/>
              <a:gd name="connsiteX1" fmla="*/ 7085369 w 7085369"/>
              <a:gd name="connsiteY1" fmla="*/ 0 h 5287958"/>
              <a:gd name="connsiteX2" fmla="*/ 4791314 w 7085369"/>
              <a:gd name="connsiteY2" fmla="*/ 1612442 h 5287958"/>
              <a:gd name="connsiteX3" fmla="*/ 4551975 w 7085369"/>
              <a:gd name="connsiteY3" fmla="*/ 2944152 h 5287958"/>
              <a:gd name="connsiteX4" fmla="*/ 4981559 w 7085369"/>
              <a:gd name="connsiteY4" fmla="*/ 4318821 h 5287958"/>
              <a:gd name="connsiteX5" fmla="*/ 6114443 w 7085369"/>
              <a:gd name="connsiteY5" fmla="*/ 5287958 h 5287958"/>
              <a:gd name="connsiteX6" fmla="*/ 0 w 7085369"/>
              <a:gd name="connsiteY6" fmla="*/ 2525579 h 5287958"/>
              <a:gd name="connsiteX7" fmla="*/ 1458971 w 7085369"/>
              <a:gd name="connsiteY7" fmla="*/ 2717087 h 5287958"/>
              <a:gd name="connsiteX8" fmla="*/ 2373371 w 7085369"/>
              <a:gd name="connsiteY8" fmla="*/ 2164764 h 5287958"/>
              <a:gd name="connsiteX9" fmla="*/ 2539068 w 7085369"/>
              <a:gd name="connsiteY9" fmla="*/ 1428335 h 5287958"/>
              <a:gd name="connsiteX10" fmla="*/ 2029704 w 7085369"/>
              <a:gd name="connsiteY10" fmla="*/ 876013 h 5287958"/>
              <a:gd name="connsiteX11" fmla="*/ 591621 w 7085369"/>
              <a:gd name="connsiteY11" fmla="*/ 675140 h 5287958"/>
              <a:gd name="connsiteX0" fmla="*/ 591621 w 7085369"/>
              <a:gd name="connsiteY0" fmla="*/ 675140 h 5287958"/>
              <a:gd name="connsiteX1" fmla="*/ 7085369 w 7085369"/>
              <a:gd name="connsiteY1" fmla="*/ 0 h 5287958"/>
              <a:gd name="connsiteX2" fmla="*/ 4791314 w 7085369"/>
              <a:gd name="connsiteY2" fmla="*/ 1612442 h 5287958"/>
              <a:gd name="connsiteX3" fmla="*/ 4551975 w 7085369"/>
              <a:gd name="connsiteY3" fmla="*/ 2944152 h 5287958"/>
              <a:gd name="connsiteX4" fmla="*/ 6114443 w 7085369"/>
              <a:gd name="connsiteY4" fmla="*/ 5287958 h 5287958"/>
              <a:gd name="connsiteX5" fmla="*/ 0 w 7085369"/>
              <a:gd name="connsiteY5" fmla="*/ 2525579 h 5287958"/>
              <a:gd name="connsiteX6" fmla="*/ 1458971 w 7085369"/>
              <a:gd name="connsiteY6" fmla="*/ 2717087 h 5287958"/>
              <a:gd name="connsiteX7" fmla="*/ 2373371 w 7085369"/>
              <a:gd name="connsiteY7" fmla="*/ 2164764 h 5287958"/>
              <a:gd name="connsiteX8" fmla="*/ 2539068 w 7085369"/>
              <a:gd name="connsiteY8" fmla="*/ 1428335 h 5287958"/>
              <a:gd name="connsiteX9" fmla="*/ 2029704 w 7085369"/>
              <a:gd name="connsiteY9" fmla="*/ 876013 h 5287958"/>
              <a:gd name="connsiteX10" fmla="*/ 591621 w 7085369"/>
              <a:gd name="connsiteY10" fmla="*/ 675140 h 5287958"/>
              <a:gd name="connsiteX0" fmla="*/ 591621 w 7085369"/>
              <a:gd name="connsiteY0" fmla="*/ 675140 h 5287958"/>
              <a:gd name="connsiteX1" fmla="*/ 7085369 w 7085369"/>
              <a:gd name="connsiteY1" fmla="*/ 0 h 5287958"/>
              <a:gd name="connsiteX2" fmla="*/ 4791314 w 7085369"/>
              <a:gd name="connsiteY2" fmla="*/ 1612442 h 5287958"/>
              <a:gd name="connsiteX3" fmla="*/ 6114443 w 7085369"/>
              <a:gd name="connsiteY3" fmla="*/ 5287958 h 5287958"/>
              <a:gd name="connsiteX4" fmla="*/ 0 w 7085369"/>
              <a:gd name="connsiteY4" fmla="*/ 2525579 h 5287958"/>
              <a:gd name="connsiteX5" fmla="*/ 1458971 w 7085369"/>
              <a:gd name="connsiteY5" fmla="*/ 2717087 h 5287958"/>
              <a:gd name="connsiteX6" fmla="*/ 2373371 w 7085369"/>
              <a:gd name="connsiteY6" fmla="*/ 2164764 h 5287958"/>
              <a:gd name="connsiteX7" fmla="*/ 2539068 w 7085369"/>
              <a:gd name="connsiteY7" fmla="*/ 1428335 h 5287958"/>
              <a:gd name="connsiteX8" fmla="*/ 2029704 w 7085369"/>
              <a:gd name="connsiteY8" fmla="*/ 876013 h 5287958"/>
              <a:gd name="connsiteX9" fmla="*/ 591621 w 7085369"/>
              <a:gd name="connsiteY9" fmla="*/ 675140 h 5287958"/>
              <a:gd name="connsiteX0" fmla="*/ 591621 w 7196392"/>
              <a:gd name="connsiteY0" fmla="*/ 675140 h 5287958"/>
              <a:gd name="connsiteX1" fmla="*/ 7085369 w 7196392"/>
              <a:gd name="connsiteY1" fmla="*/ 0 h 5287958"/>
              <a:gd name="connsiteX2" fmla="*/ 4791314 w 7196392"/>
              <a:gd name="connsiteY2" fmla="*/ 1612442 h 5287958"/>
              <a:gd name="connsiteX3" fmla="*/ 6114443 w 7196392"/>
              <a:gd name="connsiteY3" fmla="*/ 5287958 h 5287958"/>
              <a:gd name="connsiteX4" fmla="*/ 0 w 7196392"/>
              <a:gd name="connsiteY4" fmla="*/ 2525579 h 5287958"/>
              <a:gd name="connsiteX5" fmla="*/ 1458971 w 7196392"/>
              <a:gd name="connsiteY5" fmla="*/ 2717087 h 5287958"/>
              <a:gd name="connsiteX6" fmla="*/ 2373371 w 7196392"/>
              <a:gd name="connsiteY6" fmla="*/ 2164764 h 5287958"/>
              <a:gd name="connsiteX7" fmla="*/ 2539068 w 7196392"/>
              <a:gd name="connsiteY7" fmla="*/ 1428335 h 5287958"/>
              <a:gd name="connsiteX8" fmla="*/ 2029704 w 7196392"/>
              <a:gd name="connsiteY8" fmla="*/ 876013 h 5287958"/>
              <a:gd name="connsiteX9" fmla="*/ 591621 w 7196392"/>
              <a:gd name="connsiteY9" fmla="*/ 675140 h 5287958"/>
              <a:gd name="connsiteX0" fmla="*/ 591621 w 7196392"/>
              <a:gd name="connsiteY0" fmla="*/ 675140 h 5287958"/>
              <a:gd name="connsiteX1" fmla="*/ 7085369 w 7196392"/>
              <a:gd name="connsiteY1" fmla="*/ 0 h 5287958"/>
              <a:gd name="connsiteX2" fmla="*/ 4791314 w 7196392"/>
              <a:gd name="connsiteY2" fmla="*/ 1612442 h 5287958"/>
              <a:gd name="connsiteX3" fmla="*/ 6114443 w 7196392"/>
              <a:gd name="connsiteY3" fmla="*/ 5287958 h 5287958"/>
              <a:gd name="connsiteX4" fmla="*/ 0 w 7196392"/>
              <a:gd name="connsiteY4" fmla="*/ 2525579 h 5287958"/>
              <a:gd name="connsiteX5" fmla="*/ 1458971 w 7196392"/>
              <a:gd name="connsiteY5" fmla="*/ 2717087 h 5287958"/>
              <a:gd name="connsiteX6" fmla="*/ 2373371 w 7196392"/>
              <a:gd name="connsiteY6" fmla="*/ 2164764 h 5287958"/>
              <a:gd name="connsiteX7" fmla="*/ 2539068 w 7196392"/>
              <a:gd name="connsiteY7" fmla="*/ 1428335 h 5287958"/>
              <a:gd name="connsiteX8" fmla="*/ 2029704 w 7196392"/>
              <a:gd name="connsiteY8" fmla="*/ 876013 h 5287958"/>
              <a:gd name="connsiteX9" fmla="*/ 591621 w 7196392"/>
              <a:gd name="connsiteY9" fmla="*/ 675140 h 5287958"/>
              <a:gd name="connsiteX0" fmla="*/ 591621 w 7506027"/>
              <a:gd name="connsiteY0" fmla="*/ 675140 h 5287958"/>
              <a:gd name="connsiteX1" fmla="*/ 7085369 w 7506027"/>
              <a:gd name="connsiteY1" fmla="*/ 0 h 5287958"/>
              <a:gd name="connsiteX2" fmla="*/ 6114443 w 7506027"/>
              <a:gd name="connsiteY2" fmla="*/ 5287958 h 5287958"/>
              <a:gd name="connsiteX3" fmla="*/ 0 w 7506027"/>
              <a:gd name="connsiteY3" fmla="*/ 2525579 h 5287958"/>
              <a:gd name="connsiteX4" fmla="*/ 1458971 w 7506027"/>
              <a:gd name="connsiteY4" fmla="*/ 2717087 h 5287958"/>
              <a:gd name="connsiteX5" fmla="*/ 2373371 w 7506027"/>
              <a:gd name="connsiteY5" fmla="*/ 2164764 h 5287958"/>
              <a:gd name="connsiteX6" fmla="*/ 2539068 w 7506027"/>
              <a:gd name="connsiteY6" fmla="*/ 1428335 h 5287958"/>
              <a:gd name="connsiteX7" fmla="*/ 2029704 w 7506027"/>
              <a:gd name="connsiteY7" fmla="*/ 876013 h 5287958"/>
              <a:gd name="connsiteX8" fmla="*/ 591621 w 7506027"/>
              <a:gd name="connsiteY8"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1458971 w 7085369"/>
              <a:gd name="connsiteY4" fmla="*/ 2717087 h 5287958"/>
              <a:gd name="connsiteX5" fmla="*/ 2373371 w 7085369"/>
              <a:gd name="connsiteY5" fmla="*/ 2164764 h 5287958"/>
              <a:gd name="connsiteX6" fmla="*/ 2539068 w 7085369"/>
              <a:gd name="connsiteY6" fmla="*/ 1428335 h 5287958"/>
              <a:gd name="connsiteX7" fmla="*/ 2029704 w 7085369"/>
              <a:gd name="connsiteY7" fmla="*/ 876013 h 5287958"/>
              <a:gd name="connsiteX8" fmla="*/ 591621 w 7085369"/>
              <a:gd name="connsiteY8"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1458971 w 7085369"/>
              <a:gd name="connsiteY4" fmla="*/ 2717087 h 5287958"/>
              <a:gd name="connsiteX5" fmla="*/ 2373371 w 7085369"/>
              <a:gd name="connsiteY5" fmla="*/ 2164764 h 5287958"/>
              <a:gd name="connsiteX6" fmla="*/ 2539068 w 7085369"/>
              <a:gd name="connsiteY6" fmla="*/ 1428335 h 5287958"/>
              <a:gd name="connsiteX7" fmla="*/ 2029704 w 7085369"/>
              <a:gd name="connsiteY7" fmla="*/ 876013 h 5287958"/>
              <a:gd name="connsiteX8" fmla="*/ 591621 w 7085369"/>
              <a:gd name="connsiteY8"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1458971 w 7085369"/>
              <a:gd name="connsiteY4" fmla="*/ 2717087 h 5287958"/>
              <a:gd name="connsiteX5" fmla="*/ 2373371 w 7085369"/>
              <a:gd name="connsiteY5" fmla="*/ 2164764 h 5287958"/>
              <a:gd name="connsiteX6" fmla="*/ 2539068 w 7085369"/>
              <a:gd name="connsiteY6" fmla="*/ 1428335 h 5287958"/>
              <a:gd name="connsiteX7" fmla="*/ 2029704 w 7085369"/>
              <a:gd name="connsiteY7" fmla="*/ 876013 h 5287958"/>
              <a:gd name="connsiteX8" fmla="*/ 591621 w 7085369"/>
              <a:gd name="connsiteY8"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1458971 w 7085369"/>
              <a:gd name="connsiteY4" fmla="*/ 2717087 h 5287958"/>
              <a:gd name="connsiteX5" fmla="*/ 2373371 w 7085369"/>
              <a:gd name="connsiteY5" fmla="*/ 2164764 h 5287958"/>
              <a:gd name="connsiteX6" fmla="*/ 2539068 w 7085369"/>
              <a:gd name="connsiteY6" fmla="*/ 1428335 h 5287958"/>
              <a:gd name="connsiteX7" fmla="*/ 2029704 w 7085369"/>
              <a:gd name="connsiteY7" fmla="*/ 876013 h 5287958"/>
              <a:gd name="connsiteX8" fmla="*/ 591621 w 7085369"/>
              <a:gd name="connsiteY8"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1458971 w 7085369"/>
              <a:gd name="connsiteY4" fmla="*/ 2717087 h 5287958"/>
              <a:gd name="connsiteX5" fmla="*/ 2373371 w 7085369"/>
              <a:gd name="connsiteY5" fmla="*/ 2164764 h 5287958"/>
              <a:gd name="connsiteX6" fmla="*/ 2539068 w 7085369"/>
              <a:gd name="connsiteY6" fmla="*/ 1428335 h 5287958"/>
              <a:gd name="connsiteX7" fmla="*/ 591621 w 7085369"/>
              <a:gd name="connsiteY7"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1458971 w 7085369"/>
              <a:gd name="connsiteY4" fmla="*/ 2717087 h 5287958"/>
              <a:gd name="connsiteX5" fmla="*/ 2373371 w 7085369"/>
              <a:gd name="connsiteY5" fmla="*/ 2164764 h 5287958"/>
              <a:gd name="connsiteX6" fmla="*/ 591621 w 7085369"/>
              <a:gd name="connsiteY6"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2373371 w 7085369"/>
              <a:gd name="connsiteY4" fmla="*/ 2164764 h 5287958"/>
              <a:gd name="connsiteX5" fmla="*/ 591621 w 7085369"/>
              <a:gd name="connsiteY5" fmla="*/ 675140 h 5287958"/>
              <a:gd name="connsiteX0" fmla="*/ 679422 w 7173170"/>
              <a:gd name="connsiteY0" fmla="*/ 675140 h 5287958"/>
              <a:gd name="connsiteX1" fmla="*/ 7173170 w 7173170"/>
              <a:gd name="connsiteY1" fmla="*/ 0 h 5287958"/>
              <a:gd name="connsiteX2" fmla="*/ 6202244 w 7173170"/>
              <a:gd name="connsiteY2" fmla="*/ 5287958 h 5287958"/>
              <a:gd name="connsiteX3" fmla="*/ 87801 w 7173170"/>
              <a:gd name="connsiteY3" fmla="*/ 2525579 h 5287958"/>
              <a:gd name="connsiteX4" fmla="*/ 2461172 w 7173170"/>
              <a:gd name="connsiteY4" fmla="*/ 2164764 h 5287958"/>
              <a:gd name="connsiteX5" fmla="*/ 679422 w 7173170"/>
              <a:gd name="connsiteY5" fmla="*/ 675140 h 5287958"/>
              <a:gd name="connsiteX0" fmla="*/ 1121299 w 7615047"/>
              <a:gd name="connsiteY0" fmla="*/ 675140 h 5287958"/>
              <a:gd name="connsiteX1" fmla="*/ 7615047 w 7615047"/>
              <a:gd name="connsiteY1" fmla="*/ 0 h 5287958"/>
              <a:gd name="connsiteX2" fmla="*/ 6644121 w 7615047"/>
              <a:gd name="connsiteY2" fmla="*/ 5287958 h 5287958"/>
              <a:gd name="connsiteX3" fmla="*/ 529678 w 7615047"/>
              <a:gd name="connsiteY3" fmla="*/ 2525579 h 5287958"/>
              <a:gd name="connsiteX4" fmla="*/ 1121299 w 7615047"/>
              <a:gd name="connsiteY4" fmla="*/ 675140 h 5287958"/>
              <a:gd name="connsiteX0" fmla="*/ 693075 w 7186823"/>
              <a:gd name="connsiteY0" fmla="*/ 675140 h 5287958"/>
              <a:gd name="connsiteX1" fmla="*/ 7186823 w 7186823"/>
              <a:gd name="connsiteY1" fmla="*/ 0 h 5287958"/>
              <a:gd name="connsiteX2" fmla="*/ 6215897 w 7186823"/>
              <a:gd name="connsiteY2" fmla="*/ 5287958 h 5287958"/>
              <a:gd name="connsiteX3" fmla="*/ 101454 w 7186823"/>
              <a:gd name="connsiteY3" fmla="*/ 2525579 h 5287958"/>
              <a:gd name="connsiteX4" fmla="*/ 693075 w 7186823"/>
              <a:gd name="connsiteY4"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591621 w 7085369"/>
              <a:gd name="connsiteY4"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591621 w 7085369"/>
              <a:gd name="connsiteY4"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591621 w 7085369"/>
              <a:gd name="connsiteY4"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591621 w 7085369"/>
              <a:gd name="connsiteY4" fmla="*/ 675140 h 5287958"/>
              <a:gd name="connsiteX0" fmla="*/ 674513 w 7168261"/>
              <a:gd name="connsiteY0" fmla="*/ 675140 h 5287958"/>
              <a:gd name="connsiteX1" fmla="*/ 7168261 w 7168261"/>
              <a:gd name="connsiteY1" fmla="*/ 0 h 5287958"/>
              <a:gd name="connsiteX2" fmla="*/ 6197335 w 7168261"/>
              <a:gd name="connsiteY2" fmla="*/ 5287958 h 5287958"/>
              <a:gd name="connsiteX3" fmla="*/ 82892 w 7168261"/>
              <a:gd name="connsiteY3" fmla="*/ 2525579 h 5287958"/>
              <a:gd name="connsiteX4" fmla="*/ 2540493 w 7168261"/>
              <a:gd name="connsiteY4" fmla="*/ 1690731 h 5287958"/>
              <a:gd name="connsiteX5" fmla="*/ 674513 w 7168261"/>
              <a:gd name="connsiteY5" fmla="*/ 675140 h 5287958"/>
              <a:gd name="connsiteX0" fmla="*/ 674014 w 7167762"/>
              <a:gd name="connsiteY0" fmla="*/ 675140 h 5287958"/>
              <a:gd name="connsiteX1" fmla="*/ 7167762 w 7167762"/>
              <a:gd name="connsiteY1" fmla="*/ 0 h 5287958"/>
              <a:gd name="connsiteX2" fmla="*/ 6196836 w 7167762"/>
              <a:gd name="connsiteY2" fmla="*/ 5287958 h 5287958"/>
              <a:gd name="connsiteX3" fmla="*/ 82393 w 7167762"/>
              <a:gd name="connsiteY3" fmla="*/ 2525579 h 5287958"/>
              <a:gd name="connsiteX4" fmla="*/ 2539994 w 7167762"/>
              <a:gd name="connsiteY4" fmla="*/ 1690731 h 5287958"/>
              <a:gd name="connsiteX5" fmla="*/ 674014 w 7167762"/>
              <a:gd name="connsiteY5" fmla="*/ 675140 h 5287958"/>
              <a:gd name="connsiteX0" fmla="*/ 671917 w 7165665"/>
              <a:gd name="connsiteY0" fmla="*/ 675140 h 5287958"/>
              <a:gd name="connsiteX1" fmla="*/ 7165665 w 7165665"/>
              <a:gd name="connsiteY1" fmla="*/ 0 h 5287958"/>
              <a:gd name="connsiteX2" fmla="*/ 6194739 w 7165665"/>
              <a:gd name="connsiteY2" fmla="*/ 5287958 h 5287958"/>
              <a:gd name="connsiteX3" fmla="*/ 80296 w 7165665"/>
              <a:gd name="connsiteY3" fmla="*/ 2525579 h 5287958"/>
              <a:gd name="connsiteX4" fmla="*/ 2537897 w 7165665"/>
              <a:gd name="connsiteY4" fmla="*/ 1690731 h 5287958"/>
              <a:gd name="connsiteX5" fmla="*/ 671917 w 7165665"/>
              <a:gd name="connsiteY5"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2457601 w 7085369"/>
              <a:gd name="connsiteY4" fmla="*/ 1690731 h 5287958"/>
              <a:gd name="connsiteX5" fmla="*/ 591621 w 7085369"/>
              <a:gd name="connsiteY5"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2457601 w 7085369"/>
              <a:gd name="connsiteY4" fmla="*/ 1690731 h 5287958"/>
              <a:gd name="connsiteX5" fmla="*/ 591621 w 7085369"/>
              <a:gd name="connsiteY5"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2457601 w 7085369"/>
              <a:gd name="connsiteY4" fmla="*/ 1690731 h 5287958"/>
              <a:gd name="connsiteX5" fmla="*/ 591621 w 7085369"/>
              <a:gd name="connsiteY5" fmla="*/ 675140 h 5287958"/>
              <a:gd name="connsiteX0" fmla="*/ 591621 w 7085369"/>
              <a:gd name="connsiteY0" fmla="*/ 675140 h 5287958"/>
              <a:gd name="connsiteX1" fmla="*/ 7085369 w 7085369"/>
              <a:gd name="connsiteY1" fmla="*/ 0 h 5287958"/>
              <a:gd name="connsiteX2" fmla="*/ 6114443 w 7085369"/>
              <a:gd name="connsiteY2" fmla="*/ 5287958 h 5287958"/>
              <a:gd name="connsiteX3" fmla="*/ 0 w 7085369"/>
              <a:gd name="connsiteY3" fmla="*/ 2525579 h 5287958"/>
              <a:gd name="connsiteX4" fmla="*/ 2457601 w 7085369"/>
              <a:gd name="connsiteY4" fmla="*/ 1690731 h 5287958"/>
              <a:gd name="connsiteX5" fmla="*/ 591621 w 7085369"/>
              <a:gd name="connsiteY5" fmla="*/ 675140 h 528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85369" h="5287958">
                <a:moveTo>
                  <a:pt x="591621" y="675140"/>
                </a:moveTo>
                <a:lnTo>
                  <a:pt x="7085369" y="0"/>
                </a:lnTo>
                <a:cubicBezTo>
                  <a:pt x="4229176" y="602116"/>
                  <a:pt x="3880626" y="3952628"/>
                  <a:pt x="6114443" y="5287958"/>
                </a:cubicBezTo>
                <a:lnTo>
                  <a:pt x="0" y="2525579"/>
                </a:lnTo>
                <a:cubicBezTo>
                  <a:pt x="1523038" y="2954742"/>
                  <a:pt x="2437375" y="2191814"/>
                  <a:pt x="2457601" y="1690731"/>
                </a:cubicBezTo>
                <a:cubicBezTo>
                  <a:pt x="2477827" y="1189648"/>
                  <a:pt x="1865752" y="621104"/>
                  <a:pt x="591621" y="675140"/>
                </a:cubicBezTo>
                <a:close/>
              </a:path>
            </a:pathLst>
          </a:custGeom>
          <a:gradFill>
            <a:gsLst>
              <a:gs pos="0">
                <a:srgbClr val="ABDFFF">
                  <a:alpha val="10000"/>
                </a:srgbClr>
              </a:gs>
              <a:gs pos="100000">
                <a:srgbClr val="ABDFFF">
                  <a:alpha val="50000"/>
                </a:srgbClr>
              </a:gs>
            </a:gsLst>
            <a:lin ang="900000" scaled="0"/>
          </a:gradFill>
          <a:ln w="0" cap="rnd" cmpd="sng" algn="ctr">
            <a:solidFill>
              <a:schemeClr val="bg1">
                <a:alpha val="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6" name="Rectangle 1030">
            <a:extLst>
              <a:ext uri="{FF2B5EF4-FFF2-40B4-BE49-F238E27FC236}">
                <a16:creationId xmlns:a16="http://schemas.microsoft.com/office/drawing/2014/main" id="{457AA815-483B-3682-1711-3B960E5E9F9D}"/>
              </a:ext>
            </a:extLst>
          </p:cNvPr>
          <p:cNvSpPr txBox="1">
            <a:spLocks noChangeArrowheads="1"/>
          </p:cNvSpPr>
          <p:nvPr/>
        </p:nvSpPr>
        <p:spPr bwMode="auto">
          <a:xfrm>
            <a:off x="49097" y="24548"/>
            <a:ext cx="5701192" cy="9948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ctr"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1" i="0" u="none" strike="noStrike" kern="0" cap="none" spc="0" normalizeH="0" baseline="0" noProof="0" dirty="0">
                <a:ln>
                  <a:noFill/>
                </a:ln>
                <a:solidFill>
                  <a:srgbClr val="151C77"/>
                </a:solidFill>
                <a:effectLst/>
                <a:uLnTx/>
                <a:uFillTx/>
                <a:latin typeface="Arial"/>
                <a:ea typeface="+mj-ea"/>
                <a:cs typeface="+mj-cs"/>
              </a:rPr>
              <a:t>The Transformational Model’s</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1" i="0" u="none" strike="noStrike" kern="0" cap="none" spc="0" normalizeH="0" baseline="0" noProof="0" dirty="0">
                <a:ln>
                  <a:noFill/>
                </a:ln>
                <a:solidFill>
                  <a:srgbClr val="151C77"/>
                </a:solidFill>
                <a:effectLst/>
                <a:uLnTx/>
                <a:uFillTx/>
                <a:latin typeface="Arial"/>
                <a:ea typeface="+mj-ea"/>
                <a:cs typeface="+mj-cs"/>
              </a:rPr>
              <a:t>Next Step toward </a:t>
            </a:r>
            <a:r>
              <a:rPr kumimoji="0" lang="en-US" altLang="en-US" sz="2400" b="1" i="0" u="sng" strike="noStrike" kern="0" cap="none" spc="0" normalizeH="0" baseline="0" noProof="0" dirty="0">
                <a:ln>
                  <a:noFill/>
                </a:ln>
                <a:solidFill>
                  <a:srgbClr val="151C77"/>
                </a:solidFill>
                <a:effectLst/>
                <a:uLnTx/>
                <a:uFillTx/>
                <a:latin typeface="Arial"/>
                <a:ea typeface="+mj-ea"/>
                <a:cs typeface="+mj-cs"/>
              </a:rPr>
              <a:t>Decision Advantage</a:t>
            </a:r>
            <a:r>
              <a:rPr kumimoji="0" lang="en-US" altLang="en-US" sz="2400" b="1" i="0" u="none" strike="noStrike" kern="0" cap="none" spc="0" normalizeH="0" baseline="0" noProof="0" dirty="0">
                <a:ln>
                  <a:noFill/>
                </a:ln>
                <a:solidFill>
                  <a:srgbClr val="151C77"/>
                </a:solidFill>
                <a:effectLst/>
                <a:uLnTx/>
                <a:uFillTx/>
                <a:latin typeface="Arial"/>
                <a:ea typeface="+mj-ea"/>
                <a:cs typeface="+mj-cs"/>
              </a:rPr>
              <a:t>:</a:t>
            </a:r>
          </a:p>
        </p:txBody>
      </p:sp>
      <p:sp>
        <p:nvSpPr>
          <p:cNvPr id="2" name="Rectangle 1030">
            <a:extLst>
              <a:ext uri="{FF2B5EF4-FFF2-40B4-BE49-F238E27FC236}">
                <a16:creationId xmlns:a16="http://schemas.microsoft.com/office/drawing/2014/main" id="{5FB64EB1-7AC8-1E22-7194-52CB17E9D480}"/>
              </a:ext>
            </a:extLst>
          </p:cNvPr>
          <p:cNvSpPr txBox="1">
            <a:spLocks noChangeArrowheads="1"/>
          </p:cNvSpPr>
          <p:nvPr/>
        </p:nvSpPr>
        <p:spPr bwMode="auto">
          <a:xfrm>
            <a:off x="122830" y="4503761"/>
            <a:ext cx="5315803" cy="226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9144" rIns="45720" bIns="9144" numCol="1" anchor="t" anchorCtr="0" compatLnSpc="1">
            <a:prstTxWarp prst="textNoShape">
              <a:avLst/>
            </a:prstTxWarp>
          </a:bodyPr>
          <a:lstStyle>
            <a:lvl1pPr algn="l" rtl="0" eaLnBrk="0" fontAlgn="base" hangingPunct="0">
              <a:spcBef>
                <a:spcPct val="0"/>
              </a:spcBef>
              <a:spcAft>
                <a:spcPct val="0"/>
              </a:spcAft>
              <a:tabLst>
                <a:tab pos="9834563" algn="r"/>
              </a:tabLs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189" algn="r" rtl="0" eaLnBrk="0" fontAlgn="base" hangingPunct="0">
              <a:spcBef>
                <a:spcPct val="0"/>
              </a:spcBef>
              <a:spcAft>
                <a:spcPct val="0"/>
              </a:spcAft>
              <a:defRPr sz="3600" b="1" i="1">
                <a:solidFill>
                  <a:srgbClr val="151C77"/>
                </a:solidFill>
                <a:latin typeface="Arial" charset="0"/>
              </a:defRPr>
            </a:lvl6pPr>
            <a:lvl7pPr marL="914377" algn="r" rtl="0" eaLnBrk="0" fontAlgn="base" hangingPunct="0">
              <a:spcBef>
                <a:spcPct val="0"/>
              </a:spcBef>
              <a:spcAft>
                <a:spcPct val="0"/>
              </a:spcAft>
              <a:defRPr sz="3600" b="1" i="1">
                <a:solidFill>
                  <a:srgbClr val="151C77"/>
                </a:solidFill>
                <a:latin typeface="Arial" charset="0"/>
              </a:defRPr>
            </a:lvl7pPr>
            <a:lvl8pPr marL="1371566" algn="r" rtl="0" eaLnBrk="0" fontAlgn="base" hangingPunct="0">
              <a:spcBef>
                <a:spcPct val="0"/>
              </a:spcBef>
              <a:spcAft>
                <a:spcPct val="0"/>
              </a:spcAft>
              <a:defRPr sz="3600" b="1" i="1">
                <a:solidFill>
                  <a:srgbClr val="151C77"/>
                </a:solidFill>
                <a:latin typeface="Arial" charset="0"/>
              </a:defRPr>
            </a:lvl8pPr>
            <a:lvl9pPr marL="1828754" algn="r" rtl="0" eaLnBrk="0" fontAlgn="base" hangingPunct="0">
              <a:spcBef>
                <a:spcPct val="0"/>
              </a:spcBef>
              <a:spcAft>
                <a:spcPct val="0"/>
              </a:spcAft>
              <a:defRPr sz="3600" b="1" i="1">
                <a:solidFill>
                  <a:srgbClr val="151C77"/>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400" b="0" i="0" u="none" strike="noStrike" kern="0" cap="none" spc="0" normalizeH="0" baseline="0" noProof="0" dirty="0">
                <a:ln>
                  <a:noFill/>
                </a:ln>
                <a:solidFill>
                  <a:srgbClr val="151C77"/>
                </a:solidFill>
                <a:effectLst/>
                <a:uLnTx/>
                <a:uFillTx/>
                <a:latin typeface="Arial"/>
                <a:ea typeface="+mj-ea"/>
                <a:cs typeface="+mj-cs"/>
              </a:rPr>
              <a:t>52 discrete Decision Functions (DFs)</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1600" b="0" i="1" u="none" strike="noStrike" kern="0" cap="none" spc="0" normalizeH="0" baseline="0" noProof="0" dirty="0">
                <a:ln>
                  <a:noFill/>
                </a:ln>
                <a:solidFill>
                  <a:srgbClr val="000000"/>
                </a:solidFill>
                <a:effectLst/>
                <a:uLnTx/>
                <a:uFillTx/>
                <a:latin typeface="Arial"/>
                <a:ea typeface="+mj-ea"/>
                <a:cs typeface="+mj-cs"/>
              </a:rPr>
              <a:t>(each 3-letter acronym represents one DF)</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000" b="0" i="1" u="none" strike="noStrike" kern="0" cap="none" spc="0" normalizeH="0" baseline="0" noProof="0" dirty="0">
                <a:ln>
                  <a:noFill/>
                </a:ln>
                <a:solidFill>
                  <a:srgbClr val="151C77"/>
                </a:solidFill>
                <a:effectLst/>
                <a:uLnTx/>
                <a:uFillTx/>
                <a:latin typeface="Arial"/>
                <a:ea typeface="+mj-ea"/>
                <a:cs typeface="+mj-cs"/>
              </a:rPr>
              <a:t>Opportunities to leverage</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000" b="0" i="1" u="none" strike="noStrike" kern="0" cap="none" spc="0" normalizeH="0" baseline="0" noProof="0" dirty="0">
                <a:ln>
                  <a:noFill/>
                </a:ln>
                <a:solidFill>
                  <a:srgbClr val="151C77"/>
                </a:solidFill>
                <a:effectLst/>
                <a:uLnTx/>
                <a:uFillTx/>
                <a:latin typeface="Arial"/>
                <a:ea typeface="+mj-ea"/>
                <a:cs typeface="+mj-cs"/>
              </a:rPr>
              <a:t>existing &amp; emerging technologies</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000" b="0" i="1" u="none" strike="noStrike" kern="0" cap="none" spc="0" normalizeH="0" baseline="0" noProof="0" dirty="0">
                <a:ln>
                  <a:noFill/>
                </a:ln>
                <a:solidFill>
                  <a:srgbClr val="151C77"/>
                </a:solidFill>
                <a:effectLst/>
                <a:uLnTx/>
                <a:uFillTx/>
                <a:latin typeface="Arial"/>
                <a:ea typeface="+mj-ea"/>
                <a:cs typeface="+mj-cs"/>
              </a:rPr>
              <a:t>to optimize human-machine teaming</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2000" b="0" i="1" u="none" strike="noStrike" kern="0" cap="none" spc="0" normalizeH="0" baseline="0" noProof="0" dirty="0">
                <a:ln>
                  <a:noFill/>
                </a:ln>
                <a:solidFill>
                  <a:srgbClr val="151C77"/>
                </a:solidFill>
                <a:effectLst/>
                <a:uLnTx/>
                <a:uFillTx/>
                <a:latin typeface="Arial"/>
                <a:ea typeface="+mj-ea"/>
                <a:cs typeface="+mj-cs"/>
              </a:rPr>
              <a:t>for </a:t>
            </a:r>
            <a:r>
              <a:rPr kumimoji="0" lang="en-US" altLang="en-US" sz="2000" b="1" i="1" u="none" strike="noStrike" kern="0" cap="none" spc="0" normalizeH="0" baseline="0" noProof="0" dirty="0">
                <a:ln>
                  <a:noFill/>
                </a:ln>
                <a:solidFill>
                  <a:srgbClr val="151C77"/>
                </a:solidFill>
                <a:effectLst/>
                <a:uLnTx/>
                <a:uFillTx/>
                <a:latin typeface="Arial"/>
                <a:ea typeface="+mj-ea"/>
                <a:cs typeface="+mj-cs"/>
              </a:rPr>
              <a:t>collaborative decision-making</a:t>
            </a:r>
          </a:p>
          <a:p>
            <a:pPr marL="0" marR="0" lvl="0" indent="0" algn="ctr" defTabSz="914400" rtl="0" eaLnBrk="0" fontAlgn="base" latinLnBrk="0" hangingPunct="0">
              <a:lnSpc>
                <a:spcPct val="100000"/>
              </a:lnSpc>
              <a:spcBef>
                <a:spcPct val="0"/>
              </a:spcBef>
              <a:spcAft>
                <a:spcPct val="0"/>
              </a:spcAft>
              <a:buClrTx/>
              <a:buSzTx/>
              <a:buFontTx/>
              <a:buNone/>
              <a:tabLst>
                <a:tab pos="9834563" algn="r"/>
              </a:tabLst>
              <a:defRPr/>
            </a:pPr>
            <a:r>
              <a:rPr kumimoji="0" lang="en-US" altLang="en-US" sz="1400" b="0" i="0" u="none" strike="noStrike" kern="0" cap="none" spc="0" normalizeH="0" baseline="0" noProof="0" dirty="0">
                <a:ln>
                  <a:noFill/>
                </a:ln>
                <a:solidFill>
                  <a:srgbClr val="000000">
                    <a:lumMod val="50000"/>
                    <a:lumOff val="50000"/>
                  </a:srgbClr>
                </a:solidFill>
                <a:effectLst/>
                <a:uLnTx/>
                <a:uFillTx/>
                <a:latin typeface="Arial"/>
                <a:ea typeface="+mj-ea"/>
                <a:cs typeface="+mj-cs"/>
              </a:rPr>
              <a:t>(not just workflow automations or data movement / presentation)</a:t>
            </a:r>
          </a:p>
        </p:txBody>
      </p:sp>
      <p:sp>
        <p:nvSpPr>
          <p:cNvPr id="3" name="Oval 2">
            <a:extLst>
              <a:ext uri="{FF2B5EF4-FFF2-40B4-BE49-F238E27FC236}">
                <a16:creationId xmlns:a16="http://schemas.microsoft.com/office/drawing/2014/main" id="{F914EE5A-61AE-5E5F-1180-6599744987D6}"/>
              </a:ext>
            </a:extLst>
          </p:cNvPr>
          <p:cNvSpPr>
            <a:spLocks noChangeAspect="1"/>
          </p:cNvSpPr>
          <p:nvPr/>
        </p:nvSpPr>
        <p:spPr>
          <a:xfrm>
            <a:off x="444384" y="1312805"/>
            <a:ext cx="3278981" cy="1983582"/>
          </a:xfrm>
          <a:prstGeom prst="ellipse">
            <a:avLst/>
          </a:prstGeom>
          <a:noFill/>
          <a:ln w="25400">
            <a:solidFill>
              <a:schemeClr val="tx1"/>
            </a:solidFill>
          </a:ln>
          <a:effectLst>
            <a:glow rad="381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7" name="Connector: Curved 6">
            <a:extLst>
              <a:ext uri="{FF2B5EF4-FFF2-40B4-BE49-F238E27FC236}">
                <a16:creationId xmlns:a16="http://schemas.microsoft.com/office/drawing/2014/main" id="{4FB06C61-55D4-DD3D-2A72-7B5973DCDE56}"/>
              </a:ext>
            </a:extLst>
          </p:cNvPr>
          <p:cNvCxnSpPr>
            <a:cxnSpLocks/>
          </p:cNvCxnSpPr>
          <p:nvPr/>
        </p:nvCxnSpPr>
        <p:spPr bwMode="auto">
          <a:xfrm flipV="1">
            <a:off x="4782164" y="4881583"/>
            <a:ext cx="1449744" cy="138532"/>
          </a:xfrm>
          <a:prstGeom prst="curvedConnector3">
            <a:avLst/>
          </a:prstGeom>
          <a:solidFill>
            <a:schemeClr val="accent1"/>
          </a:solidFill>
          <a:ln w="9525" cap="rnd" cmpd="sng" algn="ctr">
            <a:solidFill>
              <a:schemeClr val="tx1"/>
            </a:solidFill>
            <a:prstDash val="solid"/>
            <a:round/>
            <a:headEnd type="none" w="med" len="med"/>
            <a:tailEnd type="triangle"/>
          </a:ln>
          <a:effectLst/>
        </p:spPr>
      </p:cxnSp>
      <p:cxnSp>
        <p:nvCxnSpPr>
          <p:cNvPr id="8" name="Connector: Curved 7">
            <a:extLst>
              <a:ext uri="{FF2B5EF4-FFF2-40B4-BE49-F238E27FC236}">
                <a16:creationId xmlns:a16="http://schemas.microsoft.com/office/drawing/2014/main" id="{5D9B7D28-001B-FB98-6E0D-F100247D6F77}"/>
              </a:ext>
            </a:extLst>
          </p:cNvPr>
          <p:cNvCxnSpPr>
            <a:cxnSpLocks/>
          </p:cNvCxnSpPr>
          <p:nvPr/>
        </p:nvCxnSpPr>
        <p:spPr bwMode="auto">
          <a:xfrm>
            <a:off x="4761769" y="5016883"/>
            <a:ext cx="1718214" cy="184709"/>
          </a:xfrm>
          <a:prstGeom prst="curvedConnector3">
            <a:avLst>
              <a:gd name="adj1" fmla="val 47233"/>
            </a:avLst>
          </a:prstGeom>
          <a:solidFill>
            <a:schemeClr val="accent1"/>
          </a:solidFill>
          <a:ln w="9525" cap="rnd" cmpd="sng" algn="ctr">
            <a:solidFill>
              <a:schemeClr val="tx1"/>
            </a:solidFill>
            <a:prstDash val="solid"/>
            <a:round/>
            <a:headEnd type="none" w="med" len="med"/>
            <a:tailEnd type="triangle"/>
          </a:ln>
          <a:effectLst/>
        </p:spPr>
      </p:cxnSp>
      <p:cxnSp>
        <p:nvCxnSpPr>
          <p:cNvPr id="9" name="Connector: Curved 8">
            <a:extLst>
              <a:ext uri="{FF2B5EF4-FFF2-40B4-BE49-F238E27FC236}">
                <a16:creationId xmlns:a16="http://schemas.microsoft.com/office/drawing/2014/main" id="{F10570FE-4BEA-4C92-E9B5-DD00FBD87A7C}"/>
              </a:ext>
            </a:extLst>
          </p:cNvPr>
          <p:cNvCxnSpPr>
            <a:cxnSpLocks/>
          </p:cNvCxnSpPr>
          <p:nvPr/>
        </p:nvCxnSpPr>
        <p:spPr bwMode="auto">
          <a:xfrm rot="-60000">
            <a:off x="4752964" y="5005987"/>
            <a:ext cx="1932994" cy="461772"/>
          </a:xfrm>
          <a:prstGeom prst="curvedConnector3">
            <a:avLst>
              <a:gd name="adj1" fmla="val 43057"/>
            </a:avLst>
          </a:prstGeom>
          <a:solidFill>
            <a:schemeClr val="accent1"/>
          </a:solidFill>
          <a:ln w="9525" cap="rnd" cmpd="sng" algn="ctr">
            <a:solidFill>
              <a:schemeClr val="tx1"/>
            </a:solidFill>
            <a:prstDash val="solid"/>
            <a:round/>
            <a:headEnd type="none" w="med" len="med"/>
            <a:tailEnd type="triangle"/>
          </a:ln>
          <a:effectLst/>
        </p:spPr>
      </p:cxnSp>
      <p:cxnSp>
        <p:nvCxnSpPr>
          <p:cNvPr id="12" name="Connector: Curved 11">
            <a:extLst>
              <a:ext uri="{FF2B5EF4-FFF2-40B4-BE49-F238E27FC236}">
                <a16:creationId xmlns:a16="http://schemas.microsoft.com/office/drawing/2014/main" id="{EAC76A48-A4AA-0533-94B7-B08428A092E0}"/>
              </a:ext>
            </a:extLst>
          </p:cNvPr>
          <p:cNvCxnSpPr>
            <a:cxnSpLocks/>
          </p:cNvCxnSpPr>
          <p:nvPr/>
        </p:nvCxnSpPr>
        <p:spPr bwMode="auto">
          <a:xfrm rot="-180000">
            <a:off x="4748832" y="4968684"/>
            <a:ext cx="2147771" cy="738835"/>
          </a:xfrm>
          <a:prstGeom prst="curvedConnector3">
            <a:avLst>
              <a:gd name="adj1" fmla="val 35830"/>
            </a:avLst>
          </a:prstGeom>
          <a:solidFill>
            <a:schemeClr val="accent1"/>
          </a:solidFill>
          <a:ln w="9525" cap="rnd" cmpd="sng" algn="ctr">
            <a:solidFill>
              <a:schemeClr val="tx1"/>
            </a:solidFill>
            <a:prstDash val="solid"/>
            <a:round/>
            <a:headEnd type="none" w="med" len="med"/>
            <a:tailEnd type="triangle"/>
          </a:ln>
          <a:effectLst/>
        </p:spPr>
      </p:cxnSp>
      <p:pic>
        <p:nvPicPr>
          <p:cNvPr id="63" name="Picture 62">
            <a:extLst>
              <a:ext uri="{FF2B5EF4-FFF2-40B4-BE49-F238E27FC236}">
                <a16:creationId xmlns:a16="http://schemas.microsoft.com/office/drawing/2014/main" id="{2F0FA0C2-AE44-5746-C8CC-B87B6B35C4DE}"/>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rot="1206162">
            <a:off x="10610266" y="6003411"/>
            <a:ext cx="451713" cy="246705"/>
          </a:xfrm>
          <a:prstGeom prst="rect">
            <a:avLst/>
          </a:prstGeom>
        </p:spPr>
      </p:pic>
      <p:sp>
        <p:nvSpPr>
          <p:cNvPr id="11" name="TextBox 10">
            <a:extLst>
              <a:ext uri="{FF2B5EF4-FFF2-40B4-BE49-F238E27FC236}">
                <a16:creationId xmlns:a16="http://schemas.microsoft.com/office/drawing/2014/main" id="{A3DE83CB-8A7E-F409-CB65-CCD681BCB980}"/>
              </a:ext>
            </a:extLst>
          </p:cNvPr>
          <p:cNvSpPr txBox="1"/>
          <p:nvPr/>
        </p:nvSpPr>
        <p:spPr>
          <a:xfrm>
            <a:off x="60961" y="6629400"/>
            <a:ext cx="1005840" cy="194708"/>
          </a:xfrm>
          <a:prstGeom prst="rect">
            <a:avLst/>
          </a:prstGeom>
          <a:noFill/>
        </p:spPr>
        <p:txBody>
          <a:bodyPr wrap="square" lIns="9144" tIns="9144" rIns="9144" bIns="9144" rtlCol="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Arial" panose="020B0604020202020204" pitchFamily="34" charset="0"/>
                <a:ea typeface="+mn-ea"/>
                <a:cs typeface="+mn-cs"/>
              </a:rPr>
              <a:t>Unclassified</a:t>
            </a:r>
          </a:p>
        </p:txBody>
      </p:sp>
      <p:pic>
        <p:nvPicPr>
          <p:cNvPr id="14" name="Picture 13">
            <a:extLst>
              <a:ext uri="{FF2B5EF4-FFF2-40B4-BE49-F238E27FC236}">
                <a16:creationId xmlns:a16="http://schemas.microsoft.com/office/drawing/2014/main" id="{1D3F1D6C-9E0A-B175-8A0A-E713DE000487}"/>
              </a:ext>
            </a:extLst>
          </p:cNvPr>
          <p:cNvPicPr>
            <a:picLocks noChangeAspect="1"/>
          </p:cNvPicPr>
          <p:nvPr/>
        </p:nvPicPr>
        <p:blipFill>
          <a:blip r:embed="rId4"/>
          <a:stretch>
            <a:fillRect/>
          </a:stretch>
        </p:blipFill>
        <p:spPr>
          <a:xfrm>
            <a:off x="5499280" y="187393"/>
            <a:ext cx="6548770" cy="6574016"/>
          </a:xfrm>
          <a:prstGeom prst="rect">
            <a:avLst/>
          </a:prstGeom>
          <a:effectLst>
            <a:glow rad="38100">
              <a:schemeClr val="bg1"/>
            </a:glow>
          </a:effectLst>
        </p:spPr>
      </p:pic>
      <p:sp>
        <p:nvSpPr>
          <p:cNvPr id="4" name="Text Placeholder 4">
            <a:extLst>
              <a:ext uri="{FF2B5EF4-FFF2-40B4-BE49-F238E27FC236}">
                <a16:creationId xmlns:a16="http://schemas.microsoft.com/office/drawing/2014/main" id="{44B64DDF-5A57-3BB9-3D93-04D5DC093D01}"/>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
        <p:nvSpPr>
          <p:cNvPr id="15" name="Slide Number Placeholder 3">
            <a:extLst>
              <a:ext uri="{FF2B5EF4-FFF2-40B4-BE49-F238E27FC236}">
                <a16:creationId xmlns:a16="http://schemas.microsoft.com/office/drawing/2014/main" id="{22CCCF29-9A18-9EFF-A9EF-026A36675FAF}"/>
              </a:ext>
            </a:extLst>
          </p:cNvPr>
          <p:cNvSpPr>
            <a:spLocks noGrp="1"/>
          </p:cNvSpPr>
          <p:nvPr>
            <p:ph type="sldNum" sz="quarter" idx="11"/>
          </p:nvPr>
        </p:nvSpPr>
        <p:spPr>
          <a:xfrm>
            <a:off x="10650539" y="6524625"/>
            <a:ext cx="1524000" cy="304800"/>
          </a:xfrm>
        </p:spPr>
        <p:txBody>
          <a:bodyPr/>
          <a:lstStyle/>
          <a:p>
            <a:pPr>
              <a:defRPr/>
            </a:pPr>
            <a:fld id="{47256DB1-98A0-4C5B-B461-C003FBFE3B06}" type="slidenum">
              <a:rPr lang="en-US" altLang="en-US" smtClean="0"/>
              <a:pPr>
                <a:defRPr/>
              </a:pPr>
              <a:t>12</a:t>
            </a:fld>
            <a:endParaRPr lang="en-US" altLang="en-US" dirty="0">
              <a:solidFill>
                <a:schemeClr val="bg2"/>
              </a:solidFill>
            </a:endParaRPr>
          </a:p>
        </p:txBody>
      </p:sp>
    </p:spTree>
    <p:extLst>
      <p:ext uri="{BB962C8B-B14F-4D97-AF65-F5344CB8AC3E}">
        <p14:creationId xmlns:p14="http://schemas.microsoft.com/office/powerpoint/2010/main" val="2639064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9E7D-0738-3028-B0A1-F8734E8CE0CD}"/>
              </a:ext>
            </a:extLst>
          </p:cNvPr>
          <p:cNvSpPr>
            <a:spLocks noGrp="1"/>
          </p:cNvSpPr>
          <p:nvPr>
            <p:ph type="title"/>
          </p:nvPr>
        </p:nvSpPr>
        <p:spPr/>
        <p:txBody>
          <a:bodyPr/>
          <a:lstStyle/>
          <a:p>
            <a:pPr algn="l"/>
            <a:endParaRPr lang="en-US" sz="800" i="0" dirty="0">
              <a:solidFill>
                <a:srgbClr val="00B050"/>
              </a:solidFill>
              <a:cs typeface="Arial"/>
            </a:endParaRPr>
          </a:p>
          <a:p>
            <a:endParaRPr lang="en-US" dirty="0">
              <a:cs typeface="Arial"/>
            </a:endParaRPr>
          </a:p>
        </p:txBody>
      </p:sp>
      <p:sp>
        <p:nvSpPr>
          <p:cNvPr id="5" name="Title 1">
            <a:extLst>
              <a:ext uri="{FF2B5EF4-FFF2-40B4-BE49-F238E27FC236}">
                <a16:creationId xmlns:a16="http://schemas.microsoft.com/office/drawing/2014/main" id="{47ECD57E-59AE-0451-C155-E23EC4A31CB0}"/>
              </a:ext>
            </a:extLst>
          </p:cNvPr>
          <p:cNvSpPr>
            <a:spLocks noGrp="1"/>
          </p:cNvSpPr>
          <p:nvPr/>
        </p:nvSpPr>
        <p:spPr bwMode="auto">
          <a:xfrm>
            <a:off x="2430780" y="76200"/>
            <a:ext cx="930997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rtl="0" eaLnBrk="0" fontAlgn="base" hangingPunct="0">
              <a:spcBef>
                <a:spcPct val="0"/>
              </a:spcBef>
              <a:spcAft>
                <a:spcPct val="0"/>
              </a:spcAft>
              <a:defRPr sz="2700" b="1" i="1">
                <a:solidFill>
                  <a:srgbClr val="151C77"/>
                </a:solidFill>
                <a:latin typeface="+mj-lt"/>
                <a:ea typeface="+mj-ea"/>
                <a:cs typeface="+mj-cs"/>
              </a:defRPr>
            </a:lvl1pPr>
            <a:lvl2pPr algn="r" rtl="0" eaLnBrk="0" fontAlgn="base" hangingPunct="0">
              <a:spcBef>
                <a:spcPct val="0"/>
              </a:spcBef>
              <a:spcAft>
                <a:spcPct val="0"/>
              </a:spcAft>
              <a:defRPr sz="2700" b="1" i="1">
                <a:solidFill>
                  <a:srgbClr val="151C77"/>
                </a:solidFill>
                <a:latin typeface="Arial" charset="0"/>
              </a:defRPr>
            </a:lvl2pPr>
            <a:lvl3pPr algn="r" rtl="0" eaLnBrk="0" fontAlgn="base" hangingPunct="0">
              <a:spcBef>
                <a:spcPct val="0"/>
              </a:spcBef>
              <a:spcAft>
                <a:spcPct val="0"/>
              </a:spcAft>
              <a:defRPr sz="2700" b="1" i="1">
                <a:solidFill>
                  <a:srgbClr val="151C77"/>
                </a:solidFill>
                <a:latin typeface="Arial" charset="0"/>
              </a:defRPr>
            </a:lvl3pPr>
            <a:lvl4pPr algn="r" rtl="0" eaLnBrk="0" fontAlgn="base" hangingPunct="0">
              <a:spcBef>
                <a:spcPct val="0"/>
              </a:spcBef>
              <a:spcAft>
                <a:spcPct val="0"/>
              </a:spcAft>
              <a:defRPr sz="2700" b="1" i="1">
                <a:solidFill>
                  <a:srgbClr val="151C77"/>
                </a:solidFill>
                <a:latin typeface="Arial" charset="0"/>
              </a:defRPr>
            </a:lvl4pPr>
            <a:lvl5pPr algn="r" rtl="0" eaLnBrk="0" fontAlgn="base" hangingPunct="0">
              <a:spcBef>
                <a:spcPct val="0"/>
              </a:spcBef>
              <a:spcAft>
                <a:spcPct val="0"/>
              </a:spcAft>
              <a:defRPr sz="2700" b="1" i="1">
                <a:solidFill>
                  <a:srgbClr val="151C77"/>
                </a:solidFill>
                <a:latin typeface="Arial" charset="0"/>
              </a:defRPr>
            </a:lvl5pPr>
            <a:lvl6pPr marL="342900" algn="r" rtl="0" eaLnBrk="0" fontAlgn="base" hangingPunct="0">
              <a:spcBef>
                <a:spcPct val="0"/>
              </a:spcBef>
              <a:spcAft>
                <a:spcPct val="0"/>
              </a:spcAft>
              <a:defRPr sz="2700" b="1" i="1">
                <a:solidFill>
                  <a:srgbClr val="151C77"/>
                </a:solidFill>
                <a:latin typeface="Arial" charset="0"/>
              </a:defRPr>
            </a:lvl6pPr>
            <a:lvl7pPr marL="685800" algn="r" rtl="0" eaLnBrk="0" fontAlgn="base" hangingPunct="0">
              <a:spcBef>
                <a:spcPct val="0"/>
              </a:spcBef>
              <a:spcAft>
                <a:spcPct val="0"/>
              </a:spcAft>
              <a:defRPr sz="2700" b="1" i="1">
                <a:solidFill>
                  <a:srgbClr val="151C77"/>
                </a:solidFill>
                <a:latin typeface="Arial" charset="0"/>
              </a:defRPr>
            </a:lvl7pPr>
            <a:lvl8pPr marL="1028700" algn="r" rtl="0" eaLnBrk="0" fontAlgn="base" hangingPunct="0">
              <a:spcBef>
                <a:spcPct val="0"/>
              </a:spcBef>
              <a:spcAft>
                <a:spcPct val="0"/>
              </a:spcAft>
              <a:defRPr sz="2700" b="1" i="1">
                <a:solidFill>
                  <a:srgbClr val="151C77"/>
                </a:solidFill>
                <a:latin typeface="Arial" charset="0"/>
              </a:defRPr>
            </a:lvl8pPr>
            <a:lvl9pPr marL="1371600" algn="r" rtl="0" eaLnBrk="0" fontAlgn="base" hangingPunct="0">
              <a:spcBef>
                <a:spcPct val="0"/>
              </a:spcBef>
              <a:spcAft>
                <a:spcPct val="0"/>
              </a:spcAft>
              <a:defRPr sz="2700" b="1" i="1">
                <a:solidFill>
                  <a:srgbClr val="151C77"/>
                </a:solidFill>
                <a:latin typeface="Arial" charset="0"/>
              </a:defRPr>
            </a:lvl9pPr>
          </a:lstStyle>
          <a:p>
            <a:r>
              <a:rPr lang="en-US" sz="2400" dirty="0"/>
              <a:t>Transformational Model – Battle Management (TM-BM)</a:t>
            </a:r>
            <a:br>
              <a:rPr lang="en-US" sz="2400" dirty="0"/>
            </a:br>
            <a:r>
              <a:rPr lang="en-US" altLang="en-US" sz="1800" b="0" kern="0" dirty="0"/>
              <a:t>Overview</a:t>
            </a:r>
            <a:endParaRPr lang="en-US" sz="1800" dirty="0"/>
          </a:p>
        </p:txBody>
      </p:sp>
      <p:sp>
        <p:nvSpPr>
          <p:cNvPr id="7" name="Text Placeholder 4">
            <a:extLst>
              <a:ext uri="{FF2B5EF4-FFF2-40B4-BE49-F238E27FC236}">
                <a16:creationId xmlns:a16="http://schemas.microsoft.com/office/drawing/2014/main" id="{E5F3F292-81B3-0B4B-630D-19EB42B3FD06}"/>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pic>
        <p:nvPicPr>
          <p:cNvPr id="3" name="Picture 2">
            <a:extLst>
              <a:ext uri="{FF2B5EF4-FFF2-40B4-BE49-F238E27FC236}">
                <a16:creationId xmlns:a16="http://schemas.microsoft.com/office/drawing/2014/main" id="{358628DD-6526-FFDD-8B2E-F5F6D0B21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31" y="1162789"/>
            <a:ext cx="11355738" cy="3730765"/>
          </a:xfrm>
          <a:prstGeom prst="rect">
            <a:avLst/>
          </a:prstGeom>
        </p:spPr>
      </p:pic>
      <p:sp>
        <p:nvSpPr>
          <p:cNvPr id="9" name="Content Placeholder 2">
            <a:extLst>
              <a:ext uri="{FF2B5EF4-FFF2-40B4-BE49-F238E27FC236}">
                <a16:creationId xmlns:a16="http://schemas.microsoft.com/office/drawing/2014/main" id="{96089F97-188F-EE30-6892-B767241D75C0}"/>
              </a:ext>
            </a:extLst>
          </p:cNvPr>
          <p:cNvSpPr>
            <a:spLocks noGrp="1"/>
          </p:cNvSpPr>
          <p:nvPr>
            <p:ph idx="1"/>
          </p:nvPr>
        </p:nvSpPr>
        <p:spPr>
          <a:xfrm>
            <a:off x="505838" y="4920423"/>
            <a:ext cx="10792082" cy="1425543"/>
          </a:xfrm>
        </p:spPr>
        <p:txBody>
          <a:bodyPr/>
          <a:lstStyle/>
          <a:p>
            <a:pPr marL="213995" indent="-213995"/>
            <a:r>
              <a:rPr lang="en-US" sz="1800" dirty="0">
                <a:cs typeface="Arial"/>
              </a:rPr>
              <a:t>Perceive Actionable Entity (PAE):</a:t>
            </a:r>
          </a:p>
          <a:p>
            <a:pPr marL="516255" lvl="1" indent="-213995"/>
            <a:r>
              <a:rPr lang="en-US" sz="1600" dirty="0">
                <a:ea typeface="Calibri" panose="020F0502020204030204" pitchFamily="34" charset="0"/>
                <a:cs typeface="Arial" panose="020B0604020202020204" pitchFamily="34" charset="0"/>
              </a:rPr>
              <a:t>D</a:t>
            </a:r>
            <a:r>
              <a:rPr lang="en-US" sz="1600" dirty="0">
                <a:effectLst/>
                <a:ea typeface="Calibri" panose="020F0502020204030204" pitchFamily="34" charset="0"/>
                <a:cs typeface="Arial" panose="020B0604020202020204" pitchFamily="34" charset="0"/>
              </a:rPr>
              <a:t>etermines possible, desirable, and permissible actions to take on something in the Operational Environment—whether it is a target (e.g., to investigate or prosecute) or a task objective (e.g., to rescue, refuel, resupply, etc.)—to achieve a specific effect, calculates the window of opportunity for those actions, and highlights conflicts between desired effects.</a:t>
            </a:r>
            <a:endParaRPr lang="en-US" sz="1600" dirty="0">
              <a:cs typeface="Arial"/>
            </a:endParaRPr>
          </a:p>
        </p:txBody>
      </p:sp>
      <p:sp>
        <p:nvSpPr>
          <p:cNvPr id="11" name="Slide Number Placeholder 3">
            <a:extLst>
              <a:ext uri="{FF2B5EF4-FFF2-40B4-BE49-F238E27FC236}">
                <a16:creationId xmlns:a16="http://schemas.microsoft.com/office/drawing/2014/main" id="{87D5EAA9-95FE-9DE7-E8E4-426BE4A238E1}"/>
              </a:ext>
            </a:extLst>
          </p:cNvPr>
          <p:cNvSpPr>
            <a:spLocks noGrp="1"/>
          </p:cNvSpPr>
          <p:nvPr>
            <p:ph type="sldNum" sz="quarter" idx="11"/>
          </p:nvPr>
        </p:nvSpPr>
        <p:spPr>
          <a:xfrm>
            <a:off x="10650539" y="6524625"/>
            <a:ext cx="1524000" cy="304800"/>
          </a:xfrm>
        </p:spPr>
        <p:txBody>
          <a:bodyPr/>
          <a:lstStyle/>
          <a:p>
            <a:pPr>
              <a:defRPr/>
            </a:pPr>
            <a:fld id="{47256DB1-98A0-4C5B-B461-C003FBFE3B06}" type="slidenum">
              <a:rPr lang="en-US" altLang="en-US" smtClean="0"/>
              <a:pPr>
                <a:defRPr/>
              </a:pPr>
              <a:t>13</a:t>
            </a:fld>
            <a:endParaRPr lang="en-US" altLang="en-US" dirty="0">
              <a:solidFill>
                <a:schemeClr val="bg2"/>
              </a:solidFill>
            </a:endParaRPr>
          </a:p>
        </p:txBody>
      </p:sp>
    </p:spTree>
    <p:extLst>
      <p:ext uri="{BB962C8B-B14F-4D97-AF65-F5344CB8AC3E}">
        <p14:creationId xmlns:p14="http://schemas.microsoft.com/office/powerpoint/2010/main" val="3539472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429BE-7950-AD58-956F-0A909DE54FA9}"/>
              </a:ext>
            </a:extLst>
          </p:cNvPr>
          <p:cNvSpPr>
            <a:spLocks noGrp="1"/>
          </p:cNvSpPr>
          <p:nvPr>
            <p:ph idx="1"/>
          </p:nvPr>
        </p:nvSpPr>
        <p:spPr>
          <a:xfrm>
            <a:off x="521208" y="1645923"/>
            <a:ext cx="11137392" cy="3981154"/>
          </a:xfrm>
        </p:spPr>
        <p:txBody>
          <a:bodyPr anchor="ctr"/>
          <a:lstStyle/>
          <a:p>
            <a:pPr marL="0" indent="0" algn="ctr">
              <a:buNone/>
            </a:pPr>
            <a:r>
              <a:rPr lang="en-US" sz="3600" dirty="0">
                <a:solidFill>
                  <a:srgbClr val="002060"/>
                </a:solidFill>
              </a:rPr>
              <a:t>Ask Me Anything</a:t>
            </a:r>
            <a:endParaRPr lang="en-US" sz="3600" b="0" dirty="0">
              <a:solidFill>
                <a:srgbClr val="002060"/>
              </a:solidFill>
              <a:cs typeface="Arial"/>
            </a:endParaRPr>
          </a:p>
        </p:txBody>
      </p:sp>
      <p:sp>
        <p:nvSpPr>
          <p:cNvPr id="4" name="Slide Number Placeholder 3">
            <a:extLst>
              <a:ext uri="{FF2B5EF4-FFF2-40B4-BE49-F238E27FC236}">
                <a16:creationId xmlns:a16="http://schemas.microsoft.com/office/drawing/2014/main" id="{EF3817AF-2E08-A142-515E-47E5863494D1}"/>
              </a:ext>
            </a:extLst>
          </p:cNvPr>
          <p:cNvSpPr>
            <a:spLocks noGrp="1"/>
          </p:cNvSpPr>
          <p:nvPr>
            <p:ph type="sldNum" sz="quarter" idx="11"/>
          </p:nvPr>
        </p:nvSpPr>
        <p:spPr/>
        <p:txBody>
          <a:bodyPr/>
          <a:lstStyle/>
          <a:p>
            <a:pPr>
              <a:defRPr/>
            </a:pPr>
            <a:fld id="{47256DB1-98A0-4C5B-B461-C003FBFE3B06}" type="slidenum">
              <a:rPr lang="en-US" altLang="en-US" smtClean="0"/>
              <a:pPr>
                <a:defRPr/>
              </a:pPr>
              <a:t>14</a:t>
            </a:fld>
            <a:endParaRPr lang="en-US" altLang="en-US" dirty="0">
              <a:solidFill>
                <a:schemeClr val="bg2"/>
              </a:solidFill>
            </a:endParaRPr>
          </a:p>
        </p:txBody>
      </p:sp>
      <p:sp>
        <p:nvSpPr>
          <p:cNvPr id="7" name="Text Placeholder 4">
            <a:extLst>
              <a:ext uri="{FF2B5EF4-FFF2-40B4-BE49-F238E27FC236}">
                <a16:creationId xmlns:a16="http://schemas.microsoft.com/office/drawing/2014/main" id="{85193927-55EB-CAD5-5991-170A577C11D6}"/>
              </a:ext>
            </a:extLst>
          </p:cNvPr>
          <p:cNvSpPr txBox="1">
            <a:spLocks/>
          </p:cNvSpPr>
          <p:nvPr/>
        </p:nvSpPr>
        <p:spPr bwMode="auto">
          <a:xfrm>
            <a:off x="3352800" y="4282"/>
            <a:ext cx="5486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noAutofit/>
          </a:bodyPr>
          <a:lstStyle>
            <a:lvl1pPr marL="0" indent="0" algn="l" rtl="0" eaLnBrk="0" fontAlgn="base" hangingPunct="0">
              <a:spcBef>
                <a:spcPct val="50000"/>
              </a:spcBef>
              <a:spcAft>
                <a:spcPct val="0"/>
              </a:spcAft>
              <a:buClr>
                <a:srgbClr val="151C77"/>
              </a:buClr>
              <a:buSzPct val="80000"/>
              <a:buFont typeface="Wingdings" panose="05000000000000000000" pitchFamily="2" charset="2"/>
              <a:buNone/>
              <a:defRPr sz="1200" b="1">
                <a:solidFill>
                  <a:srgbClr val="00B050"/>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anose="05000000000000000000"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anose="05000000000000000000"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a:lstStyle>
          <a:p>
            <a:r>
              <a:rPr lang="en-US" kern="0" dirty="0"/>
              <a:t>UNCLASSIFIED</a:t>
            </a:r>
          </a:p>
        </p:txBody>
      </p:sp>
    </p:spTree>
    <p:extLst>
      <p:ext uri="{BB962C8B-B14F-4D97-AF65-F5344CB8AC3E}">
        <p14:creationId xmlns:p14="http://schemas.microsoft.com/office/powerpoint/2010/main" val="4178447728"/>
      </p:ext>
    </p:extLst>
  </p:cSld>
  <p:clrMapOvr>
    <a:masterClrMapping/>
  </p:clrMapOvr>
</p:sld>
</file>

<file path=ppt/theme/theme1.xml><?xml version="1.0" encoding="utf-8"?>
<a:theme xmlns:a="http://schemas.openxmlformats.org/drawingml/2006/main" name="USAF(Unclas)">
  <a:themeElements>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DFF4DAB9CB464C846CC88F61B50804" ma:contentTypeVersion="15" ma:contentTypeDescription="Create a new document." ma:contentTypeScope="" ma:versionID="cf94dd4adcb86e547a33e44b6a22cdbf">
  <xsd:schema xmlns:xsd="http://www.w3.org/2001/XMLSchema" xmlns:xs="http://www.w3.org/2001/XMLSchema" xmlns:p="http://schemas.microsoft.com/office/2006/metadata/properties" xmlns:ns2="30d4047a-1f11-4681-8f04-ce7d58e4e2fa" xmlns:ns3="60e648d0-341d-4664-872e-1b1a3fe07e25" xmlns:ns4="bac4e3eb-747f-43bc-bf10-c1bbb893ecac" targetNamespace="http://schemas.microsoft.com/office/2006/metadata/properties" ma:root="true" ma:fieldsID="21790bda4e50b10fa44a6352749b7f4f" ns2:_="" ns3:_="" ns4:_="">
    <xsd:import namespace="30d4047a-1f11-4681-8f04-ce7d58e4e2fa"/>
    <xsd:import namespace="60e648d0-341d-4664-872e-1b1a3fe07e25"/>
    <xsd:import namespace="bac4e3eb-747f-43bc-bf10-c1bbb893eca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4047a-1f11-4681-8f04-ce7d58e4e2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e648d0-341d-4664-872e-1b1a3fe07e25"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c4e3eb-747f-43bc-bf10-c1bbb893ecac"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a4a3bd9c-5849-4c4a-917c-42c22e63b53c}" ma:internalName="TaxCatchAll" ma:showField="CatchAllData" ma:web="60e648d0-341d-4664-872e-1b1a3fe07e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60e648d0-341d-4664-872e-1b1a3fe07e25">
      <UserInfo>
        <DisplayName>SharePoint Service Administrator</DisplayName>
        <AccountId>570</AccountId>
        <AccountType/>
      </UserInfo>
      <UserInfo>
        <DisplayName>WATERS, STEVEN G CIV USAF ACC 805 CTS/CB</DisplayName>
        <AccountId>960</AccountId>
        <AccountType/>
      </UserInfo>
    </SharedWithUsers>
    <TaxCatchAll xmlns="bac4e3eb-747f-43bc-bf10-c1bbb893ecac" xsi:nil="true"/>
    <lcf76f155ced4ddcb4097134ff3c332f xmlns="30d4047a-1f11-4681-8f04-ce7d58e4e2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9E10877-C40E-4D9A-9329-E93F0D05F862}">
  <ds:schemaRefs>
    <ds:schemaRef ds:uri="http://schemas.microsoft.com/sharepoint/v3/contenttype/forms"/>
  </ds:schemaRefs>
</ds:datastoreItem>
</file>

<file path=customXml/itemProps2.xml><?xml version="1.0" encoding="utf-8"?>
<ds:datastoreItem xmlns:ds="http://schemas.openxmlformats.org/officeDocument/2006/customXml" ds:itemID="{17CBB0D3-E4AF-4913-9944-FD80FE8A24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4047a-1f11-4681-8f04-ce7d58e4e2fa"/>
    <ds:schemaRef ds:uri="60e648d0-341d-4664-872e-1b1a3fe07e25"/>
    <ds:schemaRef ds:uri="bac4e3eb-747f-43bc-bf10-c1bbb893ec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3391D34-F181-480F-B297-504A6D4CF818}">
  <ds:schemaRefs>
    <ds:schemaRef ds:uri="bac4e3eb-747f-43bc-bf10-c1bbb893ecac"/>
    <ds:schemaRef ds:uri="http://www.w3.org/XML/1998/namespace"/>
    <ds:schemaRef ds:uri="http://schemas.microsoft.com/office/2006/metadata/properties"/>
    <ds:schemaRef ds:uri="http://purl.org/dc/dcmitype/"/>
    <ds:schemaRef ds:uri="60e648d0-341d-4664-872e-1b1a3fe07e25"/>
    <ds:schemaRef ds:uri="http://schemas.openxmlformats.org/package/2006/metadata/core-properties"/>
    <ds:schemaRef ds:uri="http://schemas.microsoft.com/office/2006/documentManagement/types"/>
    <ds:schemaRef ds:uri="http://schemas.microsoft.com/office/infopath/2007/PartnerControls"/>
    <ds:schemaRef ds:uri="30d4047a-1f11-4681-8f04-ce7d58e4e2fa"/>
    <ds:schemaRef ds:uri="http://purl.org/dc/terms/"/>
    <ds:schemaRef ds:uri="http://purl.org/dc/elements/1.1/"/>
  </ds:schemaRefs>
</ds:datastoreItem>
</file>

<file path=docMetadata/LabelInfo.xml><?xml version="1.0" encoding="utf-8"?>
<clbl:labelList xmlns:clbl="http://schemas.microsoft.com/office/2020/mipLabelMetadata">
  <clbl:label id="{8331b18d-2d87-48ef-a35f-ac8818ebf9b4}" enabled="0" method="" siteId="{8331b18d-2d87-48ef-a35f-ac8818ebf9b4}" removed="1"/>
</clbl:labelList>
</file>

<file path=docProps/app.xml><?xml version="1.0" encoding="utf-8"?>
<Properties xmlns="http://schemas.openxmlformats.org/officeDocument/2006/extended-properties" xmlns:vt="http://schemas.openxmlformats.org/officeDocument/2006/docPropsVTypes">
  <Template/>
  <TotalTime>24493</TotalTime>
  <Words>1455</Words>
  <Application>Microsoft Office PowerPoint</Application>
  <PresentationFormat>Widescreen</PresentationFormat>
  <Paragraphs>296</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Narrow</vt:lpstr>
      <vt:lpstr>Calibri</vt:lpstr>
      <vt:lpstr>Century Schoolbook</vt:lpstr>
      <vt:lpstr>Comic Sans MS</vt:lpstr>
      <vt:lpstr>Wingdings</vt:lpstr>
      <vt:lpstr>USAF(Unclas)</vt:lpstr>
      <vt:lpstr>Decision Advantage Sprint for Human-machine-teaming DASH 1 - Perceive Actionable Entities (PAE) Information Briefing and “Ask Me Anything” Advanced Battle Management System Cross-Functional Team 711th Human Performance Wing</vt:lpstr>
      <vt:lpstr>Topics</vt:lpstr>
      <vt:lpstr>DASH Basics Enriching C2 Decision Advantage Software Requirements</vt:lpstr>
      <vt:lpstr>DASH 1 Milestones and Draft Schedule</vt:lpstr>
      <vt:lpstr>Location:  Howard Hughes Operations Center (H2O) 3773 Howard Hughes Parkway Suite 300, Las Vegas, NV 89169</vt:lpstr>
      <vt:lpstr>Deliverables and Outcomes</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CANNON, CHRISTOPHER C Col USAF HAF AF/A57DJ</dc:creator>
  <cp:lastModifiedBy>CANNON, CHRISTOPHER C Col USAF HAF AF/A57RB</cp:lastModifiedBy>
  <cp:revision>521</cp:revision>
  <dcterms:created xsi:type="dcterms:W3CDTF">2023-08-09T20:27:37Z</dcterms:created>
  <dcterms:modified xsi:type="dcterms:W3CDTF">2025-02-21T15:46:03Z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0x01010032DFF4DAB9CB464C846CC88F61B50804</vt:lpwstr>
  </property>
  <property fmtid="{D5CDD505-2E9C-101B-9397-08002B2CF9AE}" pid="3" name="MediaServiceImageTags">
    <vt:lpwstr/>
  </property>
  <property fmtid="{D5CDD505-2E9C-101B-9397-08002B2CF9AE}" pid="4" name="Order">
    <vt:r8>253000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SharedWithUsers">
    <vt:lpwstr>43;#TURNER, COLE L 1st Lt USAF ACC 805 CTS/DOZ;#41;#ZALL, JONATHAN E Col USAF AFDW SAF/AQ;#13;#THOMAS, JACOB M Lt Col USAF HAF AF/A57DJ;#46;#TEJADA, MIGUEL A JR MSgt USAF HAF AF/A5/7;#48;#WINTCH, TIMOTHY M Lt Col USAF HAF AF/A5;#50;#MOLHO, DYLAN J CIV USAF HAF SAF/SA;#67;#RIOS, NAZARETH CIV USAF HAF SAF/SA;#19;#CANNON, CHRISTOPHER C Col USAF HAF AF/A57DJ</vt:lpwstr>
  </property>
</Properties>
</file>