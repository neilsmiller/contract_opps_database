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theme/theme2.xml" ContentType="application/vnd.openxmlformats-officedocument.theme+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theme/theme3.xml" ContentType="application/vnd.openxmlformats-officedocument.theme+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theme/theme4.xml" ContentType="application/vnd.openxmlformats-officedocument.theme+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theme/theme5.xml" ContentType="application/vnd.openxmlformats-officedocument.theme+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theme/theme6.xml" ContentType="application/vnd.openxmlformats-officedocument.theme+xml"/>
  <Override PartName="/ppt/slideLayouts/slideLayout139.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theme/theme7.xml" ContentType="application/vnd.openxmlformats-officedocument.theme+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theme/theme8.xml" ContentType="application/vnd.openxmlformats-officedocument.theme+xml"/>
  <Override PartName="/ppt/theme/theme9.xml" ContentType="application/vnd.openxmlformats-officedocument.theme+xml"/>
  <Override PartName="/ppt/theme/theme10.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4142" r:id="rId4"/>
    <p:sldMasterId id="2147484051" r:id="rId5"/>
    <p:sldMasterId id="2147484081" r:id="rId6"/>
    <p:sldMasterId id="2147484110" r:id="rId7"/>
    <p:sldMasterId id="2147484170" r:id="rId8"/>
    <p:sldMasterId id="2147483723" r:id="rId9"/>
    <p:sldMasterId id="2147484198" r:id="rId10"/>
    <p:sldMasterId id="2147484202" r:id="rId11"/>
  </p:sldMasterIdLst>
  <p:notesMasterIdLst>
    <p:notesMasterId r:id="rId32"/>
  </p:notesMasterIdLst>
  <p:handoutMasterIdLst>
    <p:handoutMasterId r:id="rId33"/>
  </p:handoutMasterIdLst>
  <p:sldIdLst>
    <p:sldId id="3727" r:id="rId12"/>
    <p:sldId id="7359" r:id="rId13"/>
    <p:sldId id="7360" r:id="rId14"/>
    <p:sldId id="7361" r:id="rId15"/>
    <p:sldId id="7374" r:id="rId16"/>
    <p:sldId id="7375" r:id="rId17"/>
    <p:sldId id="7376" r:id="rId18"/>
    <p:sldId id="7377" r:id="rId19"/>
    <p:sldId id="7378" r:id="rId20"/>
    <p:sldId id="7379" r:id="rId21"/>
    <p:sldId id="7362" r:id="rId22"/>
    <p:sldId id="327" r:id="rId23"/>
    <p:sldId id="263" r:id="rId24"/>
    <p:sldId id="299" r:id="rId25"/>
    <p:sldId id="337" r:id="rId26"/>
    <p:sldId id="336" r:id="rId27"/>
    <p:sldId id="335" r:id="rId28"/>
    <p:sldId id="330" r:id="rId29"/>
    <p:sldId id="334" r:id="rId30"/>
    <p:sldId id="332" r:id="rId3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00B050"/>
    <a:srgbClr val="E4E4E4"/>
    <a:srgbClr val="4D4D4D"/>
    <a:srgbClr val="DEDEDE"/>
    <a:srgbClr val="A29A92"/>
    <a:srgbClr val="00863D"/>
    <a:srgbClr val="C8C8C8"/>
    <a:srgbClr val="FF6600"/>
    <a:srgbClr val="D9D9D9"/>
  </p:clrMru>
  <p:extLst>
    <p:ext uri="{E76CE94A-603C-4142-B9EB-6D1370010A27}">
      <p14:discardImageEditData xmlns:p14="http://schemas.microsoft.com/office/powerpoint/2010/main" val="1"/>
    </p:ext>
    <p:ext uri="{D31A062A-798A-4329-ABDD-BBA856620510}">
      <p14:defaultImageDpi xmlns:p14="http://schemas.microsoft.com/office/powerpoint/2010/main" val="96"/>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206" y="58"/>
      </p:cViewPr>
      <p:guideLst/>
    </p:cSldViewPr>
  </p:slideViewPr>
  <p:notesTextViewPr>
    <p:cViewPr>
      <p:scale>
        <a:sx n="1" d="1"/>
        <a:sy n="1" d="1"/>
      </p:scale>
      <p:origin x="0" y="0"/>
    </p:cViewPr>
  </p:notesTextViewPr>
  <p:notesViewPr>
    <p:cSldViewPr snapToGrid="0">
      <p:cViewPr varScale="1">
        <p:scale>
          <a:sx n="84" d="100"/>
          <a:sy n="84" d="100"/>
        </p:scale>
        <p:origin x="3912" y="9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2.xml"/><Relationship Id="rId18" Type="http://schemas.openxmlformats.org/officeDocument/2006/relationships/slide" Target="slides/slide7.xml"/><Relationship Id="rId26" Type="http://schemas.openxmlformats.org/officeDocument/2006/relationships/slide" Target="slides/slide15.xml"/><Relationship Id="rId21" Type="http://schemas.openxmlformats.org/officeDocument/2006/relationships/slide" Target="slides/slide10.xml"/><Relationship Id="rId34" Type="http://schemas.openxmlformats.org/officeDocument/2006/relationships/presProps" Target="presProps.xml"/><Relationship Id="rId7" Type="http://schemas.openxmlformats.org/officeDocument/2006/relationships/slideMaster" Target="slideMasters/slideMaster4.xml"/><Relationship Id="rId12" Type="http://schemas.openxmlformats.org/officeDocument/2006/relationships/slide" Target="slides/slide1.xml"/><Relationship Id="rId17" Type="http://schemas.openxmlformats.org/officeDocument/2006/relationships/slide" Target="slides/slide6.xml"/><Relationship Id="rId25" Type="http://schemas.openxmlformats.org/officeDocument/2006/relationships/slide" Target="slides/slide14.xml"/><Relationship Id="rId33" Type="http://schemas.openxmlformats.org/officeDocument/2006/relationships/handoutMaster" Target="handoutMasters/handoutMaster1.xml"/><Relationship Id="rId2" Type="http://schemas.openxmlformats.org/officeDocument/2006/relationships/customXml" Target="../customXml/item2.xml"/><Relationship Id="rId16" Type="http://schemas.openxmlformats.org/officeDocument/2006/relationships/slide" Target="slides/slide5.xml"/><Relationship Id="rId20" Type="http://schemas.openxmlformats.org/officeDocument/2006/relationships/slide" Target="slides/slide9.xml"/><Relationship Id="rId29" Type="http://schemas.openxmlformats.org/officeDocument/2006/relationships/slide" Target="slides/slide18.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Master" Target="slideMasters/slideMaster8.xml"/><Relationship Id="rId24" Type="http://schemas.openxmlformats.org/officeDocument/2006/relationships/slide" Target="slides/slide13.xml"/><Relationship Id="rId32" Type="http://schemas.openxmlformats.org/officeDocument/2006/relationships/notesMaster" Target="notesMasters/notesMaster1.xml"/><Relationship Id="rId37" Type="http://schemas.openxmlformats.org/officeDocument/2006/relationships/tableStyles" Target="tableStyles.xml"/><Relationship Id="rId5" Type="http://schemas.openxmlformats.org/officeDocument/2006/relationships/slideMaster" Target="slideMasters/slideMaster2.xml"/><Relationship Id="rId15" Type="http://schemas.openxmlformats.org/officeDocument/2006/relationships/slide" Target="slides/slide4.xml"/><Relationship Id="rId23" Type="http://schemas.openxmlformats.org/officeDocument/2006/relationships/slide" Target="slides/slide12.xml"/><Relationship Id="rId28" Type="http://schemas.openxmlformats.org/officeDocument/2006/relationships/slide" Target="slides/slide17.xml"/><Relationship Id="rId36" Type="http://schemas.openxmlformats.org/officeDocument/2006/relationships/theme" Target="theme/theme1.xml"/><Relationship Id="rId10" Type="http://schemas.openxmlformats.org/officeDocument/2006/relationships/slideMaster" Target="slideMasters/slideMaster7.xml"/><Relationship Id="rId19" Type="http://schemas.openxmlformats.org/officeDocument/2006/relationships/slide" Target="slides/slide8.xml"/><Relationship Id="rId31" Type="http://schemas.openxmlformats.org/officeDocument/2006/relationships/slide" Target="slides/slide20.xml"/><Relationship Id="rId4" Type="http://schemas.openxmlformats.org/officeDocument/2006/relationships/slideMaster" Target="slideMasters/slideMaster1.xml"/><Relationship Id="rId9" Type="http://schemas.openxmlformats.org/officeDocument/2006/relationships/slideMaster" Target="slideMasters/slideMaster6.xml"/><Relationship Id="rId14" Type="http://schemas.openxmlformats.org/officeDocument/2006/relationships/slide" Target="slides/slide3.xml"/><Relationship Id="rId22" Type="http://schemas.openxmlformats.org/officeDocument/2006/relationships/slide" Target="slides/slide11.xml"/><Relationship Id="rId27" Type="http://schemas.openxmlformats.org/officeDocument/2006/relationships/slide" Target="slides/slide16.xml"/><Relationship Id="rId30" Type="http://schemas.openxmlformats.org/officeDocument/2006/relationships/slide" Target="slides/slide19.xml"/><Relationship Id="rId35" Type="http://schemas.openxmlformats.org/officeDocument/2006/relationships/viewProps" Target="viewProps.xml"/><Relationship Id="rId8" Type="http://schemas.openxmlformats.org/officeDocument/2006/relationships/slideMaster" Target="slideMasters/slideMaster5.xml"/><Relationship Id="rId3" Type="http://schemas.openxmlformats.org/officeDocument/2006/relationships/customXml" Target="../customXml/item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10.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52CF3383-DF08-4C90-8557-22EF3027DD43}" type="datetimeFigureOut">
              <a:rPr lang="en-US" smtClean="0"/>
              <a:t>3/4/2025</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Tree>
    <p:extLst>
      <p:ext uri="{BB962C8B-B14F-4D97-AF65-F5344CB8AC3E}">
        <p14:creationId xmlns:p14="http://schemas.microsoft.com/office/powerpoint/2010/main" val="17930509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9.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7D16557-6E8E-4D95-8DF3-2DE1590C714A}" type="datetimeFigureOut">
              <a:rPr lang="en-US" smtClean="0"/>
              <a:t>3/4/2025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C3A86D8-1D95-4DFF-A26B-8F86AC3AC58E}" type="slidenum">
              <a:rPr lang="en-US" smtClean="0"/>
              <a:t>‹#›</a:t>
            </a:fld>
            <a:endParaRPr lang="en-US"/>
          </a:p>
        </p:txBody>
      </p:sp>
    </p:spTree>
    <p:extLst>
      <p:ext uri="{BB962C8B-B14F-4D97-AF65-F5344CB8AC3E}">
        <p14:creationId xmlns:p14="http://schemas.microsoft.com/office/powerpoint/2010/main" val="153813021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C3A86D8-1D95-4DFF-A26B-8F86AC3AC58E}" type="slidenum">
              <a:rPr lang="en-US" smtClean="0"/>
              <a:t>1</a:t>
            </a:fld>
            <a:endParaRPr lang="en-US"/>
          </a:p>
        </p:txBody>
      </p:sp>
    </p:spTree>
    <p:extLst>
      <p:ext uri="{BB962C8B-B14F-4D97-AF65-F5344CB8AC3E}">
        <p14:creationId xmlns:p14="http://schemas.microsoft.com/office/powerpoint/2010/main" val="380568367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000" dirty="0">
              <a:latin typeface="+mj-lt"/>
            </a:endParaRPr>
          </a:p>
        </p:txBody>
      </p:sp>
      <p:sp>
        <p:nvSpPr>
          <p:cNvPr id="4" name="Slide Number Placeholder 3"/>
          <p:cNvSpPr>
            <a:spLocks noGrp="1"/>
          </p:cNvSpPr>
          <p:nvPr>
            <p:ph type="sldNum" sz="quarter" idx="5"/>
          </p:nvPr>
        </p:nvSpPr>
        <p:spPr/>
        <p:txBody>
          <a:bodyPr/>
          <a:lstStyle/>
          <a:p>
            <a:fld id="{BC3A86D8-1D95-4DFF-A26B-8F86AC3AC58E}" type="slidenum">
              <a:rPr lang="en-US" smtClean="0"/>
              <a:t>2</a:t>
            </a:fld>
            <a:endParaRPr lang="en-US"/>
          </a:p>
        </p:txBody>
      </p:sp>
    </p:spTree>
    <p:extLst>
      <p:ext uri="{BB962C8B-B14F-4D97-AF65-F5344CB8AC3E}">
        <p14:creationId xmlns:p14="http://schemas.microsoft.com/office/powerpoint/2010/main" val="150168412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000" dirty="0">
              <a:latin typeface="+mj-lt"/>
            </a:endParaRPr>
          </a:p>
        </p:txBody>
      </p:sp>
      <p:sp>
        <p:nvSpPr>
          <p:cNvPr id="4" name="Slide Number Placeholder 3"/>
          <p:cNvSpPr>
            <a:spLocks noGrp="1"/>
          </p:cNvSpPr>
          <p:nvPr>
            <p:ph type="sldNum" sz="quarter" idx="5"/>
          </p:nvPr>
        </p:nvSpPr>
        <p:spPr/>
        <p:txBody>
          <a:bodyPr/>
          <a:lstStyle/>
          <a:p>
            <a:fld id="{BC3A86D8-1D95-4DFF-A26B-8F86AC3AC58E}" type="slidenum">
              <a:rPr lang="en-US" smtClean="0"/>
              <a:t>3</a:t>
            </a:fld>
            <a:endParaRPr lang="en-US"/>
          </a:p>
        </p:txBody>
      </p:sp>
    </p:spTree>
    <p:extLst>
      <p:ext uri="{BB962C8B-B14F-4D97-AF65-F5344CB8AC3E}">
        <p14:creationId xmlns:p14="http://schemas.microsoft.com/office/powerpoint/2010/main" val="416561453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000" dirty="0">
              <a:latin typeface="+mj-lt"/>
            </a:endParaRPr>
          </a:p>
        </p:txBody>
      </p:sp>
      <p:sp>
        <p:nvSpPr>
          <p:cNvPr id="4" name="Slide Number Placeholder 3"/>
          <p:cNvSpPr>
            <a:spLocks noGrp="1"/>
          </p:cNvSpPr>
          <p:nvPr>
            <p:ph type="sldNum" sz="quarter" idx="5"/>
          </p:nvPr>
        </p:nvSpPr>
        <p:spPr/>
        <p:txBody>
          <a:bodyPr/>
          <a:lstStyle/>
          <a:p>
            <a:fld id="{BC3A86D8-1D95-4DFF-A26B-8F86AC3AC58E}" type="slidenum">
              <a:rPr lang="en-US" smtClean="0"/>
              <a:t>4</a:t>
            </a:fld>
            <a:endParaRPr lang="en-US"/>
          </a:p>
        </p:txBody>
      </p:sp>
    </p:spTree>
    <p:extLst>
      <p:ext uri="{BB962C8B-B14F-4D97-AF65-F5344CB8AC3E}">
        <p14:creationId xmlns:p14="http://schemas.microsoft.com/office/powerpoint/2010/main" val="332543492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000" dirty="0">
              <a:latin typeface="+mj-lt"/>
            </a:endParaRPr>
          </a:p>
        </p:txBody>
      </p:sp>
      <p:sp>
        <p:nvSpPr>
          <p:cNvPr id="4" name="Slide Number Placeholder 3"/>
          <p:cNvSpPr>
            <a:spLocks noGrp="1"/>
          </p:cNvSpPr>
          <p:nvPr>
            <p:ph type="sldNum" sz="quarter" idx="5"/>
          </p:nvPr>
        </p:nvSpPr>
        <p:spPr/>
        <p:txBody>
          <a:bodyPr/>
          <a:lstStyle/>
          <a:p>
            <a:fld id="{BC3A86D8-1D95-4DFF-A26B-8F86AC3AC58E}" type="slidenum">
              <a:rPr lang="en-US" smtClean="0"/>
              <a:t>5</a:t>
            </a:fld>
            <a:endParaRPr lang="en-US"/>
          </a:p>
        </p:txBody>
      </p:sp>
    </p:spTree>
    <p:extLst>
      <p:ext uri="{BB962C8B-B14F-4D97-AF65-F5344CB8AC3E}">
        <p14:creationId xmlns:p14="http://schemas.microsoft.com/office/powerpoint/2010/main" val="307034252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000" dirty="0">
              <a:latin typeface="+mj-lt"/>
            </a:endParaRPr>
          </a:p>
        </p:txBody>
      </p:sp>
      <p:sp>
        <p:nvSpPr>
          <p:cNvPr id="4" name="Slide Number Placeholder 3"/>
          <p:cNvSpPr>
            <a:spLocks noGrp="1"/>
          </p:cNvSpPr>
          <p:nvPr>
            <p:ph type="sldNum" sz="quarter" idx="5"/>
          </p:nvPr>
        </p:nvSpPr>
        <p:spPr/>
        <p:txBody>
          <a:bodyPr/>
          <a:lstStyle/>
          <a:p>
            <a:fld id="{BC3A86D8-1D95-4DFF-A26B-8F86AC3AC58E}" type="slidenum">
              <a:rPr lang="en-US" smtClean="0"/>
              <a:t>6</a:t>
            </a:fld>
            <a:endParaRPr lang="en-US"/>
          </a:p>
        </p:txBody>
      </p:sp>
    </p:spTree>
    <p:extLst>
      <p:ext uri="{BB962C8B-B14F-4D97-AF65-F5344CB8AC3E}">
        <p14:creationId xmlns:p14="http://schemas.microsoft.com/office/powerpoint/2010/main" val="238184435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000" dirty="0">
              <a:latin typeface="+mj-lt"/>
            </a:endParaRPr>
          </a:p>
        </p:txBody>
      </p:sp>
      <p:sp>
        <p:nvSpPr>
          <p:cNvPr id="4" name="Slide Number Placeholder 3"/>
          <p:cNvSpPr>
            <a:spLocks noGrp="1"/>
          </p:cNvSpPr>
          <p:nvPr>
            <p:ph type="sldNum" sz="quarter" idx="5"/>
          </p:nvPr>
        </p:nvSpPr>
        <p:spPr/>
        <p:txBody>
          <a:bodyPr/>
          <a:lstStyle/>
          <a:p>
            <a:fld id="{BC3A86D8-1D95-4DFF-A26B-8F86AC3AC58E}" type="slidenum">
              <a:rPr lang="en-US" smtClean="0"/>
              <a:t>7</a:t>
            </a:fld>
            <a:endParaRPr lang="en-US"/>
          </a:p>
        </p:txBody>
      </p:sp>
    </p:spTree>
    <p:extLst>
      <p:ext uri="{BB962C8B-B14F-4D97-AF65-F5344CB8AC3E}">
        <p14:creationId xmlns:p14="http://schemas.microsoft.com/office/powerpoint/2010/main" val="390365897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000" dirty="0">
              <a:latin typeface="+mj-lt"/>
            </a:endParaRPr>
          </a:p>
        </p:txBody>
      </p:sp>
      <p:sp>
        <p:nvSpPr>
          <p:cNvPr id="4" name="Slide Number Placeholder 3"/>
          <p:cNvSpPr>
            <a:spLocks noGrp="1"/>
          </p:cNvSpPr>
          <p:nvPr>
            <p:ph type="sldNum" sz="quarter" idx="5"/>
          </p:nvPr>
        </p:nvSpPr>
        <p:spPr/>
        <p:txBody>
          <a:bodyPr/>
          <a:lstStyle/>
          <a:p>
            <a:fld id="{BC3A86D8-1D95-4DFF-A26B-8F86AC3AC58E}" type="slidenum">
              <a:rPr lang="en-US" smtClean="0"/>
              <a:t>8</a:t>
            </a:fld>
            <a:endParaRPr lang="en-US"/>
          </a:p>
        </p:txBody>
      </p:sp>
    </p:spTree>
    <p:extLst>
      <p:ext uri="{BB962C8B-B14F-4D97-AF65-F5344CB8AC3E}">
        <p14:creationId xmlns:p14="http://schemas.microsoft.com/office/powerpoint/2010/main" val="284259241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000" dirty="0">
              <a:latin typeface="+mj-lt"/>
            </a:endParaRPr>
          </a:p>
        </p:txBody>
      </p:sp>
      <p:sp>
        <p:nvSpPr>
          <p:cNvPr id="4" name="Slide Number Placeholder 3"/>
          <p:cNvSpPr>
            <a:spLocks noGrp="1"/>
          </p:cNvSpPr>
          <p:nvPr>
            <p:ph type="sldNum" sz="quarter" idx="5"/>
          </p:nvPr>
        </p:nvSpPr>
        <p:spPr/>
        <p:txBody>
          <a:bodyPr/>
          <a:lstStyle/>
          <a:p>
            <a:fld id="{BC3A86D8-1D95-4DFF-A26B-8F86AC3AC58E}" type="slidenum">
              <a:rPr lang="en-US" smtClean="0"/>
              <a:t>9</a:t>
            </a:fld>
            <a:endParaRPr lang="en-US"/>
          </a:p>
        </p:txBody>
      </p:sp>
    </p:spTree>
    <p:extLst>
      <p:ext uri="{BB962C8B-B14F-4D97-AF65-F5344CB8AC3E}">
        <p14:creationId xmlns:p14="http://schemas.microsoft.com/office/powerpoint/2010/main" val="290939426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000" dirty="0">
              <a:latin typeface="+mj-lt"/>
            </a:endParaRPr>
          </a:p>
        </p:txBody>
      </p:sp>
      <p:sp>
        <p:nvSpPr>
          <p:cNvPr id="4" name="Slide Number Placeholder 3"/>
          <p:cNvSpPr>
            <a:spLocks noGrp="1"/>
          </p:cNvSpPr>
          <p:nvPr>
            <p:ph type="sldNum" sz="quarter" idx="5"/>
          </p:nvPr>
        </p:nvSpPr>
        <p:spPr/>
        <p:txBody>
          <a:bodyPr/>
          <a:lstStyle/>
          <a:p>
            <a:fld id="{BC3A86D8-1D95-4DFF-A26B-8F86AC3AC58E}" type="slidenum">
              <a:rPr lang="en-US" smtClean="0"/>
              <a:t>10</a:t>
            </a:fld>
            <a:endParaRPr lang="en-US"/>
          </a:p>
        </p:txBody>
      </p:sp>
    </p:spTree>
    <p:extLst>
      <p:ext uri="{BB962C8B-B14F-4D97-AF65-F5344CB8AC3E}">
        <p14:creationId xmlns:p14="http://schemas.microsoft.com/office/powerpoint/2010/main" val="423429894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000" dirty="0">
              <a:latin typeface="+mj-lt"/>
            </a:endParaRPr>
          </a:p>
        </p:txBody>
      </p:sp>
      <p:sp>
        <p:nvSpPr>
          <p:cNvPr id="4" name="Slide Number Placeholder 3"/>
          <p:cNvSpPr>
            <a:spLocks noGrp="1"/>
          </p:cNvSpPr>
          <p:nvPr>
            <p:ph type="sldNum" sz="quarter" idx="5"/>
          </p:nvPr>
        </p:nvSpPr>
        <p:spPr/>
        <p:txBody>
          <a:bodyPr/>
          <a:lstStyle/>
          <a:p>
            <a:fld id="{BC3A86D8-1D95-4DFF-A26B-8F86AC3AC58E}" type="slidenum">
              <a:rPr lang="en-US" smtClean="0"/>
              <a:t>11</a:t>
            </a:fld>
            <a:endParaRPr lang="en-US"/>
          </a:p>
        </p:txBody>
      </p:sp>
    </p:spTree>
    <p:extLst>
      <p:ext uri="{BB962C8B-B14F-4D97-AF65-F5344CB8AC3E}">
        <p14:creationId xmlns:p14="http://schemas.microsoft.com/office/powerpoint/2010/main" val="111541858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7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7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7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7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7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8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8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4.xml"/></Relationships>
</file>

<file path=ppt/slideLayouts/_rels/slideLayout10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4.xml"/></Relationships>
</file>

<file path=ppt/slideLayouts/_rels/slideLayout10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4.xml"/></Relationships>
</file>

<file path=ppt/slideLayouts/_rels/slideLayout10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4.xml"/></Relationships>
</file>

<file path=ppt/slideLayouts/_rels/slideLayout10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4.xml"/></Relationships>
</file>

<file path=ppt/slideLayouts/_rels/slideLayout10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4.xml"/></Relationships>
</file>

<file path=ppt/slideLayouts/_rels/slideLayout10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4.xml"/></Relationships>
</file>

<file path=ppt/slideLayouts/_rels/slideLayout10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4.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5.xml"/></Relationships>
</file>

<file path=ppt/slideLayouts/_rels/slideLayout13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5.xml"/></Relationships>
</file>

<file path=ppt/slideLayouts/_rels/slideLayout13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5.xml"/></Relationships>
</file>

<file path=ppt/slideLayouts/_rels/slideLayout13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5.xml"/></Relationships>
</file>

<file path=ppt/slideLayouts/_rels/slideLayout13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5.xml"/></Relationships>
</file>

<file path=ppt/slideLayouts/_rels/slideLayout13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5.xml"/></Relationships>
</file>

<file path=ppt/slideLayouts/_rels/slideLayout13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5.xml"/></Relationships>
</file>

<file path=ppt/slideLayouts/_rels/slideLayout13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5.xml"/></Relationships>
</file>

<file path=ppt/slideLayouts/_rels/slideLayout13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3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6.xml"/></Relationships>
</file>

<file path=ppt/slideLayouts/_rels/slideLayout13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Master" Target="../slideMasters/slideMaster7.xml"/><Relationship Id="rId4" Type="http://schemas.openxmlformats.org/officeDocument/2006/relationships/image" Target="../media/image10.svg"/></Relationships>
</file>

<file path=ppt/slideLayouts/_rels/slideLayout14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7.xml"/></Relationships>
</file>

<file path=ppt/slideLayouts/_rels/slideLayout14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4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44.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Master" Target="../slideMasters/slideMaster8.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6" name="Content Placeholder 5"/>
          <p:cNvSpPr>
            <a:spLocks noGrp="1"/>
          </p:cNvSpPr>
          <p:nvPr>
            <p:ph sz="quarter" idx="10"/>
          </p:nvPr>
        </p:nvSpPr>
        <p:spPr>
          <a:xfrm>
            <a:off x="266700" y="1028700"/>
            <a:ext cx="11658600" cy="56007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379E246-DB27-040E-95D2-B26EAF143D30}"/>
              </a:ext>
            </a:extLst>
          </p:cNvPr>
          <p:cNvSpPr>
            <a:spLocks noGrp="1"/>
          </p:cNvSpPr>
          <p:nvPr>
            <p:ph type="dt" sz="half" idx="11"/>
          </p:nvPr>
        </p:nvSpPr>
        <p:spPr/>
        <p:txBody>
          <a:bodyPr/>
          <a:lstStyle/>
          <a:p>
            <a:endParaRPr lang="en-US"/>
          </a:p>
        </p:txBody>
      </p:sp>
      <p:sp>
        <p:nvSpPr>
          <p:cNvPr id="7" name="Footer Placeholder 6">
            <a:extLst>
              <a:ext uri="{FF2B5EF4-FFF2-40B4-BE49-F238E27FC236}">
                <a16:creationId xmlns:a16="http://schemas.microsoft.com/office/drawing/2014/main" id="{CFD0F5C1-A6E1-A37D-C392-0E742FAC1C2F}"/>
              </a:ext>
            </a:extLst>
          </p:cNvPr>
          <p:cNvSpPr>
            <a:spLocks noGrp="1"/>
          </p:cNvSpPr>
          <p:nvPr>
            <p:ph type="ftr" sz="quarter" idx="12"/>
          </p:nvPr>
        </p:nvSpPr>
        <p:spPr/>
        <p:txBody>
          <a:bodyPr/>
          <a:lstStyle/>
          <a:p>
            <a:endParaRPr lang="en-US"/>
          </a:p>
        </p:txBody>
      </p:sp>
      <p:sp>
        <p:nvSpPr>
          <p:cNvPr id="2" name="Title 1">
            <a:extLst>
              <a:ext uri="{FF2B5EF4-FFF2-40B4-BE49-F238E27FC236}">
                <a16:creationId xmlns:a16="http://schemas.microsoft.com/office/drawing/2014/main" id="{C718C8BC-3817-BA43-A697-C0F8A79E6437}"/>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2970837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 2 Columns">
    <p:spTree>
      <p:nvGrpSpPr>
        <p:cNvPr id="1" name=""/>
        <p:cNvGrpSpPr/>
        <p:nvPr/>
      </p:nvGrpSpPr>
      <p:grpSpPr>
        <a:xfrm>
          <a:off x="0" y="0"/>
          <a:ext cx="0" cy="0"/>
          <a:chOff x="0" y="0"/>
          <a:chExt cx="0" cy="0"/>
        </a:xfrm>
      </p:grpSpPr>
      <p:sp>
        <p:nvSpPr>
          <p:cNvPr id="8" name="Content Placeholder 3"/>
          <p:cNvSpPr>
            <a:spLocks noGrp="1"/>
          </p:cNvSpPr>
          <p:nvPr>
            <p:ph sz="quarter" idx="10"/>
          </p:nvPr>
        </p:nvSpPr>
        <p:spPr>
          <a:xfrm>
            <a:off x="266700" y="1028700"/>
            <a:ext cx="11658600" cy="5600700"/>
          </a:xfrm>
        </p:spPr>
        <p:txBody>
          <a:bodyPr numCol="2"/>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EE4B1084-AF70-E7DA-2842-9FB9FFF0804B}"/>
              </a:ext>
            </a:extLst>
          </p:cNvPr>
          <p:cNvSpPr>
            <a:spLocks noGrp="1"/>
          </p:cNvSpPr>
          <p:nvPr>
            <p:ph type="title"/>
          </p:nvPr>
        </p:nvSpPr>
        <p:spPr/>
        <p:txBody>
          <a:bodyPr/>
          <a:lstStyle/>
          <a:p>
            <a:r>
              <a:rPr lang="en-US"/>
              <a:t>Click to edit Master title style</a:t>
            </a:r>
          </a:p>
        </p:txBody>
      </p:sp>
      <p:sp>
        <p:nvSpPr>
          <p:cNvPr id="5" name="Date Placeholder 4">
            <a:extLst>
              <a:ext uri="{FF2B5EF4-FFF2-40B4-BE49-F238E27FC236}">
                <a16:creationId xmlns:a16="http://schemas.microsoft.com/office/drawing/2014/main" id="{76C7A763-F7D0-2074-5F3F-2D1DA1226607}"/>
              </a:ext>
            </a:extLst>
          </p:cNvPr>
          <p:cNvSpPr>
            <a:spLocks noGrp="1"/>
          </p:cNvSpPr>
          <p:nvPr>
            <p:ph type="dt" sz="half" idx="11"/>
          </p:nvPr>
        </p:nvSpPr>
        <p:spPr/>
        <p:txBody>
          <a:bodyPr/>
          <a:lstStyle/>
          <a:p>
            <a:endParaRPr lang="en-US"/>
          </a:p>
        </p:txBody>
      </p:sp>
      <p:sp>
        <p:nvSpPr>
          <p:cNvPr id="6" name="Footer Placeholder 5">
            <a:extLst>
              <a:ext uri="{FF2B5EF4-FFF2-40B4-BE49-F238E27FC236}">
                <a16:creationId xmlns:a16="http://schemas.microsoft.com/office/drawing/2014/main" id="{BB5C1216-5C4C-C44D-DE08-88D5BFB6266F}"/>
              </a:ext>
            </a:extLst>
          </p:cNvPr>
          <p:cNvSpPr>
            <a:spLocks noGrp="1"/>
          </p:cNvSpPr>
          <p:nvPr>
            <p:ph type="ftr" sz="quarter" idx="12"/>
          </p:nvPr>
        </p:nvSpPr>
        <p:spPr/>
        <p:txBody>
          <a:bodyPr/>
          <a:lstStyle/>
          <a:p>
            <a:endParaRPr lang="en-US"/>
          </a:p>
        </p:txBody>
      </p:sp>
    </p:spTree>
    <p:extLst>
      <p:ext uri="{BB962C8B-B14F-4D97-AF65-F5344CB8AC3E}">
        <p14:creationId xmlns:p14="http://schemas.microsoft.com/office/powerpoint/2010/main" val="155209665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 3 Columns">
    <p:spTree>
      <p:nvGrpSpPr>
        <p:cNvPr id="1" name=""/>
        <p:cNvGrpSpPr/>
        <p:nvPr/>
      </p:nvGrpSpPr>
      <p:grpSpPr>
        <a:xfrm>
          <a:off x="0" y="0"/>
          <a:ext cx="0" cy="0"/>
          <a:chOff x="0" y="0"/>
          <a:chExt cx="0" cy="0"/>
        </a:xfrm>
      </p:grpSpPr>
      <p:sp>
        <p:nvSpPr>
          <p:cNvPr id="9" name="Content Placeholder 3"/>
          <p:cNvSpPr>
            <a:spLocks noGrp="1"/>
          </p:cNvSpPr>
          <p:nvPr>
            <p:ph sz="quarter" idx="12"/>
          </p:nvPr>
        </p:nvSpPr>
        <p:spPr>
          <a:xfrm>
            <a:off x="266700" y="1028700"/>
            <a:ext cx="11658600" cy="5600700"/>
          </a:xfrm>
        </p:spPr>
        <p:txBody>
          <a:bodyPr numCol="3"/>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AFC9BA2-EC81-5287-D39F-725A5EC32471}"/>
              </a:ext>
            </a:extLst>
          </p:cNvPr>
          <p:cNvSpPr>
            <a:spLocks noGrp="1"/>
          </p:cNvSpPr>
          <p:nvPr>
            <p:ph type="dt" sz="half" idx="13"/>
          </p:nvPr>
        </p:nvSpPr>
        <p:spPr/>
        <p:txBody>
          <a:bodyPr/>
          <a:lstStyle/>
          <a:p>
            <a:endParaRPr lang="en-US"/>
          </a:p>
        </p:txBody>
      </p:sp>
      <p:sp>
        <p:nvSpPr>
          <p:cNvPr id="6" name="Footer Placeholder 5">
            <a:extLst>
              <a:ext uri="{FF2B5EF4-FFF2-40B4-BE49-F238E27FC236}">
                <a16:creationId xmlns:a16="http://schemas.microsoft.com/office/drawing/2014/main" id="{FE97BF52-3E27-86B6-23FC-B495D58A6360}"/>
              </a:ext>
            </a:extLst>
          </p:cNvPr>
          <p:cNvSpPr>
            <a:spLocks noGrp="1"/>
          </p:cNvSpPr>
          <p:nvPr>
            <p:ph type="ftr" sz="quarter" idx="14"/>
          </p:nvPr>
        </p:nvSpPr>
        <p:spPr/>
        <p:txBody>
          <a:bodyPr/>
          <a:lstStyle/>
          <a:p>
            <a:endParaRPr lang="en-US"/>
          </a:p>
        </p:txBody>
      </p:sp>
      <p:sp>
        <p:nvSpPr>
          <p:cNvPr id="2" name="Title 1">
            <a:extLst>
              <a:ext uri="{FF2B5EF4-FFF2-40B4-BE49-F238E27FC236}">
                <a16:creationId xmlns:a16="http://schemas.microsoft.com/office/drawing/2014/main" id="{942C9F60-E948-0B16-240A-DCBC52D49E51}"/>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0726252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Picture with Caption">
    <p:bg>
      <p:bgPr>
        <a:gradFill flip="none" rotWithShape="1">
          <a:gsLst>
            <a:gs pos="75000">
              <a:schemeClr val="tx2"/>
            </a:gs>
            <a:gs pos="85000">
              <a:schemeClr val="tx2">
                <a:alpha val="35000"/>
              </a:schemeClr>
            </a:gs>
            <a:gs pos="95000">
              <a:schemeClr val="tx2">
                <a:lumMod val="85000"/>
              </a:schemeClr>
            </a:gs>
          </a:gsLst>
          <a:path path="circle">
            <a:fillToRect l="100000" t="100000"/>
          </a:path>
          <a:tileRect r="-100000" b="-100000"/>
        </a:gradFill>
        <a:effectLst/>
      </p:bgPr>
    </p:bg>
    <p:spTree>
      <p:nvGrpSpPr>
        <p:cNvPr id="1" name=""/>
        <p:cNvGrpSpPr/>
        <p:nvPr/>
      </p:nvGrpSpPr>
      <p:grpSpPr>
        <a:xfrm>
          <a:off x="0" y="0"/>
          <a:ext cx="0" cy="0"/>
          <a:chOff x="0" y="0"/>
          <a:chExt cx="0" cy="0"/>
        </a:xfrm>
      </p:grpSpPr>
      <p:sp>
        <p:nvSpPr>
          <p:cNvPr id="21" name="Text Placeholder 2"/>
          <p:cNvSpPr>
            <a:spLocks noGrp="1"/>
          </p:cNvSpPr>
          <p:nvPr>
            <p:ph idx="1"/>
          </p:nvPr>
        </p:nvSpPr>
        <p:spPr bwMode="auto">
          <a:xfrm>
            <a:off x="266700" y="6191103"/>
            <a:ext cx="11658600" cy="438297"/>
          </a:xfrm>
          <a:prstGeom prst="rect">
            <a:avLst/>
          </a:prstGeom>
          <a:noFill/>
          <a:ln w="9525">
            <a:noFill/>
            <a:miter lim="800000"/>
            <a:headEnd/>
            <a:tailEnd/>
          </a:ln>
        </p:spPr>
        <p:txBody>
          <a:bodyPr lIns="91440" tIns="0" numCol="1"/>
          <a:lstStyle>
            <a:lvl1pPr marL="0" indent="0">
              <a:buNone/>
              <a:defRPr sz="900">
                <a:solidFill>
                  <a:schemeClr val="tx1">
                    <a:lumMod val="75000"/>
                    <a:lumOff val="25000"/>
                  </a:schemeClr>
                </a:solidFill>
              </a:defRPr>
            </a:lvl1pPr>
            <a:lvl2pPr>
              <a:defRPr sz="1350">
                <a:solidFill>
                  <a:srgbClr val="83847A"/>
                </a:solidFill>
              </a:defRPr>
            </a:lvl2pPr>
            <a:lvl3pPr>
              <a:defRPr sz="1125">
                <a:solidFill>
                  <a:srgbClr val="83847A"/>
                </a:solidFill>
              </a:defRPr>
            </a:lvl3pPr>
            <a:lvl4pPr>
              <a:defRPr sz="1125">
                <a:solidFill>
                  <a:srgbClr val="83847A"/>
                </a:solidFill>
              </a:defRPr>
            </a:lvl4pPr>
            <a:lvl5pPr>
              <a:defRPr sz="1125">
                <a:solidFill>
                  <a:srgbClr val="83847A"/>
                </a:solidFill>
              </a:defRPr>
            </a:lvl5pPr>
          </a:lstStyle>
          <a:p>
            <a:pPr lvl="0"/>
            <a:r>
              <a:rPr lang="en-US" noProof="0"/>
              <a:t>Click to edit Master text styles</a:t>
            </a:r>
          </a:p>
        </p:txBody>
      </p:sp>
      <p:sp>
        <p:nvSpPr>
          <p:cNvPr id="4" name="Title 3"/>
          <p:cNvSpPr>
            <a:spLocks noGrp="1"/>
          </p:cNvSpPr>
          <p:nvPr>
            <p:ph type="title"/>
          </p:nvPr>
        </p:nvSpPr>
        <p:spPr/>
        <p:txBody>
          <a:bodyPr/>
          <a:lstStyle/>
          <a:p>
            <a:r>
              <a:rPr lang="en-US"/>
              <a:t>Click to edit Master title style</a:t>
            </a:r>
          </a:p>
        </p:txBody>
      </p:sp>
      <p:sp>
        <p:nvSpPr>
          <p:cNvPr id="10" name="Content Placeholder 3"/>
          <p:cNvSpPr>
            <a:spLocks noGrp="1"/>
          </p:cNvSpPr>
          <p:nvPr>
            <p:ph sz="quarter" idx="12"/>
          </p:nvPr>
        </p:nvSpPr>
        <p:spPr>
          <a:xfrm>
            <a:off x="266700" y="1028700"/>
            <a:ext cx="11658600" cy="508634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Date Placeholder 1">
            <a:extLst>
              <a:ext uri="{FF2B5EF4-FFF2-40B4-BE49-F238E27FC236}">
                <a16:creationId xmlns:a16="http://schemas.microsoft.com/office/drawing/2014/main" id="{67CF58A5-50A2-4609-9528-306C52949FE4}"/>
              </a:ext>
            </a:extLst>
          </p:cNvPr>
          <p:cNvSpPr>
            <a:spLocks noGrp="1"/>
          </p:cNvSpPr>
          <p:nvPr>
            <p:ph type="dt" sz="half" idx="13"/>
          </p:nvPr>
        </p:nvSpPr>
        <p:spPr>
          <a:xfrm>
            <a:off x="8842515" y="6653150"/>
            <a:ext cx="2761673" cy="137160"/>
          </a:xfrm>
          <a:prstGeom prst="rect">
            <a:avLst/>
          </a:prstGeom>
        </p:spPr>
        <p:txBody>
          <a:bodyPr/>
          <a:lstStyle/>
          <a:p>
            <a:endParaRPr lang="en-US"/>
          </a:p>
        </p:txBody>
      </p:sp>
      <p:sp>
        <p:nvSpPr>
          <p:cNvPr id="3" name="Footer Placeholder 2">
            <a:extLst>
              <a:ext uri="{FF2B5EF4-FFF2-40B4-BE49-F238E27FC236}">
                <a16:creationId xmlns:a16="http://schemas.microsoft.com/office/drawing/2014/main" id="{13141E4A-7726-4CDD-AEE9-576AC0A57297}"/>
              </a:ext>
            </a:extLst>
          </p:cNvPr>
          <p:cNvSpPr>
            <a:spLocks noGrp="1"/>
          </p:cNvSpPr>
          <p:nvPr>
            <p:ph type="ftr" sz="quarter" idx="14"/>
          </p:nvPr>
        </p:nvSpPr>
        <p:spPr>
          <a:xfrm>
            <a:off x="266700" y="6653150"/>
            <a:ext cx="2901373" cy="137160"/>
          </a:xfrm>
          <a:prstGeom prst="rect">
            <a:avLst/>
          </a:prstGeom>
        </p:spPr>
        <p:txBody>
          <a:bodyPr/>
          <a:lstStyle/>
          <a:p>
            <a:endParaRPr lang="en-US"/>
          </a:p>
        </p:txBody>
      </p:sp>
    </p:spTree>
    <p:extLst>
      <p:ext uri="{BB962C8B-B14F-4D97-AF65-F5344CB8AC3E}">
        <p14:creationId xmlns:p14="http://schemas.microsoft.com/office/powerpoint/2010/main" val="2103966943"/>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 2 Sections">
    <p:spTree>
      <p:nvGrpSpPr>
        <p:cNvPr id="1" name=""/>
        <p:cNvGrpSpPr/>
        <p:nvPr/>
      </p:nvGrpSpPr>
      <p:grpSpPr>
        <a:xfrm>
          <a:off x="0" y="0"/>
          <a:ext cx="0" cy="0"/>
          <a:chOff x="0" y="0"/>
          <a:chExt cx="0" cy="0"/>
        </a:xfrm>
      </p:grpSpPr>
      <p:sp>
        <p:nvSpPr>
          <p:cNvPr id="3" name="Content Placeholder 2"/>
          <p:cNvSpPr>
            <a:spLocks noGrp="1"/>
          </p:cNvSpPr>
          <p:nvPr>
            <p:ph sz="quarter" idx="15"/>
          </p:nvPr>
        </p:nvSpPr>
        <p:spPr>
          <a:xfrm>
            <a:off x="266700" y="1028700"/>
            <a:ext cx="5721406" cy="56007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2"/>
          <p:cNvSpPr>
            <a:spLocks noGrp="1"/>
          </p:cNvSpPr>
          <p:nvPr>
            <p:ph sz="quarter" idx="19"/>
          </p:nvPr>
        </p:nvSpPr>
        <p:spPr>
          <a:xfrm>
            <a:off x="6203894" y="1028700"/>
            <a:ext cx="5721406" cy="56007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Date Placeholder 5">
            <a:extLst>
              <a:ext uri="{FF2B5EF4-FFF2-40B4-BE49-F238E27FC236}">
                <a16:creationId xmlns:a16="http://schemas.microsoft.com/office/drawing/2014/main" id="{BEC9A928-C3DF-2C22-44D2-6CEAF37A2452}"/>
              </a:ext>
            </a:extLst>
          </p:cNvPr>
          <p:cNvSpPr>
            <a:spLocks noGrp="1"/>
          </p:cNvSpPr>
          <p:nvPr>
            <p:ph type="dt" sz="half" idx="20"/>
          </p:nvPr>
        </p:nvSpPr>
        <p:spPr/>
        <p:txBody>
          <a:bodyPr/>
          <a:lstStyle/>
          <a:p>
            <a:endParaRPr lang="en-US"/>
          </a:p>
        </p:txBody>
      </p:sp>
      <p:sp>
        <p:nvSpPr>
          <p:cNvPr id="7" name="Footer Placeholder 6">
            <a:extLst>
              <a:ext uri="{FF2B5EF4-FFF2-40B4-BE49-F238E27FC236}">
                <a16:creationId xmlns:a16="http://schemas.microsoft.com/office/drawing/2014/main" id="{F7247472-A8F5-BC75-9086-8D91A7F6A294}"/>
              </a:ext>
            </a:extLst>
          </p:cNvPr>
          <p:cNvSpPr>
            <a:spLocks noGrp="1"/>
          </p:cNvSpPr>
          <p:nvPr>
            <p:ph type="ftr" sz="quarter" idx="21"/>
          </p:nvPr>
        </p:nvSpPr>
        <p:spPr/>
        <p:txBody>
          <a:bodyPr/>
          <a:lstStyle/>
          <a:p>
            <a:endParaRPr lang="en-US"/>
          </a:p>
        </p:txBody>
      </p:sp>
      <p:sp>
        <p:nvSpPr>
          <p:cNvPr id="4" name="Title 3">
            <a:extLst>
              <a:ext uri="{FF2B5EF4-FFF2-40B4-BE49-F238E27FC236}">
                <a16:creationId xmlns:a16="http://schemas.microsoft.com/office/drawing/2014/main" id="{FC0BCDB4-4C07-CBF2-EFC4-7CEF0E09948C}"/>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3471780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 Sub-Head 2 Sections">
    <p:spTree>
      <p:nvGrpSpPr>
        <p:cNvPr id="1" name=""/>
        <p:cNvGrpSpPr/>
        <p:nvPr/>
      </p:nvGrpSpPr>
      <p:grpSpPr>
        <a:xfrm>
          <a:off x="0" y="0"/>
          <a:ext cx="0" cy="0"/>
          <a:chOff x="0" y="0"/>
          <a:chExt cx="0" cy="0"/>
        </a:xfrm>
      </p:grpSpPr>
      <p:sp>
        <p:nvSpPr>
          <p:cNvPr id="9" name="Text Placeholder 3"/>
          <p:cNvSpPr>
            <a:spLocks noGrp="1"/>
          </p:cNvSpPr>
          <p:nvPr>
            <p:ph type="body" sz="quarter" idx="13"/>
          </p:nvPr>
        </p:nvSpPr>
        <p:spPr>
          <a:xfrm>
            <a:off x="266700" y="1028700"/>
            <a:ext cx="5719572" cy="666241"/>
          </a:xfrm>
        </p:spPr>
        <p:txBody>
          <a:bodyPr bIns="0" anchor="b"/>
          <a:lstStyle>
            <a:lvl1pPr>
              <a:defRPr sz="1500">
                <a:solidFill>
                  <a:schemeClr val="tx1">
                    <a:lumMod val="75000"/>
                    <a:lumOff val="25000"/>
                  </a:schemeClr>
                </a:solidFill>
              </a:defRPr>
            </a:lvl1pPr>
          </a:lstStyle>
          <a:p>
            <a:pPr lvl="0"/>
            <a:r>
              <a:rPr lang="en-US"/>
              <a:t>Click to edit Master text styles</a:t>
            </a:r>
          </a:p>
        </p:txBody>
      </p:sp>
      <p:sp>
        <p:nvSpPr>
          <p:cNvPr id="13" name="Content Placeholder 2"/>
          <p:cNvSpPr>
            <a:spLocks noGrp="1"/>
          </p:cNvSpPr>
          <p:nvPr>
            <p:ph sz="quarter" idx="16"/>
          </p:nvPr>
        </p:nvSpPr>
        <p:spPr>
          <a:xfrm>
            <a:off x="266700" y="1743075"/>
            <a:ext cx="5721406" cy="4886325"/>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Content Placeholder 2"/>
          <p:cNvSpPr>
            <a:spLocks noGrp="1"/>
          </p:cNvSpPr>
          <p:nvPr>
            <p:ph sz="quarter" idx="19"/>
          </p:nvPr>
        </p:nvSpPr>
        <p:spPr>
          <a:xfrm>
            <a:off x="6203894" y="1743075"/>
            <a:ext cx="5721406" cy="4886325"/>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Text Placeholder 3"/>
          <p:cNvSpPr>
            <a:spLocks noGrp="1"/>
          </p:cNvSpPr>
          <p:nvPr>
            <p:ph type="body" sz="quarter" idx="20"/>
          </p:nvPr>
        </p:nvSpPr>
        <p:spPr>
          <a:xfrm>
            <a:off x="6205728" y="1028700"/>
            <a:ext cx="5719572" cy="666241"/>
          </a:xfrm>
        </p:spPr>
        <p:txBody>
          <a:bodyPr bIns="0" anchor="b"/>
          <a:lstStyle>
            <a:lvl1pPr>
              <a:defRPr sz="1500">
                <a:solidFill>
                  <a:schemeClr val="tx1">
                    <a:lumMod val="75000"/>
                    <a:lumOff val="25000"/>
                  </a:schemeClr>
                </a:solidFill>
              </a:defRPr>
            </a:lvl1pPr>
          </a:lstStyle>
          <a:p>
            <a:pPr lvl="0"/>
            <a:r>
              <a:rPr lang="en-US"/>
              <a:t>Click to edit Master text styles</a:t>
            </a:r>
          </a:p>
        </p:txBody>
      </p:sp>
      <p:sp>
        <p:nvSpPr>
          <p:cNvPr id="5" name="Date Placeholder 4">
            <a:extLst>
              <a:ext uri="{FF2B5EF4-FFF2-40B4-BE49-F238E27FC236}">
                <a16:creationId xmlns:a16="http://schemas.microsoft.com/office/drawing/2014/main" id="{4FDAD6DC-C062-D2A7-C4D4-57F4C0FFAD4D}"/>
              </a:ext>
            </a:extLst>
          </p:cNvPr>
          <p:cNvSpPr>
            <a:spLocks noGrp="1"/>
          </p:cNvSpPr>
          <p:nvPr>
            <p:ph type="dt" sz="half" idx="21"/>
          </p:nvPr>
        </p:nvSpPr>
        <p:spPr/>
        <p:txBody>
          <a:bodyPr/>
          <a:lstStyle/>
          <a:p>
            <a:endParaRPr lang="en-US"/>
          </a:p>
        </p:txBody>
      </p:sp>
      <p:sp>
        <p:nvSpPr>
          <p:cNvPr id="6" name="Footer Placeholder 5">
            <a:extLst>
              <a:ext uri="{FF2B5EF4-FFF2-40B4-BE49-F238E27FC236}">
                <a16:creationId xmlns:a16="http://schemas.microsoft.com/office/drawing/2014/main" id="{7AA18071-1438-F3E3-FC9F-3F401EE7FED1}"/>
              </a:ext>
            </a:extLst>
          </p:cNvPr>
          <p:cNvSpPr>
            <a:spLocks noGrp="1"/>
          </p:cNvSpPr>
          <p:nvPr>
            <p:ph type="ftr" sz="quarter" idx="22"/>
          </p:nvPr>
        </p:nvSpPr>
        <p:spPr/>
        <p:txBody>
          <a:bodyPr/>
          <a:lstStyle/>
          <a:p>
            <a:endParaRPr lang="en-US"/>
          </a:p>
        </p:txBody>
      </p:sp>
      <p:sp>
        <p:nvSpPr>
          <p:cNvPr id="3" name="Title 2">
            <a:extLst>
              <a:ext uri="{FF2B5EF4-FFF2-40B4-BE49-F238E27FC236}">
                <a16:creationId xmlns:a16="http://schemas.microsoft.com/office/drawing/2014/main" id="{1D0F7681-D094-4E6D-0DF0-99CD21DC4236}"/>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3362641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 2 Odd Sections">
    <p:spTree>
      <p:nvGrpSpPr>
        <p:cNvPr id="1" name=""/>
        <p:cNvGrpSpPr/>
        <p:nvPr/>
      </p:nvGrpSpPr>
      <p:grpSpPr>
        <a:xfrm>
          <a:off x="0" y="0"/>
          <a:ext cx="0" cy="0"/>
          <a:chOff x="0" y="0"/>
          <a:chExt cx="0" cy="0"/>
        </a:xfrm>
      </p:grpSpPr>
      <p:sp>
        <p:nvSpPr>
          <p:cNvPr id="3" name="Content Placeholder 2"/>
          <p:cNvSpPr>
            <a:spLocks noGrp="1"/>
          </p:cNvSpPr>
          <p:nvPr>
            <p:ph sz="quarter" idx="15"/>
          </p:nvPr>
        </p:nvSpPr>
        <p:spPr>
          <a:xfrm>
            <a:off x="266700" y="1028700"/>
            <a:ext cx="3779318" cy="56007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2"/>
          <p:cNvSpPr>
            <a:spLocks noGrp="1"/>
          </p:cNvSpPr>
          <p:nvPr>
            <p:ph sz="quarter" idx="16"/>
          </p:nvPr>
        </p:nvSpPr>
        <p:spPr>
          <a:xfrm>
            <a:off x="4256410" y="1028700"/>
            <a:ext cx="7668889" cy="56007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Date Placeholder 5">
            <a:extLst>
              <a:ext uri="{FF2B5EF4-FFF2-40B4-BE49-F238E27FC236}">
                <a16:creationId xmlns:a16="http://schemas.microsoft.com/office/drawing/2014/main" id="{10D79471-1A0E-36EB-1B94-DDE0CE561EA3}"/>
              </a:ext>
            </a:extLst>
          </p:cNvPr>
          <p:cNvSpPr>
            <a:spLocks noGrp="1"/>
          </p:cNvSpPr>
          <p:nvPr>
            <p:ph type="dt" sz="half" idx="17"/>
          </p:nvPr>
        </p:nvSpPr>
        <p:spPr/>
        <p:txBody>
          <a:bodyPr/>
          <a:lstStyle/>
          <a:p>
            <a:endParaRPr lang="en-US"/>
          </a:p>
        </p:txBody>
      </p:sp>
      <p:sp>
        <p:nvSpPr>
          <p:cNvPr id="7" name="Footer Placeholder 6">
            <a:extLst>
              <a:ext uri="{FF2B5EF4-FFF2-40B4-BE49-F238E27FC236}">
                <a16:creationId xmlns:a16="http://schemas.microsoft.com/office/drawing/2014/main" id="{5876C5F4-629A-E5A4-73FB-E8465BDB57BF}"/>
              </a:ext>
            </a:extLst>
          </p:cNvPr>
          <p:cNvSpPr>
            <a:spLocks noGrp="1"/>
          </p:cNvSpPr>
          <p:nvPr>
            <p:ph type="ftr" sz="quarter" idx="18"/>
          </p:nvPr>
        </p:nvSpPr>
        <p:spPr/>
        <p:txBody>
          <a:bodyPr/>
          <a:lstStyle/>
          <a:p>
            <a:endParaRPr lang="en-US"/>
          </a:p>
        </p:txBody>
      </p:sp>
      <p:sp>
        <p:nvSpPr>
          <p:cNvPr id="4" name="Title 3">
            <a:extLst>
              <a:ext uri="{FF2B5EF4-FFF2-40B4-BE49-F238E27FC236}">
                <a16:creationId xmlns:a16="http://schemas.microsoft.com/office/drawing/2014/main" id="{CC30DB31-FD65-4D95-4478-6813E7F155CE}"/>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4655615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Title - 2 Odd Section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11" name="Content Placeholder 2"/>
          <p:cNvSpPr>
            <a:spLocks noGrp="1"/>
          </p:cNvSpPr>
          <p:nvPr>
            <p:ph sz="quarter" idx="15"/>
          </p:nvPr>
        </p:nvSpPr>
        <p:spPr>
          <a:xfrm>
            <a:off x="8145982" y="1028700"/>
            <a:ext cx="3779318" cy="56007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2"/>
          <p:cNvSpPr>
            <a:spLocks noGrp="1"/>
          </p:cNvSpPr>
          <p:nvPr>
            <p:ph sz="quarter" idx="16"/>
          </p:nvPr>
        </p:nvSpPr>
        <p:spPr>
          <a:xfrm>
            <a:off x="266700" y="1028700"/>
            <a:ext cx="7668888" cy="56007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B58768C3-8315-3411-54A8-2C8239251263}"/>
              </a:ext>
            </a:extLst>
          </p:cNvPr>
          <p:cNvSpPr>
            <a:spLocks noGrp="1"/>
          </p:cNvSpPr>
          <p:nvPr>
            <p:ph type="dt" sz="half" idx="17"/>
          </p:nvPr>
        </p:nvSpPr>
        <p:spPr/>
        <p:txBody>
          <a:bodyPr/>
          <a:lstStyle/>
          <a:p>
            <a:endParaRPr lang="en-US"/>
          </a:p>
        </p:txBody>
      </p:sp>
      <p:sp>
        <p:nvSpPr>
          <p:cNvPr id="6" name="Footer Placeholder 5">
            <a:extLst>
              <a:ext uri="{FF2B5EF4-FFF2-40B4-BE49-F238E27FC236}">
                <a16:creationId xmlns:a16="http://schemas.microsoft.com/office/drawing/2014/main" id="{28938FEB-D648-AE71-0FA1-805FFC832488}"/>
              </a:ext>
            </a:extLst>
          </p:cNvPr>
          <p:cNvSpPr>
            <a:spLocks noGrp="1"/>
          </p:cNvSpPr>
          <p:nvPr>
            <p:ph type="ftr" sz="quarter" idx="18"/>
          </p:nvPr>
        </p:nvSpPr>
        <p:spPr/>
        <p:txBody>
          <a:bodyPr/>
          <a:lstStyle/>
          <a:p>
            <a:endParaRPr lang="en-US"/>
          </a:p>
        </p:txBody>
      </p:sp>
    </p:spTree>
    <p:extLst>
      <p:ext uri="{BB962C8B-B14F-4D97-AF65-F5344CB8AC3E}">
        <p14:creationId xmlns:p14="http://schemas.microsoft.com/office/powerpoint/2010/main" val="26498186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 Quad-Chart">
    <p:spTree>
      <p:nvGrpSpPr>
        <p:cNvPr id="1" name=""/>
        <p:cNvGrpSpPr/>
        <p:nvPr/>
      </p:nvGrpSpPr>
      <p:grpSpPr>
        <a:xfrm>
          <a:off x="0" y="0"/>
          <a:ext cx="0" cy="0"/>
          <a:chOff x="0" y="0"/>
          <a:chExt cx="0" cy="0"/>
        </a:xfrm>
      </p:grpSpPr>
      <p:sp>
        <p:nvSpPr>
          <p:cNvPr id="3" name="Content Placeholder 2"/>
          <p:cNvSpPr>
            <a:spLocks noGrp="1"/>
          </p:cNvSpPr>
          <p:nvPr>
            <p:ph sz="quarter" idx="15"/>
          </p:nvPr>
        </p:nvSpPr>
        <p:spPr>
          <a:xfrm>
            <a:off x="266700" y="1028700"/>
            <a:ext cx="5753100" cy="26670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4" name="Straight Connector 3"/>
          <p:cNvCxnSpPr/>
          <p:nvPr userDrawn="1"/>
        </p:nvCxnSpPr>
        <p:spPr>
          <a:xfrm>
            <a:off x="381000" y="3775869"/>
            <a:ext cx="11430000" cy="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userDrawn="1"/>
        </p:nvCxnSpPr>
        <p:spPr>
          <a:xfrm>
            <a:off x="6096000" y="1028700"/>
            <a:ext cx="0" cy="560070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p>
        </p:txBody>
      </p:sp>
      <p:sp>
        <p:nvSpPr>
          <p:cNvPr id="16" name="Content Placeholder 2"/>
          <p:cNvSpPr>
            <a:spLocks noGrp="1"/>
          </p:cNvSpPr>
          <p:nvPr>
            <p:ph sz="quarter" idx="22"/>
          </p:nvPr>
        </p:nvSpPr>
        <p:spPr>
          <a:xfrm>
            <a:off x="266700" y="3855720"/>
            <a:ext cx="5753100" cy="277368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Content Placeholder 2"/>
          <p:cNvSpPr>
            <a:spLocks noGrp="1"/>
          </p:cNvSpPr>
          <p:nvPr>
            <p:ph sz="quarter" idx="23"/>
          </p:nvPr>
        </p:nvSpPr>
        <p:spPr>
          <a:xfrm>
            <a:off x="6172200" y="1028700"/>
            <a:ext cx="5753100" cy="26670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Content Placeholder 2"/>
          <p:cNvSpPr>
            <a:spLocks noGrp="1"/>
          </p:cNvSpPr>
          <p:nvPr>
            <p:ph sz="quarter" idx="24"/>
          </p:nvPr>
        </p:nvSpPr>
        <p:spPr>
          <a:xfrm>
            <a:off x="6172200" y="3855720"/>
            <a:ext cx="5753100" cy="277368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5AAE838-AA12-FA5F-5DA0-1ABB713993D9}"/>
              </a:ext>
            </a:extLst>
          </p:cNvPr>
          <p:cNvSpPr>
            <a:spLocks noGrp="1"/>
          </p:cNvSpPr>
          <p:nvPr>
            <p:ph type="dt" sz="half" idx="25"/>
          </p:nvPr>
        </p:nvSpPr>
        <p:spPr/>
        <p:txBody>
          <a:bodyPr/>
          <a:lstStyle/>
          <a:p>
            <a:endParaRPr lang="en-US"/>
          </a:p>
        </p:txBody>
      </p:sp>
      <p:sp>
        <p:nvSpPr>
          <p:cNvPr id="8" name="Footer Placeholder 7">
            <a:extLst>
              <a:ext uri="{FF2B5EF4-FFF2-40B4-BE49-F238E27FC236}">
                <a16:creationId xmlns:a16="http://schemas.microsoft.com/office/drawing/2014/main" id="{AE34FB74-F548-AD28-A10C-D5391FE1CF47}"/>
              </a:ext>
            </a:extLst>
          </p:cNvPr>
          <p:cNvSpPr>
            <a:spLocks noGrp="1"/>
          </p:cNvSpPr>
          <p:nvPr>
            <p:ph type="ftr" sz="quarter" idx="26"/>
          </p:nvPr>
        </p:nvSpPr>
        <p:spPr/>
        <p:txBody>
          <a:bodyPr/>
          <a:lstStyle/>
          <a:p>
            <a:endParaRPr lang="en-US"/>
          </a:p>
        </p:txBody>
      </p:sp>
    </p:spTree>
    <p:extLst>
      <p:ext uri="{BB962C8B-B14F-4D97-AF65-F5344CB8AC3E}">
        <p14:creationId xmlns:p14="http://schemas.microsoft.com/office/powerpoint/2010/main" val="2977904076"/>
      </p:ext>
    </p:extLst>
  </p:cSld>
  <p:clrMapOvr>
    <a:masterClrMapping/>
  </p:clrMapOvr>
  <p:extLst>
    <p:ext uri="{DCECCB84-F9BA-43D5-87BE-67443E8EF086}">
      <p15:sldGuideLst xmlns:p15="http://schemas.microsoft.com/office/powerpoint/2012/main">
        <p15:guide id="1" orient="horz" pos="2328">
          <p15:clr>
            <a:srgbClr val="FBAE40"/>
          </p15:clr>
        </p15:guide>
        <p15:guide id="2" orient="horz" pos="2424">
          <p15:clr>
            <a:srgbClr val="FBAE40"/>
          </p15:clr>
        </p15:guide>
        <p15:guide id="3" pos="3888">
          <p15:clr>
            <a:srgbClr val="FBAE40"/>
          </p15:clr>
        </p15:guide>
        <p15:guide id="4" pos="3792">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 Custom-Quad">
    <p:spTree>
      <p:nvGrpSpPr>
        <p:cNvPr id="1" name=""/>
        <p:cNvGrpSpPr/>
        <p:nvPr/>
      </p:nvGrpSpPr>
      <p:grpSpPr>
        <a:xfrm>
          <a:off x="0" y="0"/>
          <a:ext cx="0" cy="0"/>
          <a:chOff x="0" y="0"/>
          <a:chExt cx="0" cy="0"/>
        </a:xfrm>
      </p:grpSpPr>
      <p:cxnSp>
        <p:nvCxnSpPr>
          <p:cNvPr id="4" name="Straight Connector 3"/>
          <p:cNvCxnSpPr/>
          <p:nvPr userDrawn="1"/>
        </p:nvCxnSpPr>
        <p:spPr>
          <a:xfrm>
            <a:off x="381000" y="3430819"/>
            <a:ext cx="11430000" cy="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userDrawn="1"/>
        </p:nvCxnSpPr>
        <p:spPr>
          <a:xfrm>
            <a:off x="6096000" y="1028700"/>
            <a:ext cx="0" cy="560070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sp>
        <p:nvSpPr>
          <p:cNvPr id="18" name="Content Placeholder 4"/>
          <p:cNvSpPr>
            <a:spLocks noGrp="1"/>
          </p:cNvSpPr>
          <p:nvPr>
            <p:ph sz="quarter" idx="24"/>
          </p:nvPr>
        </p:nvSpPr>
        <p:spPr>
          <a:xfrm>
            <a:off x="6172200" y="3543300"/>
            <a:ext cx="5753100" cy="30861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ontent Placeholder 3"/>
          <p:cNvSpPr>
            <a:spLocks noGrp="1"/>
          </p:cNvSpPr>
          <p:nvPr>
            <p:ph sz="quarter" idx="22"/>
          </p:nvPr>
        </p:nvSpPr>
        <p:spPr>
          <a:xfrm>
            <a:off x="266700" y="3543300"/>
            <a:ext cx="5753100" cy="30861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Content Placeholder 2"/>
          <p:cNvSpPr>
            <a:spLocks noGrp="1"/>
          </p:cNvSpPr>
          <p:nvPr>
            <p:ph sz="quarter" idx="23"/>
          </p:nvPr>
        </p:nvSpPr>
        <p:spPr>
          <a:xfrm>
            <a:off x="6172200" y="1028700"/>
            <a:ext cx="5753100" cy="2283843"/>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Content Placeholder 1"/>
          <p:cNvSpPr>
            <a:spLocks noGrp="1"/>
          </p:cNvSpPr>
          <p:nvPr>
            <p:ph sz="quarter" idx="15"/>
          </p:nvPr>
        </p:nvSpPr>
        <p:spPr>
          <a:xfrm>
            <a:off x="266700" y="1028700"/>
            <a:ext cx="5753100" cy="2283843"/>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p:cNvSpPr>
            <a:spLocks noGrp="1"/>
          </p:cNvSpPr>
          <p:nvPr>
            <p:ph type="title"/>
          </p:nvPr>
        </p:nvSpPr>
        <p:spPr/>
        <p:txBody>
          <a:bodyPr/>
          <a:lstStyle/>
          <a:p>
            <a:r>
              <a:rPr lang="en-US"/>
              <a:t>Click to edit Master title style</a:t>
            </a:r>
          </a:p>
        </p:txBody>
      </p:sp>
      <p:sp>
        <p:nvSpPr>
          <p:cNvPr id="5" name="Date Placeholder 4">
            <a:extLst>
              <a:ext uri="{FF2B5EF4-FFF2-40B4-BE49-F238E27FC236}">
                <a16:creationId xmlns:a16="http://schemas.microsoft.com/office/drawing/2014/main" id="{AADB0298-AAE9-38A5-935C-537E8444E40C}"/>
              </a:ext>
            </a:extLst>
          </p:cNvPr>
          <p:cNvSpPr>
            <a:spLocks noGrp="1"/>
          </p:cNvSpPr>
          <p:nvPr>
            <p:ph type="dt" sz="half" idx="25"/>
          </p:nvPr>
        </p:nvSpPr>
        <p:spPr/>
        <p:txBody>
          <a:bodyPr/>
          <a:lstStyle/>
          <a:p>
            <a:endParaRPr lang="en-US"/>
          </a:p>
        </p:txBody>
      </p:sp>
      <p:sp>
        <p:nvSpPr>
          <p:cNvPr id="6" name="Footer Placeholder 5">
            <a:extLst>
              <a:ext uri="{FF2B5EF4-FFF2-40B4-BE49-F238E27FC236}">
                <a16:creationId xmlns:a16="http://schemas.microsoft.com/office/drawing/2014/main" id="{D52C905D-E7A5-5841-E24E-8E8D9EAF35CE}"/>
              </a:ext>
            </a:extLst>
          </p:cNvPr>
          <p:cNvSpPr>
            <a:spLocks noGrp="1"/>
          </p:cNvSpPr>
          <p:nvPr>
            <p:ph type="ftr" sz="quarter" idx="26"/>
          </p:nvPr>
        </p:nvSpPr>
        <p:spPr/>
        <p:txBody>
          <a:bodyPr/>
          <a:lstStyle/>
          <a:p>
            <a:endParaRPr lang="en-US"/>
          </a:p>
        </p:txBody>
      </p:sp>
    </p:spTree>
    <p:extLst>
      <p:ext uri="{BB962C8B-B14F-4D97-AF65-F5344CB8AC3E}">
        <p14:creationId xmlns:p14="http://schemas.microsoft.com/office/powerpoint/2010/main" val="2693227270"/>
      </p:ext>
    </p:extLst>
  </p:cSld>
  <p:clrMapOvr>
    <a:masterClrMapping/>
  </p:clrMapOvr>
  <p:extLst>
    <p:ext uri="{DCECCB84-F9BA-43D5-87BE-67443E8EF086}">
      <p15:sldGuideLst xmlns:p15="http://schemas.microsoft.com/office/powerpoint/2012/main">
        <p15:guide id="1" orient="horz" pos="2088">
          <p15:clr>
            <a:srgbClr val="FBAE40"/>
          </p15:clr>
        </p15:guide>
        <p15:guide id="2" orient="horz" pos="2232">
          <p15:clr>
            <a:srgbClr val="FBAE40"/>
          </p15:clr>
        </p15:guide>
        <p15:guide id="3" pos="3888">
          <p15:clr>
            <a:srgbClr val="FBAE40"/>
          </p15:clr>
        </p15:guide>
        <p15:guide id="4" pos="3792">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 Tri-Chart Bottom">
    <p:spTree>
      <p:nvGrpSpPr>
        <p:cNvPr id="1" name=""/>
        <p:cNvGrpSpPr/>
        <p:nvPr/>
      </p:nvGrpSpPr>
      <p:grpSpPr>
        <a:xfrm>
          <a:off x="0" y="0"/>
          <a:ext cx="0" cy="0"/>
          <a:chOff x="0" y="0"/>
          <a:chExt cx="0" cy="0"/>
        </a:xfrm>
      </p:grpSpPr>
      <p:sp>
        <p:nvSpPr>
          <p:cNvPr id="16" name="Content Placeholder 3"/>
          <p:cNvSpPr>
            <a:spLocks noGrp="1"/>
          </p:cNvSpPr>
          <p:nvPr>
            <p:ph sz="quarter" idx="22"/>
          </p:nvPr>
        </p:nvSpPr>
        <p:spPr>
          <a:xfrm>
            <a:off x="266700" y="3855720"/>
            <a:ext cx="11658600" cy="277368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Content Placeholder 2"/>
          <p:cNvSpPr>
            <a:spLocks noGrp="1"/>
          </p:cNvSpPr>
          <p:nvPr>
            <p:ph sz="quarter" idx="23"/>
          </p:nvPr>
        </p:nvSpPr>
        <p:spPr>
          <a:xfrm>
            <a:off x="6172200" y="1028700"/>
            <a:ext cx="5753100" cy="26670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Content Placeholder 1"/>
          <p:cNvSpPr>
            <a:spLocks noGrp="1"/>
          </p:cNvSpPr>
          <p:nvPr>
            <p:ph sz="quarter" idx="15"/>
          </p:nvPr>
        </p:nvSpPr>
        <p:spPr>
          <a:xfrm>
            <a:off x="266700" y="1028700"/>
            <a:ext cx="5753100" cy="26670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p:cNvSpPr>
            <a:spLocks noGrp="1"/>
          </p:cNvSpPr>
          <p:nvPr>
            <p:ph type="title"/>
          </p:nvPr>
        </p:nvSpPr>
        <p:spPr/>
        <p:txBody>
          <a:bodyPr/>
          <a:lstStyle/>
          <a:p>
            <a:r>
              <a:rPr lang="en-US"/>
              <a:t>Click to edit Master title style</a:t>
            </a:r>
          </a:p>
        </p:txBody>
      </p:sp>
      <p:sp>
        <p:nvSpPr>
          <p:cNvPr id="4" name="Date Placeholder 3">
            <a:extLst>
              <a:ext uri="{FF2B5EF4-FFF2-40B4-BE49-F238E27FC236}">
                <a16:creationId xmlns:a16="http://schemas.microsoft.com/office/drawing/2014/main" id="{3246758A-EC6C-2E6D-7C25-EBF35B1A110D}"/>
              </a:ext>
            </a:extLst>
          </p:cNvPr>
          <p:cNvSpPr>
            <a:spLocks noGrp="1"/>
          </p:cNvSpPr>
          <p:nvPr>
            <p:ph type="dt" sz="half" idx="24"/>
          </p:nvPr>
        </p:nvSpPr>
        <p:spPr/>
        <p:txBody>
          <a:bodyPr/>
          <a:lstStyle/>
          <a:p>
            <a:endParaRPr lang="en-US"/>
          </a:p>
        </p:txBody>
      </p:sp>
      <p:sp>
        <p:nvSpPr>
          <p:cNvPr id="5" name="Footer Placeholder 4">
            <a:extLst>
              <a:ext uri="{FF2B5EF4-FFF2-40B4-BE49-F238E27FC236}">
                <a16:creationId xmlns:a16="http://schemas.microsoft.com/office/drawing/2014/main" id="{656A35E6-84D0-522D-F6FA-96313C01D057}"/>
              </a:ext>
            </a:extLst>
          </p:cNvPr>
          <p:cNvSpPr>
            <a:spLocks noGrp="1"/>
          </p:cNvSpPr>
          <p:nvPr>
            <p:ph type="ftr" sz="quarter" idx="25"/>
          </p:nvPr>
        </p:nvSpPr>
        <p:spPr/>
        <p:txBody>
          <a:bodyPr/>
          <a:lstStyle/>
          <a:p>
            <a:endParaRPr lang="en-US"/>
          </a:p>
        </p:txBody>
      </p:sp>
    </p:spTree>
    <p:extLst>
      <p:ext uri="{BB962C8B-B14F-4D97-AF65-F5344CB8AC3E}">
        <p14:creationId xmlns:p14="http://schemas.microsoft.com/office/powerpoint/2010/main" val="2516359702"/>
      </p:ext>
    </p:extLst>
  </p:cSld>
  <p:clrMapOvr>
    <a:masterClrMapping/>
  </p:clrMapOvr>
  <p:extLst>
    <p:ext uri="{DCECCB84-F9BA-43D5-87BE-67443E8EF086}">
      <p15:sldGuideLst xmlns:p15="http://schemas.microsoft.com/office/powerpoint/2012/main">
        <p15:guide id="1" orient="horz" pos="2328">
          <p15:clr>
            <a:srgbClr val="FBAE40"/>
          </p15:clr>
        </p15:guide>
        <p15:guide id="2" orient="horz" pos="2424">
          <p15:clr>
            <a:srgbClr val="FBAE40"/>
          </p15:clr>
        </p15:guide>
        <p15:guide id="3" pos="3888">
          <p15:clr>
            <a:srgbClr val="FBAE40"/>
          </p15:clr>
        </p15:guide>
        <p15:guide id="4" pos="3792">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 Tri-Chart Top">
    <p:spTree>
      <p:nvGrpSpPr>
        <p:cNvPr id="1" name=""/>
        <p:cNvGrpSpPr/>
        <p:nvPr/>
      </p:nvGrpSpPr>
      <p:grpSpPr>
        <a:xfrm>
          <a:off x="0" y="0"/>
          <a:ext cx="0" cy="0"/>
          <a:chOff x="0" y="0"/>
          <a:chExt cx="0" cy="0"/>
        </a:xfrm>
      </p:grpSpPr>
      <p:sp>
        <p:nvSpPr>
          <p:cNvPr id="17" name="Content Placeholder 3"/>
          <p:cNvSpPr>
            <a:spLocks noGrp="1"/>
          </p:cNvSpPr>
          <p:nvPr>
            <p:ph sz="quarter" idx="23"/>
          </p:nvPr>
        </p:nvSpPr>
        <p:spPr>
          <a:xfrm>
            <a:off x="6172200" y="3848100"/>
            <a:ext cx="5753100" cy="27813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Content Placeholder 2"/>
          <p:cNvSpPr>
            <a:spLocks noGrp="1"/>
          </p:cNvSpPr>
          <p:nvPr>
            <p:ph sz="quarter" idx="15"/>
          </p:nvPr>
        </p:nvSpPr>
        <p:spPr>
          <a:xfrm>
            <a:off x="266700" y="3848100"/>
            <a:ext cx="5753100" cy="27813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ontent Placeholder 1"/>
          <p:cNvSpPr>
            <a:spLocks noGrp="1"/>
          </p:cNvSpPr>
          <p:nvPr>
            <p:ph sz="quarter" idx="22"/>
          </p:nvPr>
        </p:nvSpPr>
        <p:spPr>
          <a:xfrm>
            <a:off x="266700" y="1024178"/>
            <a:ext cx="11658600" cy="26670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p:cNvSpPr>
            <a:spLocks noGrp="1"/>
          </p:cNvSpPr>
          <p:nvPr>
            <p:ph type="title"/>
          </p:nvPr>
        </p:nvSpPr>
        <p:spPr/>
        <p:txBody>
          <a:bodyPr/>
          <a:lstStyle/>
          <a:p>
            <a:r>
              <a:rPr lang="en-US"/>
              <a:t>Click to edit Master title style</a:t>
            </a:r>
          </a:p>
        </p:txBody>
      </p:sp>
      <p:sp>
        <p:nvSpPr>
          <p:cNvPr id="4" name="Date Placeholder 3">
            <a:extLst>
              <a:ext uri="{FF2B5EF4-FFF2-40B4-BE49-F238E27FC236}">
                <a16:creationId xmlns:a16="http://schemas.microsoft.com/office/drawing/2014/main" id="{CE138066-C767-E96E-E21F-B1E4478B0958}"/>
              </a:ext>
            </a:extLst>
          </p:cNvPr>
          <p:cNvSpPr>
            <a:spLocks noGrp="1"/>
          </p:cNvSpPr>
          <p:nvPr>
            <p:ph type="dt" sz="half" idx="24"/>
          </p:nvPr>
        </p:nvSpPr>
        <p:spPr/>
        <p:txBody>
          <a:bodyPr/>
          <a:lstStyle/>
          <a:p>
            <a:endParaRPr lang="en-US"/>
          </a:p>
        </p:txBody>
      </p:sp>
      <p:sp>
        <p:nvSpPr>
          <p:cNvPr id="5" name="Footer Placeholder 4">
            <a:extLst>
              <a:ext uri="{FF2B5EF4-FFF2-40B4-BE49-F238E27FC236}">
                <a16:creationId xmlns:a16="http://schemas.microsoft.com/office/drawing/2014/main" id="{E18328B5-C225-08E6-86C5-18BB6982BC1B}"/>
              </a:ext>
            </a:extLst>
          </p:cNvPr>
          <p:cNvSpPr>
            <a:spLocks noGrp="1"/>
          </p:cNvSpPr>
          <p:nvPr>
            <p:ph type="ftr" sz="quarter" idx="25"/>
          </p:nvPr>
        </p:nvSpPr>
        <p:spPr/>
        <p:txBody>
          <a:bodyPr/>
          <a:lstStyle/>
          <a:p>
            <a:endParaRPr lang="en-US"/>
          </a:p>
        </p:txBody>
      </p:sp>
    </p:spTree>
    <p:extLst>
      <p:ext uri="{BB962C8B-B14F-4D97-AF65-F5344CB8AC3E}">
        <p14:creationId xmlns:p14="http://schemas.microsoft.com/office/powerpoint/2010/main" val="1819793675"/>
      </p:ext>
    </p:extLst>
  </p:cSld>
  <p:clrMapOvr>
    <a:masterClrMapping/>
  </p:clrMapOvr>
  <p:extLst>
    <p:ext uri="{DCECCB84-F9BA-43D5-87BE-67443E8EF086}">
      <p15:sldGuideLst xmlns:p15="http://schemas.microsoft.com/office/powerpoint/2012/main">
        <p15:guide id="1" orient="horz" pos="2328">
          <p15:clr>
            <a:srgbClr val="FBAE40"/>
          </p15:clr>
        </p15:guide>
        <p15:guide id="2" orient="horz" pos="2424">
          <p15:clr>
            <a:srgbClr val="FBAE40"/>
          </p15:clr>
        </p15:guide>
        <p15:guide id="3" pos="3888">
          <p15:clr>
            <a:srgbClr val="FBAE40"/>
          </p15:clr>
        </p15:guide>
        <p15:guide id="4" pos="3792">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 No Content">
    <p:spTree>
      <p:nvGrpSpPr>
        <p:cNvPr id="1" name=""/>
        <p:cNvGrpSpPr/>
        <p:nvPr/>
      </p:nvGrpSpPr>
      <p:grpSpPr>
        <a:xfrm>
          <a:off x="0" y="0"/>
          <a:ext cx="0" cy="0"/>
          <a:chOff x="0" y="0"/>
          <a:chExt cx="0" cy="0"/>
        </a:xfrm>
      </p:grpSpPr>
      <p:sp>
        <p:nvSpPr>
          <p:cNvPr id="5" name="Date Placeholder 4">
            <a:extLst>
              <a:ext uri="{FF2B5EF4-FFF2-40B4-BE49-F238E27FC236}">
                <a16:creationId xmlns:a16="http://schemas.microsoft.com/office/drawing/2014/main" id="{D7835296-7DAA-2D03-3C74-8EDBE0C7DFA4}"/>
              </a:ext>
            </a:extLst>
          </p:cNvPr>
          <p:cNvSpPr>
            <a:spLocks noGrp="1"/>
          </p:cNvSpPr>
          <p:nvPr>
            <p:ph type="dt" sz="half" idx="10"/>
          </p:nvPr>
        </p:nvSpPr>
        <p:spPr/>
        <p:txBody>
          <a:bodyPr/>
          <a:lstStyle/>
          <a:p>
            <a:endParaRPr lang="en-US"/>
          </a:p>
        </p:txBody>
      </p:sp>
      <p:sp>
        <p:nvSpPr>
          <p:cNvPr id="6" name="Footer Placeholder 5">
            <a:extLst>
              <a:ext uri="{FF2B5EF4-FFF2-40B4-BE49-F238E27FC236}">
                <a16:creationId xmlns:a16="http://schemas.microsoft.com/office/drawing/2014/main" id="{AEFD207A-CF9B-5273-AAA1-5371D3714C11}"/>
              </a:ext>
            </a:extLst>
          </p:cNvPr>
          <p:cNvSpPr>
            <a:spLocks noGrp="1"/>
          </p:cNvSpPr>
          <p:nvPr>
            <p:ph type="ftr" sz="quarter" idx="11"/>
          </p:nvPr>
        </p:nvSpPr>
        <p:spPr/>
        <p:txBody>
          <a:bodyPr/>
          <a:lstStyle/>
          <a:p>
            <a:endParaRPr lang="en-US"/>
          </a:p>
        </p:txBody>
      </p:sp>
      <p:sp>
        <p:nvSpPr>
          <p:cNvPr id="3" name="Title 2">
            <a:extLst>
              <a:ext uri="{FF2B5EF4-FFF2-40B4-BE49-F238E27FC236}">
                <a16:creationId xmlns:a16="http://schemas.microsoft.com/office/drawing/2014/main" id="{7AD23EB7-47BD-A421-AD32-BA7882ED2642}"/>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85384354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Blank with graphics">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BF40FE8E-720F-2CF0-A515-A1F0A76E6C20}"/>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8C5645D9-CB9C-72DC-4655-0357D988FE70}"/>
              </a:ext>
            </a:extLst>
          </p:cNvPr>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364614394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_Blank w/ background no graphics">
    <p:spTree>
      <p:nvGrpSpPr>
        <p:cNvPr id="1" name=""/>
        <p:cNvGrpSpPr/>
        <p:nvPr/>
      </p:nvGrpSpPr>
      <p:grpSpPr>
        <a:xfrm>
          <a:off x="0" y="0"/>
          <a:ext cx="0" cy="0"/>
          <a:chOff x="0" y="0"/>
          <a:chExt cx="0" cy="0"/>
        </a:xfrm>
      </p:grpSpPr>
      <p:sp>
        <p:nvSpPr>
          <p:cNvPr id="8" name="Content Placeholder 7"/>
          <p:cNvSpPr>
            <a:spLocks noGrp="1"/>
          </p:cNvSpPr>
          <p:nvPr>
            <p:ph sz="quarter" idx="12"/>
          </p:nvPr>
        </p:nvSpPr>
        <p:spPr>
          <a:xfrm>
            <a:off x="76200" y="66675"/>
            <a:ext cx="12020549" cy="6723635"/>
          </a:xfrm>
          <a:prstGeom prst="roundRect">
            <a:avLst>
              <a:gd name="adj" fmla="val 0"/>
            </a:avLst>
          </a:prstGeom>
          <a:noFill/>
          <a:ln w="3175">
            <a:noFill/>
          </a:ln>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973CC44D-C4E5-B148-8424-D309BAD434F9}"/>
              </a:ext>
            </a:extLst>
          </p:cNvPr>
          <p:cNvSpPr>
            <a:spLocks noGrp="1"/>
          </p:cNvSpPr>
          <p:nvPr>
            <p:ph type="dt" sz="half" idx="13"/>
          </p:nvPr>
        </p:nvSpPr>
        <p:spPr/>
        <p:txBody>
          <a:bodyPr/>
          <a:lstStyle/>
          <a:p>
            <a:endParaRPr lang="en-US"/>
          </a:p>
        </p:txBody>
      </p:sp>
      <p:sp>
        <p:nvSpPr>
          <p:cNvPr id="4" name="Footer Placeholder 3">
            <a:extLst>
              <a:ext uri="{FF2B5EF4-FFF2-40B4-BE49-F238E27FC236}">
                <a16:creationId xmlns:a16="http://schemas.microsoft.com/office/drawing/2014/main" id="{B5E87FB6-092D-2261-C61B-A13F398BD061}"/>
              </a:ext>
            </a:extLst>
          </p:cNvPr>
          <p:cNvSpPr>
            <a:spLocks noGrp="1"/>
          </p:cNvSpPr>
          <p:nvPr>
            <p:ph type="ftr" sz="quarter" idx="14"/>
          </p:nvPr>
        </p:nvSpPr>
        <p:spPr/>
        <p:txBody>
          <a:bodyPr/>
          <a:lstStyle/>
          <a:p>
            <a:endParaRPr lang="en-US"/>
          </a:p>
        </p:txBody>
      </p:sp>
      <p:sp>
        <p:nvSpPr>
          <p:cNvPr id="5" name="Title 4">
            <a:extLst>
              <a:ext uri="{FF2B5EF4-FFF2-40B4-BE49-F238E27FC236}">
                <a16:creationId xmlns:a16="http://schemas.microsoft.com/office/drawing/2014/main" id="{7B0D9059-3C9E-5AFD-2A32-2874C4FC4C55}"/>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427615947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p:cSld name="White Blank">
    <p:bg>
      <p:bgPr>
        <a:solidFill>
          <a:schemeClr val="tx2"/>
        </a:solidFill>
        <a:effectLst/>
      </p:bgPr>
    </p:bg>
    <p:spTree>
      <p:nvGrpSpPr>
        <p:cNvPr id="1" name=""/>
        <p:cNvGrpSpPr/>
        <p:nvPr/>
      </p:nvGrpSpPr>
      <p:grpSpPr>
        <a:xfrm>
          <a:off x="0" y="0"/>
          <a:ext cx="0" cy="0"/>
          <a:chOff x="0" y="0"/>
          <a:chExt cx="0" cy="0"/>
        </a:xfrm>
      </p:grpSpPr>
      <p:sp>
        <p:nvSpPr>
          <p:cNvPr id="2" name="Text Box 14">
            <a:extLst>
              <a:ext uri="{FF2B5EF4-FFF2-40B4-BE49-F238E27FC236}">
                <a16:creationId xmlns:a16="http://schemas.microsoft.com/office/drawing/2014/main" id="{FBBAD3CE-397E-AB37-EDAD-8632BE0AA2DA}"/>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solidFill>
                  <a:schemeClr val="tx1">
                    <a:lumMod val="50000"/>
                    <a:lumOff val="50000"/>
                  </a:schemeClr>
                </a:solidFill>
              </a:rPr>
              <a:pPr algn="r">
                <a:spcBef>
                  <a:spcPct val="50000"/>
                </a:spcBef>
                <a:defRPr/>
              </a:pPr>
              <a:t>‹#›</a:t>
            </a:fld>
            <a:endParaRPr lang="en-US" sz="1100" b="0" baseline="0">
              <a:solidFill>
                <a:schemeClr val="tx1">
                  <a:lumMod val="50000"/>
                  <a:lumOff val="50000"/>
                </a:schemeClr>
              </a:solidFill>
            </a:endParaRPr>
          </a:p>
        </p:txBody>
      </p:sp>
      <p:sp>
        <p:nvSpPr>
          <p:cNvPr id="4" name="Date Placeholder 3">
            <a:extLst>
              <a:ext uri="{FF2B5EF4-FFF2-40B4-BE49-F238E27FC236}">
                <a16:creationId xmlns:a16="http://schemas.microsoft.com/office/drawing/2014/main" id="{BE1E501C-5AFD-BA9E-01BC-6D3F0A876CDA}"/>
              </a:ext>
            </a:extLst>
          </p:cNvPr>
          <p:cNvSpPr>
            <a:spLocks noGrp="1"/>
          </p:cNvSpPr>
          <p:nvPr>
            <p:ph type="dt" sz="half" idx="10"/>
          </p:nvPr>
        </p:nvSpPr>
        <p:spPr/>
        <p:txBody>
          <a:bodyPr/>
          <a:lstStyle>
            <a:lvl1pPr>
              <a:defRPr>
                <a:solidFill>
                  <a:schemeClr val="tx1">
                    <a:lumMod val="50000"/>
                    <a:lumOff val="50000"/>
                  </a:schemeClr>
                </a:solidFill>
              </a:defRPr>
            </a:lvl1pPr>
          </a:lstStyle>
          <a:p>
            <a:endParaRPr lang="en-US"/>
          </a:p>
        </p:txBody>
      </p:sp>
      <p:sp>
        <p:nvSpPr>
          <p:cNvPr id="7" name="Footer Placeholder 6">
            <a:extLst>
              <a:ext uri="{FF2B5EF4-FFF2-40B4-BE49-F238E27FC236}">
                <a16:creationId xmlns:a16="http://schemas.microsoft.com/office/drawing/2014/main" id="{BD51F885-1610-859A-C99A-21311C9FAB15}"/>
              </a:ext>
            </a:extLst>
          </p:cNvPr>
          <p:cNvSpPr>
            <a:spLocks noGrp="1"/>
          </p:cNvSpPr>
          <p:nvPr>
            <p:ph type="ftr" sz="quarter" idx="11"/>
          </p:nvPr>
        </p:nvSpPr>
        <p:spPr/>
        <p:txBody>
          <a:bodyPr/>
          <a:lstStyle>
            <a:lvl1pPr>
              <a:defRPr>
                <a:solidFill>
                  <a:schemeClr val="tx1">
                    <a:lumMod val="50000"/>
                    <a:lumOff val="50000"/>
                  </a:schemeClr>
                </a:solidFill>
              </a:defRPr>
            </a:lvl1pPr>
          </a:lstStyle>
          <a:p>
            <a:endParaRPr lang="en-US"/>
          </a:p>
        </p:txBody>
      </p:sp>
    </p:spTree>
    <p:extLst>
      <p:ext uri="{BB962C8B-B14F-4D97-AF65-F5344CB8AC3E}">
        <p14:creationId xmlns:p14="http://schemas.microsoft.com/office/powerpoint/2010/main" val="2556249665"/>
      </p:ext>
    </p:extLst>
  </p:cSld>
  <p:clrMapOvr>
    <a:masterClrMapping/>
  </p:clrMapOvr>
  <p:hf hdr="0" dt="0"/>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p:cSld name="1_White Blank">
    <p:bg>
      <p:bgPr>
        <a:solidFill>
          <a:schemeClr val="bg1">
            <a:lumMod val="20000"/>
            <a:lumOff val="80000"/>
          </a:schemeClr>
        </a:solidFill>
        <a:effectLst/>
      </p:bgPr>
    </p:bg>
    <p:spTree>
      <p:nvGrpSpPr>
        <p:cNvPr id="1" name=""/>
        <p:cNvGrpSpPr/>
        <p:nvPr/>
      </p:nvGrpSpPr>
      <p:grpSpPr>
        <a:xfrm>
          <a:off x="0" y="0"/>
          <a:ext cx="0" cy="0"/>
          <a:chOff x="0" y="0"/>
          <a:chExt cx="0" cy="0"/>
        </a:xfrm>
      </p:grpSpPr>
      <p:sp>
        <p:nvSpPr>
          <p:cNvPr id="2" name="Text Box 14">
            <a:extLst>
              <a:ext uri="{FF2B5EF4-FFF2-40B4-BE49-F238E27FC236}">
                <a16:creationId xmlns:a16="http://schemas.microsoft.com/office/drawing/2014/main" id="{5559FF84-4EB7-248C-A9A3-21393A68E553}"/>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solidFill>
                  <a:schemeClr val="tx1">
                    <a:lumMod val="50000"/>
                    <a:lumOff val="50000"/>
                  </a:schemeClr>
                </a:solidFill>
              </a:rPr>
              <a:pPr algn="r">
                <a:spcBef>
                  <a:spcPct val="50000"/>
                </a:spcBef>
                <a:defRPr/>
              </a:pPr>
              <a:t>‹#›</a:t>
            </a:fld>
            <a:endParaRPr lang="en-US" sz="1100" b="0" baseline="0">
              <a:solidFill>
                <a:schemeClr val="tx1">
                  <a:lumMod val="50000"/>
                  <a:lumOff val="50000"/>
                </a:schemeClr>
              </a:solidFill>
            </a:endParaRPr>
          </a:p>
        </p:txBody>
      </p:sp>
      <p:sp>
        <p:nvSpPr>
          <p:cNvPr id="4" name="Date Placeholder 3">
            <a:extLst>
              <a:ext uri="{FF2B5EF4-FFF2-40B4-BE49-F238E27FC236}">
                <a16:creationId xmlns:a16="http://schemas.microsoft.com/office/drawing/2014/main" id="{92A3D6AC-9998-6147-A3AF-01786A8BC7B5}"/>
              </a:ext>
            </a:extLst>
          </p:cNvPr>
          <p:cNvSpPr>
            <a:spLocks noGrp="1"/>
          </p:cNvSpPr>
          <p:nvPr>
            <p:ph type="dt" sz="half" idx="10"/>
          </p:nvPr>
        </p:nvSpPr>
        <p:spPr/>
        <p:txBody>
          <a:bodyPr/>
          <a:lstStyle>
            <a:lvl1pPr>
              <a:defRPr>
                <a:solidFill>
                  <a:schemeClr val="tx1">
                    <a:lumMod val="50000"/>
                    <a:lumOff val="50000"/>
                  </a:schemeClr>
                </a:solidFill>
              </a:defRPr>
            </a:lvl1pPr>
          </a:lstStyle>
          <a:p>
            <a:endParaRPr lang="en-US"/>
          </a:p>
        </p:txBody>
      </p:sp>
      <p:sp>
        <p:nvSpPr>
          <p:cNvPr id="5" name="Footer Placeholder 4">
            <a:extLst>
              <a:ext uri="{FF2B5EF4-FFF2-40B4-BE49-F238E27FC236}">
                <a16:creationId xmlns:a16="http://schemas.microsoft.com/office/drawing/2014/main" id="{9E61DC4E-D996-A484-FCFC-B8F377D377A1}"/>
              </a:ext>
            </a:extLst>
          </p:cNvPr>
          <p:cNvSpPr>
            <a:spLocks noGrp="1"/>
          </p:cNvSpPr>
          <p:nvPr>
            <p:ph type="ftr" sz="quarter" idx="11"/>
          </p:nvPr>
        </p:nvSpPr>
        <p:spPr/>
        <p:txBody>
          <a:bodyPr/>
          <a:lstStyle>
            <a:lvl1pPr>
              <a:defRPr>
                <a:solidFill>
                  <a:schemeClr val="tx1">
                    <a:lumMod val="50000"/>
                    <a:lumOff val="50000"/>
                  </a:schemeClr>
                </a:solidFill>
              </a:defRPr>
            </a:lvl1pPr>
          </a:lstStyle>
          <a:p>
            <a:endParaRPr lang="en-US"/>
          </a:p>
        </p:txBody>
      </p:sp>
    </p:spTree>
    <p:extLst>
      <p:ext uri="{BB962C8B-B14F-4D97-AF65-F5344CB8AC3E}">
        <p14:creationId xmlns:p14="http://schemas.microsoft.com/office/powerpoint/2010/main" val="373734091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Black Blank">
    <p:bg>
      <p:bgPr>
        <a:solidFill>
          <a:schemeClr val="tx1"/>
        </a:solidFill>
        <a:effectLst/>
      </p:bgPr>
    </p:bg>
    <p:spTree>
      <p:nvGrpSpPr>
        <p:cNvPr id="1" name=""/>
        <p:cNvGrpSpPr/>
        <p:nvPr/>
      </p:nvGrpSpPr>
      <p:grpSpPr>
        <a:xfrm>
          <a:off x="0" y="0"/>
          <a:ext cx="0" cy="0"/>
          <a:chOff x="0" y="0"/>
          <a:chExt cx="0" cy="0"/>
        </a:xfrm>
      </p:grpSpPr>
      <p:sp>
        <p:nvSpPr>
          <p:cNvPr id="2" name="Text Box 14">
            <a:extLst>
              <a:ext uri="{FF2B5EF4-FFF2-40B4-BE49-F238E27FC236}">
                <a16:creationId xmlns:a16="http://schemas.microsoft.com/office/drawing/2014/main" id="{6B1EDEA3-517F-FC35-5A19-094E3BE709A0}"/>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solidFill>
                  <a:schemeClr val="tx2"/>
                </a:solidFill>
              </a:rPr>
              <a:pPr algn="r">
                <a:spcBef>
                  <a:spcPct val="50000"/>
                </a:spcBef>
                <a:defRPr/>
              </a:pPr>
              <a:t>‹#›</a:t>
            </a:fld>
            <a:endParaRPr lang="en-US" sz="1100" b="0" baseline="0">
              <a:solidFill>
                <a:schemeClr val="tx2"/>
              </a:solidFill>
            </a:endParaRPr>
          </a:p>
        </p:txBody>
      </p:sp>
      <p:sp>
        <p:nvSpPr>
          <p:cNvPr id="4" name="Date Placeholder 3">
            <a:extLst>
              <a:ext uri="{FF2B5EF4-FFF2-40B4-BE49-F238E27FC236}">
                <a16:creationId xmlns:a16="http://schemas.microsoft.com/office/drawing/2014/main" id="{B429D516-C317-CDC1-DADB-0B020CDC0237}"/>
              </a:ext>
            </a:extLst>
          </p:cNvPr>
          <p:cNvSpPr>
            <a:spLocks noGrp="1"/>
          </p:cNvSpPr>
          <p:nvPr>
            <p:ph type="dt" sz="half" idx="10"/>
          </p:nvPr>
        </p:nvSpPr>
        <p:spPr/>
        <p:txBody>
          <a:bodyPr/>
          <a:lstStyle>
            <a:lvl1pPr>
              <a:defRPr>
                <a:solidFill>
                  <a:schemeClr val="tx2"/>
                </a:solidFill>
              </a:defRPr>
            </a:lvl1pPr>
          </a:lstStyle>
          <a:p>
            <a:endParaRPr lang="en-US"/>
          </a:p>
        </p:txBody>
      </p:sp>
      <p:sp>
        <p:nvSpPr>
          <p:cNvPr id="5" name="Footer Placeholder 4">
            <a:extLst>
              <a:ext uri="{FF2B5EF4-FFF2-40B4-BE49-F238E27FC236}">
                <a16:creationId xmlns:a16="http://schemas.microsoft.com/office/drawing/2014/main" id="{CCEEA777-D26F-FC0E-BCB6-7D77B101103A}"/>
              </a:ext>
            </a:extLst>
          </p:cNvPr>
          <p:cNvSpPr>
            <a:spLocks noGrp="1"/>
          </p:cNvSpPr>
          <p:nvPr>
            <p:ph type="ftr" sz="quarter" idx="11"/>
          </p:nvPr>
        </p:nvSpPr>
        <p:spPr/>
        <p:txBody>
          <a:bodyPr/>
          <a:lstStyle>
            <a:lvl1pPr>
              <a:defRPr>
                <a:solidFill>
                  <a:schemeClr val="tx2"/>
                </a:solidFill>
              </a:defRPr>
            </a:lvl1pPr>
          </a:lstStyle>
          <a:p>
            <a:endParaRPr lang="en-US"/>
          </a:p>
        </p:txBody>
      </p:sp>
    </p:spTree>
    <p:extLst>
      <p:ext uri="{BB962C8B-B14F-4D97-AF65-F5344CB8AC3E}">
        <p14:creationId xmlns:p14="http://schemas.microsoft.com/office/powerpoint/2010/main" val="249764614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1_Background no graphics">
    <p:bg>
      <p:bgPr>
        <a:gradFill flip="none" rotWithShape="1">
          <a:gsLst>
            <a:gs pos="85000">
              <a:schemeClr val="tx2"/>
            </a:gs>
            <a:gs pos="90000">
              <a:schemeClr val="tx2">
                <a:alpha val="45000"/>
              </a:schemeClr>
            </a:gs>
            <a:gs pos="95000">
              <a:schemeClr val="bg1">
                <a:lumMod val="40000"/>
                <a:lumOff val="60000"/>
              </a:schemeClr>
            </a:gs>
          </a:gsLst>
          <a:path path="circle">
            <a:fillToRect l="100000" t="100000"/>
          </a:path>
          <a:tileRect r="-100000" b="-100000"/>
        </a:gradFill>
        <a:effectLst/>
      </p:bgPr>
    </p:bg>
    <p:spTree>
      <p:nvGrpSpPr>
        <p:cNvPr id="1" name=""/>
        <p:cNvGrpSpPr/>
        <p:nvPr/>
      </p:nvGrpSpPr>
      <p:grpSpPr>
        <a:xfrm>
          <a:off x="0" y="0"/>
          <a:ext cx="0" cy="0"/>
          <a:chOff x="0" y="0"/>
          <a:chExt cx="0" cy="0"/>
        </a:xfrm>
      </p:grpSpPr>
      <p:sp>
        <p:nvSpPr>
          <p:cNvPr id="2" name="Text Box 14">
            <a:extLst>
              <a:ext uri="{FF2B5EF4-FFF2-40B4-BE49-F238E27FC236}">
                <a16:creationId xmlns:a16="http://schemas.microsoft.com/office/drawing/2014/main" id="{0BFA849C-531C-7595-39B1-5EC87690F476}"/>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solidFill>
                  <a:schemeClr val="tx1"/>
                </a:solidFill>
              </a:rPr>
              <a:pPr algn="r">
                <a:spcBef>
                  <a:spcPct val="50000"/>
                </a:spcBef>
                <a:defRPr/>
              </a:pPr>
              <a:t>‹#›</a:t>
            </a:fld>
            <a:endParaRPr lang="en-US" sz="1100" b="0" baseline="0">
              <a:solidFill>
                <a:schemeClr val="tx1"/>
              </a:solidFill>
            </a:endParaRPr>
          </a:p>
        </p:txBody>
      </p:sp>
      <p:sp>
        <p:nvSpPr>
          <p:cNvPr id="4" name="Date Placeholder 3">
            <a:extLst>
              <a:ext uri="{FF2B5EF4-FFF2-40B4-BE49-F238E27FC236}">
                <a16:creationId xmlns:a16="http://schemas.microsoft.com/office/drawing/2014/main" id="{85935D2E-75B7-4B2F-83E6-4B2460140D3F}"/>
              </a:ext>
            </a:extLst>
          </p:cNvPr>
          <p:cNvSpPr>
            <a:spLocks noGrp="1"/>
          </p:cNvSpPr>
          <p:nvPr>
            <p:ph type="dt" sz="half" idx="10"/>
          </p:nvPr>
        </p:nvSpPr>
        <p:spPr/>
        <p:txBody>
          <a:bodyPr/>
          <a:lstStyle>
            <a:lvl1pPr>
              <a:defRPr>
                <a:solidFill>
                  <a:schemeClr val="bg2">
                    <a:lumMod val="50000"/>
                  </a:schemeClr>
                </a:solidFill>
              </a:defRPr>
            </a:lvl1pPr>
          </a:lstStyle>
          <a:p>
            <a:endParaRPr lang="en-US"/>
          </a:p>
        </p:txBody>
      </p:sp>
      <p:sp>
        <p:nvSpPr>
          <p:cNvPr id="5" name="Footer Placeholder 4">
            <a:extLst>
              <a:ext uri="{FF2B5EF4-FFF2-40B4-BE49-F238E27FC236}">
                <a16:creationId xmlns:a16="http://schemas.microsoft.com/office/drawing/2014/main" id="{C5AC37A7-6517-1C05-89FB-ACDA8ECF89DF}"/>
              </a:ext>
            </a:extLst>
          </p:cNvPr>
          <p:cNvSpPr>
            <a:spLocks noGrp="1"/>
          </p:cNvSpPr>
          <p:nvPr>
            <p:ph type="ftr" sz="quarter" idx="11"/>
          </p:nvPr>
        </p:nvSpPr>
        <p:spPr/>
        <p:txBody>
          <a:bodyPr/>
          <a:lstStyle>
            <a:lvl1pPr>
              <a:defRPr>
                <a:solidFill>
                  <a:schemeClr val="bg2">
                    <a:lumMod val="50000"/>
                  </a:schemeClr>
                </a:solidFill>
              </a:defRPr>
            </a:lvl1pPr>
          </a:lstStyle>
          <a:p>
            <a:endParaRPr lang="en-US"/>
          </a:p>
        </p:txBody>
      </p:sp>
    </p:spTree>
    <p:extLst>
      <p:ext uri="{BB962C8B-B14F-4D97-AF65-F5344CB8AC3E}">
        <p14:creationId xmlns:p14="http://schemas.microsoft.com/office/powerpoint/2010/main" val="201979528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Section Header">
    <p:bg>
      <p:bgPr>
        <a:solidFill>
          <a:schemeClr val="tx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37843223-5086-843F-D346-CCDD12959DF3}"/>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1805" y="0"/>
            <a:ext cx="12188389" cy="6858000"/>
          </a:xfrm>
          <a:prstGeom prst="rect">
            <a:avLst/>
          </a:prstGeom>
        </p:spPr>
      </p:pic>
      <p:sp>
        <p:nvSpPr>
          <p:cNvPr id="14" name="Title Placeholder 1"/>
          <p:cNvSpPr>
            <a:spLocks noGrp="1"/>
          </p:cNvSpPr>
          <p:nvPr>
            <p:ph type="title"/>
          </p:nvPr>
        </p:nvSpPr>
        <p:spPr bwMode="auto">
          <a:xfrm>
            <a:off x="266700" y="2286001"/>
            <a:ext cx="11658600" cy="1285874"/>
          </a:xfrm>
          <a:prstGeom prst="rect">
            <a:avLst/>
          </a:prstGeom>
          <a:noFill/>
          <a:ln w="9525">
            <a:solidFill>
              <a:schemeClr val="accent3"/>
            </a:solidFill>
            <a:miter lim="800000"/>
            <a:headEnd/>
            <a:tailEnd/>
          </a:ln>
        </p:spPr>
        <p:txBody>
          <a:bodyPr anchor="b"/>
          <a:lstStyle>
            <a:lvl1pPr>
              <a:defRPr sz="3200" b="0" baseline="0">
                <a:solidFill>
                  <a:schemeClr val="accent3"/>
                </a:solidFill>
              </a:defRPr>
            </a:lvl1pPr>
          </a:lstStyle>
          <a:p>
            <a:pPr lvl="0"/>
            <a:r>
              <a:rPr lang="en-US"/>
              <a:t>Click to edit Master title style</a:t>
            </a:r>
          </a:p>
        </p:txBody>
      </p:sp>
      <p:sp>
        <p:nvSpPr>
          <p:cNvPr id="6" name="Text Placeholder 5"/>
          <p:cNvSpPr>
            <a:spLocks noGrp="1"/>
          </p:cNvSpPr>
          <p:nvPr>
            <p:ph type="body" sz="quarter" idx="12"/>
          </p:nvPr>
        </p:nvSpPr>
        <p:spPr>
          <a:xfrm>
            <a:off x="266700" y="3687764"/>
            <a:ext cx="8496300" cy="854075"/>
          </a:xfrm>
          <a:ln>
            <a:solidFill>
              <a:schemeClr val="accent3"/>
            </a:solidFill>
          </a:ln>
        </p:spPr>
        <p:txBody>
          <a:bodyPr anchor="ctr"/>
          <a:lstStyle>
            <a:lvl1pPr marL="0" indent="0">
              <a:defRPr>
                <a:solidFill>
                  <a:schemeClr val="tx2"/>
                </a:solidFill>
              </a:defRPr>
            </a:lvl1pPr>
          </a:lstStyle>
          <a:p>
            <a:pPr lvl="0"/>
            <a:r>
              <a:rPr lang="en-US"/>
              <a:t>Click to edit Master text styles</a:t>
            </a:r>
          </a:p>
        </p:txBody>
      </p:sp>
      <p:sp>
        <p:nvSpPr>
          <p:cNvPr id="2" name="Date Placeholder 1">
            <a:extLst>
              <a:ext uri="{FF2B5EF4-FFF2-40B4-BE49-F238E27FC236}">
                <a16:creationId xmlns:a16="http://schemas.microsoft.com/office/drawing/2014/main" id="{98D00C84-D329-4DD4-96D7-92CD4C330181}"/>
              </a:ext>
            </a:extLst>
          </p:cNvPr>
          <p:cNvSpPr>
            <a:spLocks noGrp="1"/>
          </p:cNvSpPr>
          <p:nvPr>
            <p:ph type="dt" sz="half" idx="13"/>
          </p:nvPr>
        </p:nvSpPr>
        <p:spPr>
          <a:xfrm>
            <a:off x="8763000" y="3697289"/>
            <a:ext cx="3161228" cy="844550"/>
          </a:xfrm>
          <a:prstGeom prst="rect">
            <a:avLst/>
          </a:prstGeom>
          <a:ln>
            <a:solidFill>
              <a:schemeClr val="accent3"/>
            </a:solidFill>
          </a:ln>
        </p:spPr>
        <p:txBody>
          <a:bodyPr/>
          <a:lstStyle>
            <a:lvl1pPr algn="ctr">
              <a:defRPr sz="2000">
                <a:solidFill>
                  <a:schemeClr val="accent3"/>
                </a:solidFill>
              </a:defRPr>
            </a:lvl1pPr>
          </a:lstStyle>
          <a:p>
            <a:endParaRPr lang="en-US"/>
          </a:p>
        </p:txBody>
      </p:sp>
      <p:sp>
        <p:nvSpPr>
          <p:cNvPr id="3" name="Text Box 14">
            <a:extLst>
              <a:ext uri="{FF2B5EF4-FFF2-40B4-BE49-F238E27FC236}">
                <a16:creationId xmlns:a16="http://schemas.microsoft.com/office/drawing/2014/main" id="{71C01142-E0C8-B2A1-CF08-DDC0741713EA}"/>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pPr algn="r">
                <a:spcBef>
                  <a:spcPct val="50000"/>
                </a:spcBef>
                <a:defRPr/>
              </a:pPr>
              <a:t>‹#›</a:t>
            </a:fld>
            <a:endParaRPr lang="en-US" sz="1100" b="0" baseline="0"/>
          </a:p>
        </p:txBody>
      </p:sp>
      <p:pic>
        <p:nvPicPr>
          <p:cNvPr id="11" name="Picture 10" descr="A picture containing qr code&#10;&#10;Description automatically generated">
            <a:extLst>
              <a:ext uri="{FF2B5EF4-FFF2-40B4-BE49-F238E27FC236}">
                <a16:creationId xmlns:a16="http://schemas.microsoft.com/office/drawing/2014/main" id="{C7BD8055-FF8F-646E-4F9E-84B4A33A92B9}"/>
              </a:ext>
            </a:extLst>
          </p:cNvPr>
          <p:cNvPicPr>
            <a:picLocks noChangeAspect="1"/>
          </p:cNvPicPr>
          <p:nvPr userDrawn="1"/>
        </p:nvPicPr>
        <p:blipFill>
          <a:blip r:embed="rId3"/>
          <a:stretch>
            <a:fillRect/>
          </a:stretch>
        </p:blipFill>
        <p:spPr>
          <a:xfrm>
            <a:off x="190500" y="5602330"/>
            <a:ext cx="2402348" cy="1065985"/>
          </a:xfrm>
          <a:prstGeom prst="rect">
            <a:avLst/>
          </a:prstGeom>
        </p:spPr>
      </p:pic>
    </p:spTree>
    <p:extLst>
      <p:ext uri="{BB962C8B-B14F-4D97-AF65-F5344CB8AC3E}">
        <p14:creationId xmlns:p14="http://schemas.microsoft.com/office/powerpoint/2010/main" val="177220610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Section header - no Sub-Head">
    <p:bg>
      <p:bgPr>
        <a:solidFill>
          <a:schemeClr val="tx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A9860E5-FB16-921B-9978-59B24F56F9F5}"/>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1805" y="0"/>
            <a:ext cx="12188389" cy="6858000"/>
          </a:xfrm>
          <a:prstGeom prst="rect">
            <a:avLst/>
          </a:prstGeom>
        </p:spPr>
      </p:pic>
      <p:sp>
        <p:nvSpPr>
          <p:cNvPr id="14" name="Title Placeholder 1"/>
          <p:cNvSpPr>
            <a:spLocks noGrp="1"/>
          </p:cNvSpPr>
          <p:nvPr>
            <p:ph type="title"/>
          </p:nvPr>
        </p:nvSpPr>
        <p:spPr bwMode="auto">
          <a:xfrm>
            <a:off x="266700" y="2286001"/>
            <a:ext cx="11658600" cy="1285874"/>
          </a:xfrm>
          <a:prstGeom prst="rect">
            <a:avLst/>
          </a:prstGeom>
          <a:noFill/>
          <a:ln w="9525">
            <a:solidFill>
              <a:schemeClr val="accent3"/>
            </a:solidFill>
            <a:miter lim="800000"/>
            <a:headEnd/>
            <a:tailEnd/>
          </a:ln>
        </p:spPr>
        <p:txBody>
          <a:bodyPr anchor="ctr"/>
          <a:lstStyle>
            <a:lvl1pPr>
              <a:defRPr sz="3200" baseline="0">
                <a:solidFill>
                  <a:schemeClr val="accent3"/>
                </a:solidFill>
              </a:defRPr>
            </a:lvl1pPr>
          </a:lstStyle>
          <a:p>
            <a:pPr lvl="0"/>
            <a:r>
              <a:rPr lang="en-US"/>
              <a:t>Click to edit Master title style</a:t>
            </a:r>
          </a:p>
        </p:txBody>
      </p:sp>
      <p:sp>
        <p:nvSpPr>
          <p:cNvPr id="3" name="Text Box 14">
            <a:extLst>
              <a:ext uri="{FF2B5EF4-FFF2-40B4-BE49-F238E27FC236}">
                <a16:creationId xmlns:a16="http://schemas.microsoft.com/office/drawing/2014/main" id="{B8FD0A53-E9E1-93CC-5F3F-ED183C4566E7}"/>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pPr algn="r">
                <a:spcBef>
                  <a:spcPct val="50000"/>
                </a:spcBef>
                <a:defRPr/>
              </a:pPr>
              <a:t>‹#›</a:t>
            </a:fld>
            <a:endParaRPr lang="en-US" sz="1100" b="0" baseline="0"/>
          </a:p>
        </p:txBody>
      </p:sp>
      <p:pic>
        <p:nvPicPr>
          <p:cNvPr id="6" name="Picture 5" descr="A picture containing qr code&#10;&#10;Description automatically generated">
            <a:extLst>
              <a:ext uri="{FF2B5EF4-FFF2-40B4-BE49-F238E27FC236}">
                <a16:creationId xmlns:a16="http://schemas.microsoft.com/office/drawing/2014/main" id="{1100FC8E-3C81-583C-9A23-08A75A2C4FEC}"/>
              </a:ext>
            </a:extLst>
          </p:cNvPr>
          <p:cNvPicPr>
            <a:picLocks noChangeAspect="1"/>
          </p:cNvPicPr>
          <p:nvPr userDrawn="1"/>
        </p:nvPicPr>
        <p:blipFill>
          <a:blip r:embed="rId3"/>
          <a:stretch>
            <a:fillRect/>
          </a:stretch>
        </p:blipFill>
        <p:spPr>
          <a:xfrm>
            <a:off x="190500" y="5602330"/>
            <a:ext cx="2402348" cy="1065985"/>
          </a:xfrm>
          <a:prstGeom prst="rect">
            <a:avLst/>
          </a:prstGeom>
        </p:spPr>
      </p:pic>
      <p:sp>
        <p:nvSpPr>
          <p:cNvPr id="7" name="Date Placeholder 1">
            <a:extLst>
              <a:ext uri="{FF2B5EF4-FFF2-40B4-BE49-F238E27FC236}">
                <a16:creationId xmlns:a16="http://schemas.microsoft.com/office/drawing/2014/main" id="{22B933D6-5752-A997-866D-7335507E65DB}"/>
              </a:ext>
            </a:extLst>
          </p:cNvPr>
          <p:cNvSpPr>
            <a:spLocks noGrp="1"/>
          </p:cNvSpPr>
          <p:nvPr>
            <p:ph type="dt" sz="half" idx="13"/>
          </p:nvPr>
        </p:nvSpPr>
        <p:spPr>
          <a:xfrm>
            <a:off x="9163627" y="3709924"/>
            <a:ext cx="2761673" cy="385825"/>
          </a:xfrm>
          <a:prstGeom prst="rect">
            <a:avLst/>
          </a:prstGeom>
          <a:ln>
            <a:solidFill>
              <a:schemeClr val="accent3"/>
            </a:solidFill>
          </a:ln>
        </p:spPr>
        <p:txBody>
          <a:bodyPr/>
          <a:lstStyle>
            <a:lvl1pPr algn="ctr">
              <a:defRPr sz="2000">
                <a:solidFill>
                  <a:schemeClr val="accent3"/>
                </a:solidFill>
              </a:defRPr>
            </a:lvl1pPr>
          </a:lstStyle>
          <a:p>
            <a:endParaRPr lang="en-US"/>
          </a:p>
        </p:txBody>
      </p:sp>
    </p:spTree>
    <p:extLst>
      <p:ext uri="{BB962C8B-B14F-4D97-AF65-F5344CB8AC3E}">
        <p14:creationId xmlns:p14="http://schemas.microsoft.com/office/powerpoint/2010/main" val="169728047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Section - Content Only">
    <p:bg>
      <p:bgPr>
        <a:solidFill>
          <a:schemeClr val="tx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FDB948E-B4CD-A49A-882A-F350D2A911BE}"/>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1805" y="0"/>
            <a:ext cx="12188389" cy="6858000"/>
          </a:xfrm>
          <a:prstGeom prst="rect">
            <a:avLst/>
          </a:prstGeom>
        </p:spPr>
      </p:pic>
      <p:sp>
        <p:nvSpPr>
          <p:cNvPr id="4" name="Content Placeholder 3"/>
          <p:cNvSpPr>
            <a:spLocks noGrp="1"/>
          </p:cNvSpPr>
          <p:nvPr>
            <p:ph sz="quarter" idx="12"/>
          </p:nvPr>
        </p:nvSpPr>
        <p:spPr>
          <a:xfrm>
            <a:off x="266700" y="2157413"/>
            <a:ext cx="11658600" cy="1798637"/>
          </a:xfrm>
          <a:ln>
            <a:solidFill>
              <a:schemeClr val="accent3"/>
            </a:solidFill>
          </a:ln>
        </p:spPr>
        <p:txBody>
          <a:bodyPr anchor="ctr"/>
          <a:lstStyle>
            <a:lvl1pPr>
              <a:defRPr>
                <a:solidFill>
                  <a:schemeClr val="accent3"/>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Date Placeholder 1">
            <a:extLst>
              <a:ext uri="{FF2B5EF4-FFF2-40B4-BE49-F238E27FC236}">
                <a16:creationId xmlns:a16="http://schemas.microsoft.com/office/drawing/2014/main" id="{930F58C1-4114-4FD3-B651-E3BC6C7CBC47}"/>
              </a:ext>
            </a:extLst>
          </p:cNvPr>
          <p:cNvSpPr>
            <a:spLocks noGrp="1"/>
          </p:cNvSpPr>
          <p:nvPr>
            <p:ph type="dt" sz="half" idx="13"/>
          </p:nvPr>
        </p:nvSpPr>
        <p:spPr>
          <a:xfrm>
            <a:off x="9163627" y="4043299"/>
            <a:ext cx="2761673" cy="385825"/>
          </a:xfrm>
          <a:prstGeom prst="rect">
            <a:avLst/>
          </a:prstGeom>
          <a:ln>
            <a:solidFill>
              <a:schemeClr val="accent3"/>
            </a:solidFill>
          </a:ln>
        </p:spPr>
        <p:txBody>
          <a:bodyPr/>
          <a:lstStyle>
            <a:lvl1pPr algn="ctr">
              <a:defRPr sz="2000">
                <a:solidFill>
                  <a:schemeClr val="accent3"/>
                </a:solidFill>
              </a:defRPr>
            </a:lvl1pPr>
          </a:lstStyle>
          <a:p>
            <a:endParaRPr lang="en-US"/>
          </a:p>
        </p:txBody>
      </p:sp>
      <p:sp>
        <p:nvSpPr>
          <p:cNvPr id="3" name="Text Box 14">
            <a:extLst>
              <a:ext uri="{FF2B5EF4-FFF2-40B4-BE49-F238E27FC236}">
                <a16:creationId xmlns:a16="http://schemas.microsoft.com/office/drawing/2014/main" id="{4B9A921A-5A1E-39D1-94FE-6E1E04C028AC}"/>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pPr algn="r">
                <a:spcBef>
                  <a:spcPct val="50000"/>
                </a:spcBef>
                <a:defRPr/>
              </a:pPr>
              <a:t>‹#›</a:t>
            </a:fld>
            <a:endParaRPr lang="en-US" sz="1100" b="0" baseline="0"/>
          </a:p>
        </p:txBody>
      </p:sp>
      <p:pic>
        <p:nvPicPr>
          <p:cNvPr id="6" name="Picture 5" descr="A picture containing qr code&#10;&#10;Description automatically generated">
            <a:extLst>
              <a:ext uri="{FF2B5EF4-FFF2-40B4-BE49-F238E27FC236}">
                <a16:creationId xmlns:a16="http://schemas.microsoft.com/office/drawing/2014/main" id="{30F6006C-DEAA-A93E-62A5-A2759A856E6B}"/>
              </a:ext>
            </a:extLst>
          </p:cNvPr>
          <p:cNvPicPr>
            <a:picLocks noChangeAspect="1"/>
          </p:cNvPicPr>
          <p:nvPr userDrawn="1"/>
        </p:nvPicPr>
        <p:blipFill>
          <a:blip r:embed="rId3"/>
          <a:stretch>
            <a:fillRect/>
          </a:stretch>
        </p:blipFill>
        <p:spPr>
          <a:xfrm>
            <a:off x="190500" y="5602330"/>
            <a:ext cx="2402348" cy="1065985"/>
          </a:xfrm>
          <a:prstGeom prst="rect">
            <a:avLst/>
          </a:prstGeom>
        </p:spPr>
      </p:pic>
    </p:spTree>
    <p:extLst>
      <p:ext uri="{BB962C8B-B14F-4D97-AF65-F5344CB8AC3E}">
        <p14:creationId xmlns:p14="http://schemas.microsoft.com/office/powerpoint/2010/main" val="201072787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Title - 2 Pics">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6A2CA99E-4AAA-5371-9462-7AD3D7D937C7}"/>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11232" y="0"/>
            <a:ext cx="12188389" cy="6858000"/>
          </a:xfrm>
          <a:prstGeom prst="rect">
            <a:avLst/>
          </a:prstGeom>
        </p:spPr>
      </p:pic>
      <p:sp>
        <p:nvSpPr>
          <p:cNvPr id="14" name="Title 5"/>
          <p:cNvSpPr>
            <a:spLocks noGrp="1"/>
          </p:cNvSpPr>
          <p:nvPr>
            <p:ph type="title"/>
          </p:nvPr>
        </p:nvSpPr>
        <p:spPr>
          <a:xfrm>
            <a:off x="266700" y="265872"/>
            <a:ext cx="5829300" cy="1671543"/>
          </a:xfrm>
          <a:noFill/>
          <a:ln w="19050">
            <a:solidFill>
              <a:schemeClr val="accent3"/>
            </a:solidFill>
          </a:ln>
        </p:spPr>
        <p:txBody>
          <a:bodyPr/>
          <a:lstStyle>
            <a:lvl1pPr>
              <a:defRPr>
                <a:solidFill>
                  <a:schemeClr val="accent3"/>
                </a:solidFill>
              </a:defRPr>
            </a:lvl1pPr>
          </a:lstStyle>
          <a:p>
            <a:r>
              <a:rPr lang="en-US"/>
              <a:t>Click to edit Master title style</a:t>
            </a:r>
          </a:p>
        </p:txBody>
      </p:sp>
      <p:sp>
        <p:nvSpPr>
          <p:cNvPr id="15" name="Picture Placeholder 16"/>
          <p:cNvSpPr>
            <a:spLocks noGrp="1" noChangeAspect="1"/>
          </p:cNvSpPr>
          <p:nvPr>
            <p:ph type="pic" sz="quarter" idx="13"/>
          </p:nvPr>
        </p:nvSpPr>
        <p:spPr>
          <a:xfrm>
            <a:off x="6220046" y="265872"/>
            <a:ext cx="5705253" cy="3081131"/>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a:t>Click icon to add picture</a:t>
            </a:r>
          </a:p>
        </p:txBody>
      </p:sp>
      <p:sp>
        <p:nvSpPr>
          <p:cNvPr id="16" name="Picture Placeholder 16"/>
          <p:cNvSpPr>
            <a:spLocks noGrp="1" noChangeAspect="1"/>
          </p:cNvSpPr>
          <p:nvPr>
            <p:ph type="pic" sz="quarter" idx="14"/>
          </p:nvPr>
        </p:nvSpPr>
        <p:spPr>
          <a:xfrm>
            <a:off x="6220046" y="3528391"/>
            <a:ext cx="5705253" cy="3081131"/>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a:t>Click icon to add picture</a:t>
            </a:r>
          </a:p>
        </p:txBody>
      </p:sp>
      <p:sp>
        <p:nvSpPr>
          <p:cNvPr id="7" name="Text Placeholder 6"/>
          <p:cNvSpPr>
            <a:spLocks noGrp="1"/>
          </p:cNvSpPr>
          <p:nvPr>
            <p:ph type="body" sz="quarter" idx="15"/>
          </p:nvPr>
        </p:nvSpPr>
        <p:spPr>
          <a:xfrm>
            <a:off x="266700" y="2059389"/>
            <a:ext cx="5816600" cy="3307950"/>
          </a:xfrm>
          <a:ln>
            <a:solidFill>
              <a:schemeClr val="accent3"/>
            </a:solidFill>
          </a:ln>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5" name="Picture 4" descr="A picture containing qr code&#10;&#10;Description automatically generated">
            <a:extLst>
              <a:ext uri="{FF2B5EF4-FFF2-40B4-BE49-F238E27FC236}">
                <a16:creationId xmlns:a16="http://schemas.microsoft.com/office/drawing/2014/main" id="{CC1A89D0-0707-593E-6331-0996B0CFBFA9}"/>
              </a:ext>
            </a:extLst>
          </p:cNvPr>
          <p:cNvPicPr>
            <a:picLocks noChangeAspect="1"/>
          </p:cNvPicPr>
          <p:nvPr userDrawn="1"/>
        </p:nvPicPr>
        <p:blipFill>
          <a:blip r:embed="rId3"/>
          <a:stretch>
            <a:fillRect/>
          </a:stretch>
        </p:blipFill>
        <p:spPr>
          <a:xfrm>
            <a:off x="190500" y="5602330"/>
            <a:ext cx="2402348" cy="1065985"/>
          </a:xfrm>
          <a:prstGeom prst="rect">
            <a:avLst/>
          </a:prstGeom>
        </p:spPr>
      </p:pic>
    </p:spTree>
    <p:extLst>
      <p:ext uri="{BB962C8B-B14F-4D97-AF65-F5344CB8AC3E}">
        <p14:creationId xmlns:p14="http://schemas.microsoft.com/office/powerpoint/2010/main" val="151873353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Title - 3 Pics (horizontal)">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08A2208-647F-606B-8F64-F37557D56788}"/>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1805" y="0"/>
            <a:ext cx="12188389" cy="6858000"/>
          </a:xfrm>
          <a:prstGeom prst="rect">
            <a:avLst/>
          </a:prstGeom>
        </p:spPr>
      </p:pic>
      <p:sp>
        <p:nvSpPr>
          <p:cNvPr id="14" name="Title 5"/>
          <p:cNvSpPr>
            <a:spLocks noGrp="1"/>
          </p:cNvSpPr>
          <p:nvPr>
            <p:ph type="title"/>
          </p:nvPr>
        </p:nvSpPr>
        <p:spPr>
          <a:xfrm>
            <a:off x="266700" y="260931"/>
            <a:ext cx="5821279" cy="1671543"/>
          </a:xfrm>
          <a:noFill/>
          <a:ln w="12700">
            <a:solidFill>
              <a:schemeClr val="accent3"/>
            </a:solidFill>
          </a:ln>
        </p:spPr>
        <p:txBody>
          <a:bodyPr/>
          <a:lstStyle>
            <a:lvl1pPr>
              <a:defRPr>
                <a:solidFill>
                  <a:schemeClr val="accent3"/>
                </a:solidFill>
              </a:defRPr>
            </a:lvl1pPr>
          </a:lstStyle>
          <a:p>
            <a:r>
              <a:rPr lang="en-US"/>
              <a:t>Click to edit Master title style</a:t>
            </a:r>
          </a:p>
        </p:txBody>
      </p:sp>
      <p:sp>
        <p:nvSpPr>
          <p:cNvPr id="15" name="Picture Placeholder 16"/>
          <p:cNvSpPr>
            <a:spLocks noGrp="1" noChangeAspect="1"/>
          </p:cNvSpPr>
          <p:nvPr>
            <p:ph type="pic" sz="quarter" idx="13"/>
          </p:nvPr>
        </p:nvSpPr>
        <p:spPr>
          <a:xfrm>
            <a:off x="6346659" y="260931"/>
            <a:ext cx="5578641" cy="3081131"/>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a:t>Click icon to add picture</a:t>
            </a:r>
          </a:p>
        </p:txBody>
      </p:sp>
      <p:sp>
        <p:nvSpPr>
          <p:cNvPr id="9" name="Picture Placeholder 16"/>
          <p:cNvSpPr>
            <a:spLocks noGrp="1"/>
          </p:cNvSpPr>
          <p:nvPr>
            <p:ph type="pic" sz="quarter" idx="15"/>
          </p:nvPr>
        </p:nvSpPr>
        <p:spPr>
          <a:xfrm>
            <a:off x="8610600" y="3507454"/>
            <a:ext cx="3314700" cy="3093720"/>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a:t>Click icon to add picture</a:t>
            </a:r>
          </a:p>
        </p:txBody>
      </p:sp>
      <p:sp>
        <p:nvSpPr>
          <p:cNvPr id="3" name="Content Placeholder 2"/>
          <p:cNvSpPr>
            <a:spLocks noGrp="1"/>
          </p:cNvSpPr>
          <p:nvPr>
            <p:ph sz="quarter" idx="17"/>
          </p:nvPr>
        </p:nvSpPr>
        <p:spPr>
          <a:xfrm>
            <a:off x="266700" y="2058988"/>
            <a:ext cx="5808663" cy="3308350"/>
          </a:xfrm>
          <a:ln>
            <a:solidFill>
              <a:schemeClr val="accent3"/>
            </a:solidFill>
          </a:ln>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Picture Placeholder 16"/>
          <p:cNvSpPr>
            <a:spLocks noGrp="1"/>
          </p:cNvSpPr>
          <p:nvPr>
            <p:ph type="pic" sz="quarter" idx="16"/>
          </p:nvPr>
        </p:nvSpPr>
        <p:spPr>
          <a:xfrm>
            <a:off x="5140944" y="3507454"/>
            <a:ext cx="3314700" cy="3093720"/>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a:t>Click icon to add picture</a:t>
            </a:r>
          </a:p>
        </p:txBody>
      </p:sp>
      <p:pic>
        <p:nvPicPr>
          <p:cNvPr id="5" name="Picture 4" descr="A picture containing qr code&#10;&#10;Description automatically generated">
            <a:extLst>
              <a:ext uri="{FF2B5EF4-FFF2-40B4-BE49-F238E27FC236}">
                <a16:creationId xmlns:a16="http://schemas.microsoft.com/office/drawing/2014/main" id="{B1CCCAD0-1673-986A-13CB-641150EDAA17}"/>
              </a:ext>
            </a:extLst>
          </p:cNvPr>
          <p:cNvPicPr>
            <a:picLocks noChangeAspect="1"/>
          </p:cNvPicPr>
          <p:nvPr userDrawn="1"/>
        </p:nvPicPr>
        <p:blipFill>
          <a:blip r:embed="rId3"/>
          <a:stretch>
            <a:fillRect/>
          </a:stretch>
        </p:blipFill>
        <p:spPr>
          <a:xfrm>
            <a:off x="190500" y="5602330"/>
            <a:ext cx="2402348" cy="1065985"/>
          </a:xfrm>
          <a:prstGeom prst="rect">
            <a:avLst/>
          </a:prstGeom>
        </p:spPr>
      </p:pic>
    </p:spTree>
    <p:extLst>
      <p:ext uri="{BB962C8B-B14F-4D97-AF65-F5344CB8AC3E}">
        <p14:creationId xmlns:p14="http://schemas.microsoft.com/office/powerpoint/2010/main" val="375993111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Title - 4 Pics">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972CCC1-BFFC-C6EA-3790-7E99857DF180}"/>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1805" y="0"/>
            <a:ext cx="12188389" cy="6858000"/>
          </a:xfrm>
          <a:prstGeom prst="rect">
            <a:avLst/>
          </a:prstGeom>
        </p:spPr>
      </p:pic>
      <p:sp>
        <p:nvSpPr>
          <p:cNvPr id="3" name="Text Placeholder 2"/>
          <p:cNvSpPr>
            <a:spLocks noGrp="1"/>
          </p:cNvSpPr>
          <p:nvPr>
            <p:ph type="body" sz="quarter" idx="19"/>
          </p:nvPr>
        </p:nvSpPr>
        <p:spPr>
          <a:xfrm>
            <a:off x="381000" y="2059387"/>
            <a:ext cx="4867275" cy="3315887"/>
          </a:xfrm>
          <a:ln>
            <a:solidFill>
              <a:schemeClr val="accent3"/>
            </a:solidFill>
          </a:ln>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Picture Placeholder 16"/>
          <p:cNvSpPr>
            <a:spLocks noGrp="1"/>
          </p:cNvSpPr>
          <p:nvPr>
            <p:ph type="pic" sz="quarter" idx="15"/>
          </p:nvPr>
        </p:nvSpPr>
        <p:spPr>
          <a:xfrm>
            <a:off x="8723481" y="3423957"/>
            <a:ext cx="3201819" cy="2988364"/>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a:t>Click icon to add picture</a:t>
            </a:r>
          </a:p>
        </p:txBody>
      </p:sp>
      <p:sp>
        <p:nvSpPr>
          <p:cNvPr id="19" name="Picture Placeholder 16"/>
          <p:cNvSpPr>
            <a:spLocks noGrp="1"/>
          </p:cNvSpPr>
          <p:nvPr>
            <p:ph type="pic" sz="quarter" idx="16"/>
          </p:nvPr>
        </p:nvSpPr>
        <p:spPr>
          <a:xfrm>
            <a:off x="5371264" y="3423957"/>
            <a:ext cx="3201819" cy="2988364"/>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a:t>Click icon to add picture</a:t>
            </a:r>
          </a:p>
        </p:txBody>
      </p:sp>
      <p:sp>
        <p:nvSpPr>
          <p:cNvPr id="20" name="Picture Placeholder 16"/>
          <p:cNvSpPr>
            <a:spLocks noGrp="1"/>
          </p:cNvSpPr>
          <p:nvPr>
            <p:ph type="pic" sz="quarter" idx="17"/>
          </p:nvPr>
        </p:nvSpPr>
        <p:spPr>
          <a:xfrm>
            <a:off x="8723481" y="265872"/>
            <a:ext cx="3201819" cy="2988364"/>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a:t>Click icon to add picture</a:t>
            </a:r>
          </a:p>
        </p:txBody>
      </p:sp>
      <p:sp>
        <p:nvSpPr>
          <p:cNvPr id="14" name="Title 5"/>
          <p:cNvSpPr>
            <a:spLocks noGrp="1"/>
          </p:cNvSpPr>
          <p:nvPr>
            <p:ph type="title"/>
          </p:nvPr>
        </p:nvSpPr>
        <p:spPr>
          <a:xfrm>
            <a:off x="381000" y="265872"/>
            <a:ext cx="4866861" cy="1671543"/>
          </a:xfrm>
          <a:noFill/>
          <a:ln w="12700">
            <a:solidFill>
              <a:schemeClr val="accent3"/>
            </a:solidFill>
          </a:ln>
        </p:spPr>
        <p:txBody>
          <a:bodyPr/>
          <a:lstStyle>
            <a:lvl1pPr>
              <a:defRPr>
                <a:solidFill>
                  <a:schemeClr val="accent3"/>
                </a:solidFill>
              </a:defRPr>
            </a:lvl1pPr>
          </a:lstStyle>
          <a:p>
            <a:r>
              <a:rPr lang="en-US"/>
              <a:t>Click to edit Master title style</a:t>
            </a:r>
          </a:p>
        </p:txBody>
      </p:sp>
      <p:sp>
        <p:nvSpPr>
          <p:cNvPr id="21" name="Picture Placeholder 16"/>
          <p:cNvSpPr>
            <a:spLocks noGrp="1"/>
          </p:cNvSpPr>
          <p:nvPr>
            <p:ph type="pic" sz="quarter" idx="18"/>
          </p:nvPr>
        </p:nvSpPr>
        <p:spPr>
          <a:xfrm>
            <a:off x="5371264" y="265872"/>
            <a:ext cx="3201819" cy="2988364"/>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a:t>Click icon to add picture</a:t>
            </a:r>
          </a:p>
        </p:txBody>
      </p:sp>
      <p:pic>
        <p:nvPicPr>
          <p:cNvPr id="5" name="Picture 4" descr="A picture containing qr code&#10;&#10;Description automatically generated">
            <a:extLst>
              <a:ext uri="{FF2B5EF4-FFF2-40B4-BE49-F238E27FC236}">
                <a16:creationId xmlns:a16="http://schemas.microsoft.com/office/drawing/2014/main" id="{6E24EF9F-84E9-63AF-E2E6-C9F20CDDF17F}"/>
              </a:ext>
            </a:extLst>
          </p:cNvPr>
          <p:cNvPicPr>
            <a:picLocks noChangeAspect="1"/>
          </p:cNvPicPr>
          <p:nvPr userDrawn="1"/>
        </p:nvPicPr>
        <p:blipFill>
          <a:blip r:embed="rId3"/>
          <a:stretch>
            <a:fillRect/>
          </a:stretch>
        </p:blipFill>
        <p:spPr>
          <a:xfrm>
            <a:off x="190500" y="5602330"/>
            <a:ext cx="2402348" cy="1065985"/>
          </a:xfrm>
          <a:prstGeom prst="rect">
            <a:avLst/>
          </a:prstGeom>
        </p:spPr>
      </p:pic>
    </p:spTree>
    <p:extLst>
      <p:ext uri="{BB962C8B-B14F-4D97-AF65-F5344CB8AC3E}">
        <p14:creationId xmlns:p14="http://schemas.microsoft.com/office/powerpoint/2010/main" val="238392777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Title - 3 Pics (vertical)">
    <p:bg>
      <p:bgPr>
        <a:solidFill>
          <a:schemeClr val="tx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5556BFFC-FD6D-D4CC-D857-29E26DC42C8B}"/>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20657" y="0"/>
            <a:ext cx="12188389" cy="6858000"/>
          </a:xfrm>
          <a:prstGeom prst="rect">
            <a:avLst/>
          </a:prstGeom>
        </p:spPr>
      </p:pic>
      <p:sp>
        <p:nvSpPr>
          <p:cNvPr id="16" name="TextBox 15"/>
          <p:cNvSpPr txBox="1"/>
          <p:nvPr userDrawn="1"/>
        </p:nvSpPr>
        <p:spPr>
          <a:xfrm>
            <a:off x="266700" y="5217495"/>
            <a:ext cx="4337105" cy="357790"/>
          </a:xfrm>
          <a:prstGeom prst="rect">
            <a:avLst/>
          </a:prstGeom>
          <a:noFill/>
          <a:ln>
            <a:solidFill>
              <a:schemeClr val="accent3"/>
            </a:solidFill>
          </a:ln>
        </p:spPr>
        <p:txBody>
          <a:bodyPr wrap="square" lIns="91440" tIns="0">
            <a:spAutoFit/>
          </a:bodyPr>
          <a:lstStyle/>
          <a:p>
            <a:r>
              <a:rPr lang="en-US" altLang="en-US" sz="675" i="1">
                <a:solidFill>
                  <a:schemeClr val="tx2"/>
                </a:solidFill>
              </a:rPr>
              <a:t>“</a:t>
            </a:r>
            <a:r>
              <a:rPr lang="en-US" sz="675" i="1">
                <a:solidFill>
                  <a:schemeClr val="tx2"/>
                </a:solidFill>
              </a:rPr>
              <a:t>The views, opinions and findings contained in this report are those of the authors(s) and should not be construed as an official Department of the Army position, policy or decision, unless so designated by other official documentation.</a:t>
            </a:r>
            <a:r>
              <a:rPr lang="en-US" altLang="en-US" sz="675" i="1">
                <a:solidFill>
                  <a:schemeClr val="tx2"/>
                </a:solidFill>
              </a:rPr>
              <a:t>”</a:t>
            </a:r>
            <a:endParaRPr lang="en-US" sz="675" i="1">
              <a:solidFill>
                <a:schemeClr val="tx2"/>
              </a:solidFill>
            </a:endParaRPr>
          </a:p>
        </p:txBody>
      </p:sp>
      <p:sp>
        <p:nvSpPr>
          <p:cNvPr id="18" name="Picture Placeholder 16"/>
          <p:cNvSpPr>
            <a:spLocks noGrp="1" noChangeAspect="1"/>
          </p:cNvSpPr>
          <p:nvPr>
            <p:ph type="pic" sz="quarter" idx="13"/>
          </p:nvPr>
        </p:nvSpPr>
        <p:spPr>
          <a:xfrm>
            <a:off x="8500460" y="3880886"/>
            <a:ext cx="3424840" cy="2548885"/>
          </a:xfrm>
          <a:prstGeom prst="rect">
            <a:avLst/>
          </a:prstGeom>
          <a:solidFill>
            <a:schemeClr val="tx2"/>
          </a:solidFill>
          <a:ln>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defRPr>
            </a:lvl1pPr>
          </a:lstStyle>
          <a:p>
            <a:r>
              <a:rPr lang="en-US"/>
              <a:t>Click icon to add picture</a:t>
            </a:r>
          </a:p>
        </p:txBody>
      </p:sp>
      <p:sp>
        <p:nvSpPr>
          <p:cNvPr id="19" name="Picture Placeholder 16"/>
          <p:cNvSpPr>
            <a:spLocks noGrp="1" noChangeAspect="1"/>
          </p:cNvSpPr>
          <p:nvPr>
            <p:ph type="pic" sz="quarter" idx="14"/>
          </p:nvPr>
        </p:nvSpPr>
        <p:spPr>
          <a:xfrm>
            <a:off x="8500460" y="1227138"/>
            <a:ext cx="3424840" cy="2548885"/>
          </a:xfrm>
          <a:prstGeom prst="rect">
            <a:avLst/>
          </a:prstGeom>
          <a:solidFill>
            <a:schemeClr val="tx2"/>
          </a:solidFill>
          <a:ln>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defRPr>
            </a:lvl1pPr>
          </a:lstStyle>
          <a:p>
            <a:r>
              <a:rPr lang="en-US"/>
              <a:t>Click icon to add picture</a:t>
            </a:r>
          </a:p>
        </p:txBody>
      </p:sp>
      <p:sp>
        <p:nvSpPr>
          <p:cNvPr id="20" name="Picture Placeholder 16"/>
          <p:cNvSpPr>
            <a:spLocks noGrp="1" noChangeAspect="1"/>
          </p:cNvSpPr>
          <p:nvPr>
            <p:ph type="pic" sz="quarter" idx="15"/>
          </p:nvPr>
        </p:nvSpPr>
        <p:spPr>
          <a:xfrm>
            <a:off x="4726057" y="1227138"/>
            <a:ext cx="3689406" cy="5211649"/>
          </a:xfrm>
          <a:prstGeom prst="rect">
            <a:avLst/>
          </a:prstGeom>
          <a:solidFill>
            <a:schemeClr val="tx2"/>
          </a:solidFill>
          <a:ln>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defRPr>
            </a:lvl1pPr>
          </a:lstStyle>
          <a:p>
            <a:r>
              <a:rPr lang="en-US"/>
              <a:t>Click icon to add picture</a:t>
            </a:r>
          </a:p>
        </p:txBody>
      </p:sp>
      <p:sp>
        <p:nvSpPr>
          <p:cNvPr id="2" name="Title 1"/>
          <p:cNvSpPr>
            <a:spLocks noGrp="1"/>
          </p:cNvSpPr>
          <p:nvPr>
            <p:ph type="title"/>
          </p:nvPr>
        </p:nvSpPr>
        <p:spPr>
          <a:xfrm>
            <a:off x="266700" y="246490"/>
            <a:ext cx="11658600" cy="858437"/>
          </a:xfrm>
          <a:noFill/>
          <a:ln w="12700">
            <a:solidFill>
              <a:schemeClr val="accent3"/>
            </a:solidFill>
          </a:ln>
        </p:spPr>
        <p:txBody>
          <a:bodyPr/>
          <a:lstStyle>
            <a:lvl1pPr>
              <a:defRPr>
                <a:ln>
                  <a:noFill/>
                </a:ln>
                <a:solidFill>
                  <a:schemeClr val="accent3"/>
                </a:solidFill>
              </a:defRPr>
            </a:lvl1pPr>
          </a:lstStyle>
          <a:p>
            <a:r>
              <a:rPr lang="en-US"/>
              <a:t>Click to edit Master title style</a:t>
            </a:r>
          </a:p>
        </p:txBody>
      </p:sp>
      <p:sp>
        <p:nvSpPr>
          <p:cNvPr id="4" name="Text Placeholder 3"/>
          <p:cNvSpPr>
            <a:spLocks noGrp="1"/>
          </p:cNvSpPr>
          <p:nvPr>
            <p:ph type="body" sz="quarter" idx="16"/>
          </p:nvPr>
        </p:nvSpPr>
        <p:spPr>
          <a:xfrm>
            <a:off x="266700" y="1227138"/>
            <a:ext cx="4337105" cy="3957637"/>
          </a:xfrm>
          <a:ln>
            <a:solidFill>
              <a:schemeClr val="accent3"/>
            </a:solidFill>
          </a:ln>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6" name="Picture 5" descr="A picture containing qr code&#10;&#10;Description automatically generated">
            <a:extLst>
              <a:ext uri="{FF2B5EF4-FFF2-40B4-BE49-F238E27FC236}">
                <a16:creationId xmlns:a16="http://schemas.microsoft.com/office/drawing/2014/main" id="{C912A723-62E0-165E-E69D-37E2F11B60E2}"/>
              </a:ext>
            </a:extLst>
          </p:cNvPr>
          <p:cNvPicPr>
            <a:picLocks noChangeAspect="1"/>
          </p:cNvPicPr>
          <p:nvPr userDrawn="1"/>
        </p:nvPicPr>
        <p:blipFill>
          <a:blip r:embed="rId3"/>
          <a:stretch>
            <a:fillRect/>
          </a:stretch>
        </p:blipFill>
        <p:spPr>
          <a:xfrm>
            <a:off x="190500" y="5602330"/>
            <a:ext cx="2402348" cy="1065985"/>
          </a:xfrm>
          <a:prstGeom prst="rect">
            <a:avLst/>
          </a:prstGeom>
        </p:spPr>
      </p:pic>
    </p:spTree>
    <p:extLst>
      <p:ext uri="{BB962C8B-B14F-4D97-AF65-F5344CB8AC3E}">
        <p14:creationId xmlns:p14="http://schemas.microsoft.com/office/powerpoint/2010/main" val="3578167860"/>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type="picTx" preserve="1">
  <p:cSld name="1_Picture with Caption">
    <p:bg>
      <p:bgPr>
        <a:solidFill>
          <a:schemeClr val="tx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C0F2E2B7-DF31-70A6-E4D2-4624E105957F}"/>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20657" y="0"/>
            <a:ext cx="12188389" cy="6858000"/>
          </a:xfrm>
          <a:prstGeom prst="rect">
            <a:avLst/>
          </a:prstGeom>
        </p:spPr>
      </p:pic>
      <p:sp>
        <p:nvSpPr>
          <p:cNvPr id="2" name="Title 1">
            <a:extLst>
              <a:ext uri="{FF2B5EF4-FFF2-40B4-BE49-F238E27FC236}">
                <a16:creationId xmlns:a16="http://schemas.microsoft.com/office/drawing/2014/main" id="{4141B23B-C834-C81E-D8E7-0BA48DA2587E}"/>
              </a:ext>
            </a:extLst>
          </p:cNvPr>
          <p:cNvSpPr>
            <a:spLocks noGrp="1"/>
          </p:cNvSpPr>
          <p:nvPr>
            <p:ph type="title"/>
          </p:nvPr>
        </p:nvSpPr>
        <p:spPr>
          <a:xfrm>
            <a:off x="839788" y="457200"/>
            <a:ext cx="3932237" cy="1600200"/>
          </a:xfrm>
          <a:ln>
            <a:solidFill>
              <a:schemeClr val="accent3"/>
            </a:solidFill>
          </a:ln>
        </p:spPr>
        <p:txBody>
          <a:bodyPr anchor="b"/>
          <a:lstStyle>
            <a:lvl1pPr>
              <a:defRPr sz="3200">
                <a:solidFill>
                  <a:schemeClr val="accent3"/>
                </a:solidFill>
              </a:defRPr>
            </a:lvl1pPr>
          </a:lstStyle>
          <a:p>
            <a:r>
              <a:rPr lang="en-US"/>
              <a:t>Click to edit Master title style</a:t>
            </a:r>
          </a:p>
        </p:txBody>
      </p:sp>
      <p:sp>
        <p:nvSpPr>
          <p:cNvPr id="3" name="Picture Placeholder 2">
            <a:extLst>
              <a:ext uri="{FF2B5EF4-FFF2-40B4-BE49-F238E27FC236}">
                <a16:creationId xmlns:a16="http://schemas.microsoft.com/office/drawing/2014/main" id="{2AAF989E-3D4E-5DEB-5949-C26E481EBBD7}"/>
              </a:ext>
            </a:extLst>
          </p:cNvPr>
          <p:cNvSpPr>
            <a:spLocks noGrp="1"/>
          </p:cNvSpPr>
          <p:nvPr>
            <p:ph type="pic" idx="1"/>
          </p:nvPr>
        </p:nvSpPr>
        <p:spPr>
          <a:xfrm>
            <a:off x="5183188" y="457200"/>
            <a:ext cx="6172200" cy="5038825"/>
          </a:xfrm>
          <a:solidFill>
            <a:schemeClr val="tx2"/>
          </a:solidFill>
        </p:spPr>
        <p:txBody>
          <a:bodyPr/>
          <a:lstStyle>
            <a:lvl1pPr marL="0" indent="0">
              <a:buNone/>
              <a:defRPr sz="3200">
                <a:solidFill>
                  <a:schemeClr val="tx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43D5C51-ECC5-2E2F-3751-18DE050DFD6B}"/>
              </a:ext>
            </a:extLst>
          </p:cNvPr>
          <p:cNvSpPr>
            <a:spLocks noGrp="1"/>
          </p:cNvSpPr>
          <p:nvPr>
            <p:ph type="body" sz="half" idx="2"/>
          </p:nvPr>
        </p:nvSpPr>
        <p:spPr>
          <a:xfrm>
            <a:off x="839788" y="2194560"/>
            <a:ext cx="3932237" cy="3301465"/>
          </a:xfrm>
          <a:ln>
            <a:solidFill>
              <a:schemeClr val="accent3"/>
            </a:solidFill>
          </a:ln>
        </p:spPr>
        <p:txBody>
          <a:bodyPr/>
          <a:lstStyle>
            <a:lvl1pPr marL="0" indent="0">
              <a:buNone/>
              <a:defRPr sz="1600">
                <a:solidFill>
                  <a:schemeClr val="tx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pic>
        <p:nvPicPr>
          <p:cNvPr id="8" name="Picture 7" descr="A picture containing qr code&#10;&#10;Description automatically generated">
            <a:extLst>
              <a:ext uri="{FF2B5EF4-FFF2-40B4-BE49-F238E27FC236}">
                <a16:creationId xmlns:a16="http://schemas.microsoft.com/office/drawing/2014/main" id="{352CF3A3-D550-E6AC-ECAB-2839AC0D0355}"/>
              </a:ext>
            </a:extLst>
          </p:cNvPr>
          <p:cNvPicPr>
            <a:picLocks noChangeAspect="1"/>
          </p:cNvPicPr>
          <p:nvPr userDrawn="1"/>
        </p:nvPicPr>
        <p:blipFill>
          <a:blip r:embed="rId3"/>
          <a:stretch>
            <a:fillRect/>
          </a:stretch>
        </p:blipFill>
        <p:spPr>
          <a:xfrm>
            <a:off x="190500" y="5602330"/>
            <a:ext cx="2402348" cy="1065985"/>
          </a:xfrm>
          <a:prstGeom prst="rect">
            <a:avLst/>
          </a:prstGeom>
        </p:spPr>
      </p:pic>
    </p:spTree>
    <p:extLst>
      <p:ext uri="{BB962C8B-B14F-4D97-AF65-F5344CB8AC3E}">
        <p14:creationId xmlns:p14="http://schemas.microsoft.com/office/powerpoint/2010/main" val="3480306041"/>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6" name="Content Placeholder 5"/>
          <p:cNvSpPr>
            <a:spLocks noGrp="1"/>
          </p:cNvSpPr>
          <p:nvPr>
            <p:ph sz="quarter" idx="10"/>
          </p:nvPr>
        </p:nvSpPr>
        <p:spPr>
          <a:xfrm>
            <a:off x="266700" y="1028700"/>
            <a:ext cx="11658600" cy="56007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379E246-DB27-040E-95D2-B26EAF143D30}"/>
              </a:ext>
            </a:extLst>
          </p:cNvPr>
          <p:cNvSpPr>
            <a:spLocks noGrp="1"/>
          </p:cNvSpPr>
          <p:nvPr>
            <p:ph type="dt" sz="half" idx="11"/>
          </p:nvPr>
        </p:nvSpPr>
        <p:spPr/>
        <p:txBody>
          <a:bodyPr/>
          <a:lstStyle/>
          <a:p>
            <a:endParaRPr lang="en-US"/>
          </a:p>
        </p:txBody>
      </p:sp>
      <p:sp>
        <p:nvSpPr>
          <p:cNvPr id="7" name="Footer Placeholder 6">
            <a:extLst>
              <a:ext uri="{FF2B5EF4-FFF2-40B4-BE49-F238E27FC236}">
                <a16:creationId xmlns:a16="http://schemas.microsoft.com/office/drawing/2014/main" id="{CFD0F5C1-A6E1-A37D-C392-0E742FAC1C2F}"/>
              </a:ext>
            </a:extLst>
          </p:cNvPr>
          <p:cNvSpPr>
            <a:spLocks noGrp="1"/>
          </p:cNvSpPr>
          <p:nvPr>
            <p:ph type="ftr" sz="quarter" idx="12"/>
          </p:nvPr>
        </p:nvSpPr>
        <p:spPr/>
        <p:txBody>
          <a:bodyPr/>
          <a:lstStyle/>
          <a:p>
            <a:endParaRPr lang="en-US"/>
          </a:p>
        </p:txBody>
      </p:sp>
      <p:sp>
        <p:nvSpPr>
          <p:cNvPr id="2" name="Title 1">
            <a:extLst>
              <a:ext uri="{FF2B5EF4-FFF2-40B4-BE49-F238E27FC236}">
                <a16:creationId xmlns:a16="http://schemas.microsoft.com/office/drawing/2014/main" id="{B8F7E44F-C564-AFF5-D73D-599A8EB64DC8}"/>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956591459"/>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itle and Content - 2 Columns">
    <p:spTree>
      <p:nvGrpSpPr>
        <p:cNvPr id="1" name=""/>
        <p:cNvGrpSpPr/>
        <p:nvPr/>
      </p:nvGrpSpPr>
      <p:grpSpPr>
        <a:xfrm>
          <a:off x="0" y="0"/>
          <a:ext cx="0" cy="0"/>
          <a:chOff x="0" y="0"/>
          <a:chExt cx="0" cy="0"/>
        </a:xfrm>
      </p:grpSpPr>
      <p:sp>
        <p:nvSpPr>
          <p:cNvPr id="8" name="Content Placeholder 3"/>
          <p:cNvSpPr>
            <a:spLocks noGrp="1"/>
          </p:cNvSpPr>
          <p:nvPr>
            <p:ph sz="quarter" idx="10"/>
          </p:nvPr>
        </p:nvSpPr>
        <p:spPr>
          <a:xfrm>
            <a:off x="266700" y="1028700"/>
            <a:ext cx="11658600" cy="5600700"/>
          </a:xfrm>
        </p:spPr>
        <p:txBody>
          <a:bodyPr numCol="2"/>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76C7A763-F7D0-2074-5F3F-2D1DA1226607}"/>
              </a:ext>
            </a:extLst>
          </p:cNvPr>
          <p:cNvSpPr>
            <a:spLocks noGrp="1"/>
          </p:cNvSpPr>
          <p:nvPr>
            <p:ph type="dt" sz="half" idx="11"/>
          </p:nvPr>
        </p:nvSpPr>
        <p:spPr/>
        <p:txBody>
          <a:bodyPr/>
          <a:lstStyle/>
          <a:p>
            <a:endParaRPr lang="en-US"/>
          </a:p>
        </p:txBody>
      </p:sp>
      <p:sp>
        <p:nvSpPr>
          <p:cNvPr id="6" name="Footer Placeholder 5">
            <a:extLst>
              <a:ext uri="{FF2B5EF4-FFF2-40B4-BE49-F238E27FC236}">
                <a16:creationId xmlns:a16="http://schemas.microsoft.com/office/drawing/2014/main" id="{BB5C1216-5C4C-C44D-DE08-88D5BFB6266F}"/>
              </a:ext>
            </a:extLst>
          </p:cNvPr>
          <p:cNvSpPr>
            <a:spLocks noGrp="1"/>
          </p:cNvSpPr>
          <p:nvPr>
            <p:ph type="ftr" sz="quarter" idx="12"/>
          </p:nvPr>
        </p:nvSpPr>
        <p:spPr/>
        <p:txBody>
          <a:bodyPr/>
          <a:lstStyle/>
          <a:p>
            <a:endParaRPr lang="en-US"/>
          </a:p>
        </p:txBody>
      </p:sp>
      <p:sp>
        <p:nvSpPr>
          <p:cNvPr id="3" name="Title 2">
            <a:extLst>
              <a:ext uri="{FF2B5EF4-FFF2-40B4-BE49-F238E27FC236}">
                <a16:creationId xmlns:a16="http://schemas.microsoft.com/office/drawing/2014/main" id="{AEDBE4B2-ED26-DF20-EB88-9102132A1C04}"/>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244946913"/>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itle and Content - 3 Columns">
    <p:spTree>
      <p:nvGrpSpPr>
        <p:cNvPr id="1" name=""/>
        <p:cNvGrpSpPr/>
        <p:nvPr/>
      </p:nvGrpSpPr>
      <p:grpSpPr>
        <a:xfrm>
          <a:off x="0" y="0"/>
          <a:ext cx="0" cy="0"/>
          <a:chOff x="0" y="0"/>
          <a:chExt cx="0" cy="0"/>
        </a:xfrm>
      </p:grpSpPr>
      <p:sp>
        <p:nvSpPr>
          <p:cNvPr id="9" name="Content Placeholder 3"/>
          <p:cNvSpPr>
            <a:spLocks noGrp="1"/>
          </p:cNvSpPr>
          <p:nvPr>
            <p:ph sz="quarter" idx="12"/>
          </p:nvPr>
        </p:nvSpPr>
        <p:spPr>
          <a:xfrm>
            <a:off x="266700" y="1028700"/>
            <a:ext cx="11658600" cy="5600700"/>
          </a:xfrm>
        </p:spPr>
        <p:txBody>
          <a:bodyPr numCol="3"/>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AFC9BA2-EC81-5287-D39F-725A5EC32471}"/>
              </a:ext>
            </a:extLst>
          </p:cNvPr>
          <p:cNvSpPr>
            <a:spLocks noGrp="1"/>
          </p:cNvSpPr>
          <p:nvPr>
            <p:ph type="dt" sz="half" idx="13"/>
          </p:nvPr>
        </p:nvSpPr>
        <p:spPr/>
        <p:txBody>
          <a:bodyPr/>
          <a:lstStyle/>
          <a:p>
            <a:endParaRPr lang="en-US"/>
          </a:p>
        </p:txBody>
      </p:sp>
      <p:sp>
        <p:nvSpPr>
          <p:cNvPr id="6" name="Footer Placeholder 5">
            <a:extLst>
              <a:ext uri="{FF2B5EF4-FFF2-40B4-BE49-F238E27FC236}">
                <a16:creationId xmlns:a16="http://schemas.microsoft.com/office/drawing/2014/main" id="{FE97BF52-3E27-86B6-23FC-B495D58A6360}"/>
              </a:ext>
            </a:extLst>
          </p:cNvPr>
          <p:cNvSpPr>
            <a:spLocks noGrp="1"/>
          </p:cNvSpPr>
          <p:nvPr>
            <p:ph type="ftr" sz="quarter" idx="14"/>
          </p:nvPr>
        </p:nvSpPr>
        <p:spPr/>
        <p:txBody>
          <a:bodyPr/>
          <a:lstStyle/>
          <a:p>
            <a:endParaRPr lang="en-US"/>
          </a:p>
        </p:txBody>
      </p:sp>
      <p:sp>
        <p:nvSpPr>
          <p:cNvPr id="2" name="Title 1">
            <a:extLst>
              <a:ext uri="{FF2B5EF4-FFF2-40B4-BE49-F238E27FC236}">
                <a16:creationId xmlns:a16="http://schemas.microsoft.com/office/drawing/2014/main" id="{74074E2E-ED81-F3EC-B678-0FDCBC642064}"/>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123179726"/>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itle and Picture with Caption">
    <p:spTree>
      <p:nvGrpSpPr>
        <p:cNvPr id="1" name=""/>
        <p:cNvGrpSpPr/>
        <p:nvPr/>
      </p:nvGrpSpPr>
      <p:grpSpPr>
        <a:xfrm>
          <a:off x="0" y="0"/>
          <a:ext cx="0" cy="0"/>
          <a:chOff x="0" y="0"/>
          <a:chExt cx="0" cy="0"/>
        </a:xfrm>
      </p:grpSpPr>
      <p:sp>
        <p:nvSpPr>
          <p:cNvPr id="21" name="Text Placeholder 2"/>
          <p:cNvSpPr>
            <a:spLocks noGrp="1"/>
          </p:cNvSpPr>
          <p:nvPr>
            <p:ph idx="1"/>
          </p:nvPr>
        </p:nvSpPr>
        <p:spPr bwMode="auto">
          <a:xfrm>
            <a:off x="266700" y="6191103"/>
            <a:ext cx="11658600" cy="438297"/>
          </a:xfrm>
          <a:prstGeom prst="rect">
            <a:avLst/>
          </a:prstGeom>
          <a:noFill/>
          <a:ln w="9525">
            <a:noFill/>
            <a:miter lim="800000"/>
            <a:headEnd/>
            <a:tailEnd/>
          </a:ln>
        </p:spPr>
        <p:txBody>
          <a:bodyPr lIns="91440" tIns="0" numCol="1"/>
          <a:lstStyle>
            <a:lvl1pPr marL="0" indent="0">
              <a:buNone/>
              <a:defRPr sz="900">
                <a:solidFill>
                  <a:schemeClr val="tx1">
                    <a:lumMod val="75000"/>
                    <a:lumOff val="25000"/>
                  </a:schemeClr>
                </a:solidFill>
              </a:defRPr>
            </a:lvl1pPr>
            <a:lvl2pPr>
              <a:defRPr sz="1350">
                <a:solidFill>
                  <a:srgbClr val="83847A"/>
                </a:solidFill>
              </a:defRPr>
            </a:lvl2pPr>
            <a:lvl3pPr>
              <a:defRPr sz="1125">
                <a:solidFill>
                  <a:srgbClr val="83847A"/>
                </a:solidFill>
              </a:defRPr>
            </a:lvl3pPr>
            <a:lvl4pPr>
              <a:defRPr sz="1125">
                <a:solidFill>
                  <a:srgbClr val="83847A"/>
                </a:solidFill>
              </a:defRPr>
            </a:lvl4pPr>
            <a:lvl5pPr>
              <a:defRPr sz="1125">
                <a:solidFill>
                  <a:srgbClr val="83847A"/>
                </a:solidFill>
              </a:defRPr>
            </a:lvl5pPr>
          </a:lstStyle>
          <a:p>
            <a:pPr lvl="0"/>
            <a:r>
              <a:rPr lang="en-US" noProof="0"/>
              <a:t>Click to edit Master text styles</a:t>
            </a:r>
          </a:p>
        </p:txBody>
      </p:sp>
      <p:sp>
        <p:nvSpPr>
          <p:cNvPr id="10" name="Content Placeholder 3"/>
          <p:cNvSpPr>
            <a:spLocks noGrp="1"/>
          </p:cNvSpPr>
          <p:nvPr>
            <p:ph sz="quarter" idx="12"/>
          </p:nvPr>
        </p:nvSpPr>
        <p:spPr>
          <a:xfrm>
            <a:off x="266700" y="1028700"/>
            <a:ext cx="11658600" cy="508634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Date Placeholder 1">
            <a:extLst>
              <a:ext uri="{FF2B5EF4-FFF2-40B4-BE49-F238E27FC236}">
                <a16:creationId xmlns:a16="http://schemas.microsoft.com/office/drawing/2014/main" id="{67CF58A5-50A2-4609-9528-306C52949FE4}"/>
              </a:ext>
            </a:extLst>
          </p:cNvPr>
          <p:cNvSpPr>
            <a:spLocks noGrp="1"/>
          </p:cNvSpPr>
          <p:nvPr>
            <p:ph type="dt" sz="half" idx="13"/>
          </p:nvPr>
        </p:nvSpPr>
        <p:spPr>
          <a:xfrm>
            <a:off x="8842515" y="6653150"/>
            <a:ext cx="2761673" cy="137160"/>
          </a:xfrm>
          <a:prstGeom prst="rect">
            <a:avLst/>
          </a:prstGeom>
        </p:spPr>
        <p:txBody>
          <a:bodyPr/>
          <a:lstStyle/>
          <a:p>
            <a:endParaRPr lang="en-US"/>
          </a:p>
        </p:txBody>
      </p:sp>
      <p:sp>
        <p:nvSpPr>
          <p:cNvPr id="3" name="Footer Placeholder 2">
            <a:extLst>
              <a:ext uri="{FF2B5EF4-FFF2-40B4-BE49-F238E27FC236}">
                <a16:creationId xmlns:a16="http://schemas.microsoft.com/office/drawing/2014/main" id="{13141E4A-7726-4CDD-AEE9-576AC0A57297}"/>
              </a:ext>
            </a:extLst>
          </p:cNvPr>
          <p:cNvSpPr>
            <a:spLocks noGrp="1"/>
          </p:cNvSpPr>
          <p:nvPr>
            <p:ph type="ftr" sz="quarter" idx="14"/>
          </p:nvPr>
        </p:nvSpPr>
        <p:spPr>
          <a:xfrm>
            <a:off x="266700" y="6653150"/>
            <a:ext cx="2901373" cy="137160"/>
          </a:xfrm>
          <a:prstGeom prst="rect">
            <a:avLst/>
          </a:prstGeom>
        </p:spPr>
        <p:txBody>
          <a:bodyPr/>
          <a:lstStyle/>
          <a:p>
            <a:endParaRPr lang="en-US"/>
          </a:p>
        </p:txBody>
      </p:sp>
      <p:sp>
        <p:nvSpPr>
          <p:cNvPr id="5" name="Title 4">
            <a:extLst>
              <a:ext uri="{FF2B5EF4-FFF2-40B4-BE49-F238E27FC236}">
                <a16:creationId xmlns:a16="http://schemas.microsoft.com/office/drawing/2014/main" id="{AB808ED8-8426-A0C0-9763-B7D4C153D10A}"/>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340544361"/>
      </p:ext>
    </p:extLst>
  </p:cSld>
  <p:clrMapOvr>
    <a:masterClrMapping/>
  </p:clrMapOvr>
  <p:extLst>
    <p:ext uri="{DCECCB84-F9BA-43D5-87BE-67443E8EF086}">
      <p15:sldGuideLst xmlns:p15="http://schemas.microsoft.com/office/powerpoint/2012/main"/>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itle - 2 Sections">
    <p:spTree>
      <p:nvGrpSpPr>
        <p:cNvPr id="1" name=""/>
        <p:cNvGrpSpPr/>
        <p:nvPr/>
      </p:nvGrpSpPr>
      <p:grpSpPr>
        <a:xfrm>
          <a:off x="0" y="0"/>
          <a:ext cx="0" cy="0"/>
          <a:chOff x="0" y="0"/>
          <a:chExt cx="0" cy="0"/>
        </a:xfrm>
      </p:grpSpPr>
      <p:sp>
        <p:nvSpPr>
          <p:cNvPr id="3" name="Content Placeholder 2"/>
          <p:cNvSpPr>
            <a:spLocks noGrp="1"/>
          </p:cNvSpPr>
          <p:nvPr>
            <p:ph sz="quarter" idx="15"/>
          </p:nvPr>
        </p:nvSpPr>
        <p:spPr>
          <a:xfrm>
            <a:off x="266700" y="1028700"/>
            <a:ext cx="5721406" cy="56007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2"/>
          <p:cNvSpPr>
            <a:spLocks noGrp="1"/>
          </p:cNvSpPr>
          <p:nvPr>
            <p:ph sz="quarter" idx="19"/>
          </p:nvPr>
        </p:nvSpPr>
        <p:spPr>
          <a:xfrm>
            <a:off x="6203894" y="1028700"/>
            <a:ext cx="5721406" cy="56007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Date Placeholder 5">
            <a:extLst>
              <a:ext uri="{FF2B5EF4-FFF2-40B4-BE49-F238E27FC236}">
                <a16:creationId xmlns:a16="http://schemas.microsoft.com/office/drawing/2014/main" id="{BEC9A928-C3DF-2C22-44D2-6CEAF37A2452}"/>
              </a:ext>
            </a:extLst>
          </p:cNvPr>
          <p:cNvSpPr>
            <a:spLocks noGrp="1"/>
          </p:cNvSpPr>
          <p:nvPr>
            <p:ph type="dt" sz="half" idx="20"/>
          </p:nvPr>
        </p:nvSpPr>
        <p:spPr/>
        <p:txBody>
          <a:bodyPr/>
          <a:lstStyle/>
          <a:p>
            <a:endParaRPr lang="en-US"/>
          </a:p>
        </p:txBody>
      </p:sp>
      <p:sp>
        <p:nvSpPr>
          <p:cNvPr id="7" name="Footer Placeholder 6">
            <a:extLst>
              <a:ext uri="{FF2B5EF4-FFF2-40B4-BE49-F238E27FC236}">
                <a16:creationId xmlns:a16="http://schemas.microsoft.com/office/drawing/2014/main" id="{F7247472-A8F5-BC75-9086-8D91A7F6A294}"/>
              </a:ext>
            </a:extLst>
          </p:cNvPr>
          <p:cNvSpPr>
            <a:spLocks noGrp="1"/>
          </p:cNvSpPr>
          <p:nvPr>
            <p:ph type="ftr" sz="quarter" idx="21"/>
          </p:nvPr>
        </p:nvSpPr>
        <p:spPr/>
        <p:txBody>
          <a:bodyPr/>
          <a:lstStyle/>
          <a:p>
            <a:endParaRPr lang="en-US"/>
          </a:p>
        </p:txBody>
      </p:sp>
      <p:sp>
        <p:nvSpPr>
          <p:cNvPr id="4" name="Title 3">
            <a:extLst>
              <a:ext uri="{FF2B5EF4-FFF2-40B4-BE49-F238E27FC236}">
                <a16:creationId xmlns:a16="http://schemas.microsoft.com/office/drawing/2014/main" id="{62C6ABDE-E95A-0F3C-098E-3AB6CD8A7191}"/>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407819911"/>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itle - Sub-Head 2 Sections">
    <p:spTree>
      <p:nvGrpSpPr>
        <p:cNvPr id="1" name=""/>
        <p:cNvGrpSpPr/>
        <p:nvPr/>
      </p:nvGrpSpPr>
      <p:grpSpPr>
        <a:xfrm>
          <a:off x="0" y="0"/>
          <a:ext cx="0" cy="0"/>
          <a:chOff x="0" y="0"/>
          <a:chExt cx="0" cy="0"/>
        </a:xfrm>
      </p:grpSpPr>
      <p:sp>
        <p:nvSpPr>
          <p:cNvPr id="9" name="Text Placeholder 3"/>
          <p:cNvSpPr>
            <a:spLocks noGrp="1"/>
          </p:cNvSpPr>
          <p:nvPr>
            <p:ph type="body" sz="quarter" idx="13"/>
          </p:nvPr>
        </p:nvSpPr>
        <p:spPr>
          <a:xfrm>
            <a:off x="266700" y="1028700"/>
            <a:ext cx="5719572" cy="666241"/>
          </a:xfrm>
        </p:spPr>
        <p:txBody>
          <a:bodyPr bIns="0" anchor="b"/>
          <a:lstStyle>
            <a:lvl1pPr>
              <a:defRPr sz="1500">
                <a:solidFill>
                  <a:schemeClr val="tx1">
                    <a:lumMod val="75000"/>
                    <a:lumOff val="25000"/>
                  </a:schemeClr>
                </a:solidFill>
              </a:defRPr>
            </a:lvl1pPr>
          </a:lstStyle>
          <a:p>
            <a:pPr lvl="0"/>
            <a:r>
              <a:rPr lang="en-US"/>
              <a:t>Click to edit Master text styles</a:t>
            </a:r>
          </a:p>
        </p:txBody>
      </p:sp>
      <p:sp>
        <p:nvSpPr>
          <p:cNvPr id="13" name="Content Placeholder 2"/>
          <p:cNvSpPr>
            <a:spLocks noGrp="1"/>
          </p:cNvSpPr>
          <p:nvPr>
            <p:ph sz="quarter" idx="16"/>
          </p:nvPr>
        </p:nvSpPr>
        <p:spPr>
          <a:xfrm>
            <a:off x="266700" y="1743075"/>
            <a:ext cx="5721406" cy="4886325"/>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Content Placeholder 2"/>
          <p:cNvSpPr>
            <a:spLocks noGrp="1"/>
          </p:cNvSpPr>
          <p:nvPr>
            <p:ph sz="quarter" idx="19"/>
          </p:nvPr>
        </p:nvSpPr>
        <p:spPr>
          <a:xfrm>
            <a:off x="6203894" y="1743075"/>
            <a:ext cx="5721406" cy="4886325"/>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Text Placeholder 3"/>
          <p:cNvSpPr>
            <a:spLocks noGrp="1"/>
          </p:cNvSpPr>
          <p:nvPr>
            <p:ph type="body" sz="quarter" idx="20"/>
          </p:nvPr>
        </p:nvSpPr>
        <p:spPr>
          <a:xfrm>
            <a:off x="6205728" y="1028700"/>
            <a:ext cx="5719572" cy="666241"/>
          </a:xfrm>
        </p:spPr>
        <p:txBody>
          <a:bodyPr bIns="0" anchor="b"/>
          <a:lstStyle>
            <a:lvl1pPr>
              <a:defRPr sz="1500">
                <a:solidFill>
                  <a:schemeClr val="tx1">
                    <a:lumMod val="75000"/>
                    <a:lumOff val="25000"/>
                  </a:schemeClr>
                </a:solidFill>
              </a:defRPr>
            </a:lvl1pPr>
          </a:lstStyle>
          <a:p>
            <a:pPr lvl="0"/>
            <a:r>
              <a:rPr lang="en-US"/>
              <a:t>Click to edit Master text styles</a:t>
            </a:r>
          </a:p>
        </p:txBody>
      </p:sp>
      <p:sp>
        <p:nvSpPr>
          <p:cNvPr id="5" name="Date Placeholder 4">
            <a:extLst>
              <a:ext uri="{FF2B5EF4-FFF2-40B4-BE49-F238E27FC236}">
                <a16:creationId xmlns:a16="http://schemas.microsoft.com/office/drawing/2014/main" id="{4FDAD6DC-C062-D2A7-C4D4-57F4C0FFAD4D}"/>
              </a:ext>
            </a:extLst>
          </p:cNvPr>
          <p:cNvSpPr>
            <a:spLocks noGrp="1"/>
          </p:cNvSpPr>
          <p:nvPr>
            <p:ph type="dt" sz="half" idx="21"/>
          </p:nvPr>
        </p:nvSpPr>
        <p:spPr/>
        <p:txBody>
          <a:bodyPr/>
          <a:lstStyle/>
          <a:p>
            <a:endParaRPr lang="en-US"/>
          </a:p>
        </p:txBody>
      </p:sp>
      <p:sp>
        <p:nvSpPr>
          <p:cNvPr id="6" name="Footer Placeholder 5">
            <a:extLst>
              <a:ext uri="{FF2B5EF4-FFF2-40B4-BE49-F238E27FC236}">
                <a16:creationId xmlns:a16="http://schemas.microsoft.com/office/drawing/2014/main" id="{7AA18071-1438-F3E3-FC9F-3F401EE7FED1}"/>
              </a:ext>
            </a:extLst>
          </p:cNvPr>
          <p:cNvSpPr>
            <a:spLocks noGrp="1"/>
          </p:cNvSpPr>
          <p:nvPr>
            <p:ph type="ftr" sz="quarter" idx="22"/>
          </p:nvPr>
        </p:nvSpPr>
        <p:spPr/>
        <p:txBody>
          <a:bodyPr/>
          <a:lstStyle/>
          <a:p>
            <a:endParaRPr lang="en-US"/>
          </a:p>
        </p:txBody>
      </p:sp>
      <p:sp>
        <p:nvSpPr>
          <p:cNvPr id="3" name="Title 2">
            <a:extLst>
              <a:ext uri="{FF2B5EF4-FFF2-40B4-BE49-F238E27FC236}">
                <a16:creationId xmlns:a16="http://schemas.microsoft.com/office/drawing/2014/main" id="{DFDE0C51-EABF-8EEF-D372-6195FADF3850}"/>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470247211"/>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Title - 2 Odd Sections">
    <p:spTree>
      <p:nvGrpSpPr>
        <p:cNvPr id="1" name=""/>
        <p:cNvGrpSpPr/>
        <p:nvPr/>
      </p:nvGrpSpPr>
      <p:grpSpPr>
        <a:xfrm>
          <a:off x="0" y="0"/>
          <a:ext cx="0" cy="0"/>
          <a:chOff x="0" y="0"/>
          <a:chExt cx="0" cy="0"/>
        </a:xfrm>
      </p:grpSpPr>
      <p:sp>
        <p:nvSpPr>
          <p:cNvPr id="3" name="Content Placeholder 2"/>
          <p:cNvSpPr>
            <a:spLocks noGrp="1"/>
          </p:cNvSpPr>
          <p:nvPr>
            <p:ph sz="quarter" idx="15"/>
          </p:nvPr>
        </p:nvSpPr>
        <p:spPr>
          <a:xfrm>
            <a:off x="266700" y="1028700"/>
            <a:ext cx="3779318" cy="56007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2"/>
          <p:cNvSpPr>
            <a:spLocks noGrp="1"/>
          </p:cNvSpPr>
          <p:nvPr>
            <p:ph sz="quarter" idx="16"/>
          </p:nvPr>
        </p:nvSpPr>
        <p:spPr>
          <a:xfrm>
            <a:off x="4256410" y="1028700"/>
            <a:ext cx="7668889" cy="56007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Date Placeholder 5">
            <a:extLst>
              <a:ext uri="{FF2B5EF4-FFF2-40B4-BE49-F238E27FC236}">
                <a16:creationId xmlns:a16="http://schemas.microsoft.com/office/drawing/2014/main" id="{10D79471-1A0E-36EB-1B94-DDE0CE561EA3}"/>
              </a:ext>
            </a:extLst>
          </p:cNvPr>
          <p:cNvSpPr>
            <a:spLocks noGrp="1"/>
          </p:cNvSpPr>
          <p:nvPr>
            <p:ph type="dt" sz="half" idx="17"/>
          </p:nvPr>
        </p:nvSpPr>
        <p:spPr/>
        <p:txBody>
          <a:bodyPr/>
          <a:lstStyle/>
          <a:p>
            <a:endParaRPr lang="en-US"/>
          </a:p>
        </p:txBody>
      </p:sp>
      <p:sp>
        <p:nvSpPr>
          <p:cNvPr id="7" name="Footer Placeholder 6">
            <a:extLst>
              <a:ext uri="{FF2B5EF4-FFF2-40B4-BE49-F238E27FC236}">
                <a16:creationId xmlns:a16="http://schemas.microsoft.com/office/drawing/2014/main" id="{5876C5F4-629A-E5A4-73FB-E8465BDB57BF}"/>
              </a:ext>
            </a:extLst>
          </p:cNvPr>
          <p:cNvSpPr>
            <a:spLocks noGrp="1"/>
          </p:cNvSpPr>
          <p:nvPr>
            <p:ph type="ftr" sz="quarter" idx="18"/>
          </p:nvPr>
        </p:nvSpPr>
        <p:spPr/>
        <p:txBody>
          <a:bodyPr/>
          <a:lstStyle/>
          <a:p>
            <a:endParaRPr lang="en-US"/>
          </a:p>
        </p:txBody>
      </p:sp>
      <p:sp>
        <p:nvSpPr>
          <p:cNvPr id="4" name="Title 3">
            <a:extLst>
              <a:ext uri="{FF2B5EF4-FFF2-40B4-BE49-F238E27FC236}">
                <a16:creationId xmlns:a16="http://schemas.microsoft.com/office/drawing/2014/main" id="{1FA45842-A577-D012-E0A0-40AA7BE0D290}"/>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698889203"/>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1_Title - 2 Odd Sections">
    <p:spTree>
      <p:nvGrpSpPr>
        <p:cNvPr id="1" name=""/>
        <p:cNvGrpSpPr/>
        <p:nvPr/>
      </p:nvGrpSpPr>
      <p:grpSpPr>
        <a:xfrm>
          <a:off x="0" y="0"/>
          <a:ext cx="0" cy="0"/>
          <a:chOff x="0" y="0"/>
          <a:chExt cx="0" cy="0"/>
        </a:xfrm>
      </p:grpSpPr>
      <p:sp>
        <p:nvSpPr>
          <p:cNvPr id="11" name="Content Placeholder 2"/>
          <p:cNvSpPr>
            <a:spLocks noGrp="1"/>
          </p:cNvSpPr>
          <p:nvPr>
            <p:ph sz="quarter" idx="15"/>
          </p:nvPr>
        </p:nvSpPr>
        <p:spPr>
          <a:xfrm>
            <a:off x="8145982" y="1028700"/>
            <a:ext cx="3779318" cy="56007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2"/>
          <p:cNvSpPr>
            <a:spLocks noGrp="1"/>
          </p:cNvSpPr>
          <p:nvPr>
            <p:ph sz="quarter" idx="16"/>
          </p:nvPr>
        </p:nvSpPr>
        <p:spPr>
          <a:xfrm>
            <a:off x="266700" y="1028700"/>
            <a:ext cx="7668888" cy="56007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B58768C3-8315-3411-54A8-2C8239251263}"/>
              </a:ext>
            </a:extLst>
          </p:cNvPr>
          <p:cNvSpPr>
            <a:spLocks noGrp="1"/>
          </p:cNvSpPr>
          <p:nvPr>
            <p:ph type="dt" sz="half" idx="17"/>
          </p:nvPr>
        </p:nvSpPr>
        <p:spPr/>
        <p:txBody>
          <a:bodyPr/>
          <a:lstStyle/>
          <a:p>
            <a:endParaRPr lang="en-US"/>
          </a:p>
        </p:txBody>
      </p:sp>
      <p:sp>
        <p:nvSpPr>
          <p:cNvPr id="6" name="Footer Placeholder 5">
            <a:extLst>
              <a:ext uri="{FF2B5EF4-FFF2-40B4-BE49-F238E27FC236}">
                <a16:creationId xmlns:a16="http://schemas.microsoft.com/office/drawing/2014/main" id="{28938FEB-D648-AE71-0FA1-805FFC832488}"/>
              </a:ext>
            </a:extLst>
          </p:cNvPr>
          <p:cNvSpPr>
            <a:spLocks noGrp="1"/>
          </p:cNvSpPr>
          <p:nvPr>
            <p:ph type="ftr" sz="quarter" idx="18"/>
          </p:nvPr>
        </p:nvSpPr>
        <p:spPr/>
        <p:txBody>
          <a:bodyPr/>
          <a:lstStyle/>
          <a:p>
            <a:endParaRPr lang="en-US"/>
          </a:p>
        </p:txBody>
      </p:sp>
      <p:sp>
        <p:nvSpPr>
          <p:cNvPr id="3" name="Title 2">
            <a:extLst>
              <a:ext uri="{FF2B5EF4-FFF2-40B4-BE49-F238E27FC236}">
                <a16:creationId xmlns:a16="http://schemas.microsoft.com/office/drawing/2014/main" id="{B93C48AD-9F55-0046-00A1-CC510D30C60E}"/>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944274884"/>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itle - Quad-Chart">
    <p:spTree>
      <p:nvGrpSpPr>
        <p:cNvPr id="1" name=""/>
        <p:cNvGrpSpPr/>
        <p:nvPr/>
      </p:nvGrpSpPr>
      <p:grpSpPr>
        <a:xfrm>
          <a:off x="0" y="0"/>
          <a:ext cx="0" cy="0"/>
          <a:chOff x="0" y="0"/>
          <a:chExt cx="0" cy="0"/>
        </a:xfrm>
      </p:grpSpPr>
      <p:sp>
        <p:nvSpPr>
          <p:cNvPr id="3" name="Content Placeholder 2"/>
          <p:cNvSpPr>
            <a:spLocks noGrp="1"/>
          </p:cNvSpPr>
          <p:nvPr>
            <p:ph sz="quarter" idx="15"/>
          </p:nvPr>
        </p:nvSpPr>
        <p:spPr>
          <a:xfrm>
            <a:off x="266700" y="1028700"/>
            <a:ext cx="5753100" cy="26670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4" name="Straight Connector 3"/>
          <p:cNvCxnSpPr/>
          <p:nvPr userDrawn="1"/>
        </p:nvCxnSpPr>
        <p:spPr>
          <a:xfrm>
            <a:off x="381000" y="3775869"/>
            <a:ext cx="11430000" cy="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userDrawn="1"/>
        </p:nvCxnSpPr>
        <p:spPr>
          <a:xfrm>
            <a:off x="6096000" y="1028700"/>
            <a:ext cx="0" cy="560070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sp>
        <p:nvSpPr>
          <p:cNvPr id="16" name="Content Placeholder 2"/>
          <p:cNvSpPr>
            <a:spLocks noGrp="1"/>
          </p:cNvSpPr>
          <p:nvPr>
            <p:ph sz="quarter" idx="22"/>
          </p:nvPr>
        </p:nvSpPr>
        <p:spPr>
          <a:xfrm>
            <a:off x="266700" y="3855720"/>
            <a:ext cx="5753100" cy="277368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Content Placeholder 2"/>
          <p:cNvSpPr>
            <a:spLocks noGrp="1"/>
          </p:cNvSpPr>
          <p:nvPr>
            <p:ph sz="quarter" idx="23"/>
          </p:nvPr>
        </p:nvSpPr>
        <p:spPr>
          <a:xfrm>
            <a:off x="6172200" y="1028700"/>
            <a:ext cx="5753100" cy="26670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Content Placeholder 2"/>
          <p:cNvSpPr>
            <a:spLocks noGrp="1"/>
          </p:cNvSpPr>
          <p:nvPr>
            <p:ph sz="quarter" idx="24"/>
          </p:nvPr>
        </p:nvSpPr>
        <p:spPr>
          <a:xfrm>
            <a:off x="6172200" y="3855720"/>
            <a:ext cx="5753100" cy="277368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5AAE838-AA12-FA5F-5DA0-1ABB713993D9}"/>
              </a:ext>
            </a:extLst>
          </p:cNvPr>
          <p:cNvSpPr>
            <a:spLocks noGrp="1"/>
          </p:cNvSpPr>
          <p:nvPr>
            <p:ph type="dt" sz="half" idx="25"/>
          </p:nvPr>
        </p:nvSpPr>
        <p:spPr/>
        <p:txBody>
          <a:bodyPr/>
          <a:lstStyle/>
          <a:p>
            <a:endParaRPr lang="en-US"/>
          </a:p>
        </p:txBody>
      </p:sp>
      <p:sp>
        <p:nvSpPr>
          <p:cNvPr id="8" name="Footer Placeholder 7">
            <a:extLst>
              <a:ext uri="{FF2B5EF4-FFF2-40B4-BE49-F238E27FC236}">
                <a16:creationId xmlns:a16="http://schemas.microsoft.com/office/drawing/2014/main" id="{AE34FB74-F548-AD28-A10C-D5391FE1CF47}"/>
              </a:ext>
            </a:extLst>
          </p:cNvPr>
          <p:cNvSpPr>
            <a:spLocks noGrp="1"/>
          </p:cNvSpPr>
          <p:nvPr>
            <p:ph type="ftr" sz="quarter" idx="26"/>
          </p:nvPr>
        </p:nvSpPr>
        <p:spPr/>
        <p:txBody>
          <a:bodyPr/>
          <a:lstStyle/>
          <a:p>
            <a:endParaRPr lang="en-US"/>
          </a:p>
        </p:txBody>
      </p:sp>
      <p:sp>
        <p:nvSpPr>
          <p:cNvPr id="5" name="Title 4">
            <a:extLst>
              <a:ext uri="{FF2B5EF4-FFF2-40B4-BE49-F238E27FC236}">
                <a16:creationId xmlns:a16="http://schemas.microsoft.com/office/drawing/2014/main" id="{44FB5578-DA9B-BD0B-5613-AEFB9E68B6F8}"/>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098025777"/>
      </p:ext>
    </p:extLst>
  </p:cSld>
  <p:clrMapOvr>
    <a:masterClrMapping/>
  </p:clrMapOvr>
  <p:extLst>
    <p:ext uri="{DCECCB84-F9BA-43D5-87BE-67443E8EF086}">
      <p15:sldGuideLst xmlns:p15="http://schemas.microsoft.com/office/powerpoint/2012/main">
        <p15:guide id="1" orient="horz" pos="2328">
          <p15:clr>
            <a:srgbClr val="FBAE40"/>
          </p15:clr>
        </p15:guide>
        <p15:guide id="2" orient="horz" pos="2424">
          <p15:clr>
            <a:srgbClr val="FBAE40"/>
          </p15:clr>
        </p15:guide>
        <p15:guide id="3" pos="3888">
          <p15:clr>
            <a:srgbClr val="FBAE40"/>
          </p15:clr>
        </p15:guide>
        <p15:guide id="4" pos="3792">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Title - Custom-Quad">
    <p:spTree>
      <p:nvGrpSpPr>
        <p:cNvPr id="1" name=""/>
        <p:cNvGrpSpPr/>
        <p:nvPr/>
      </p:nvGrpSpPr>
      <p:grpSpPr>
        <a:xfrm>
          <a:off x="0" y="0"/>
          <a:ext cx="0" cy="0"/>
          <a:chOff x="0" y="0"/>
          <a:chExt cx="0" cy="0"/>
        </a:xfrm>
      </p:grpSpPr>
      <p:cxnSp>
        <p:nvCxnSpPr>
          <p:cNvPr id="4" name="Straight Connector 3"/>
          <p:cNvCxnSpPr/>
          <p:nvPr userDrawn="1"/>
        </p:nvCxnSpPr>
        <p:spPr>
          <a:xfrm>
            <a:off x="381000" y="3430819"/>
            <a:ext cx="11430000" cy="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userDrawn="1"/>
        </p:nvCxnSpPr>
        <p:spPr>
          <a:xfrm>
            <a:off x="6096000" y="1028700"/>
            <a:ext cx="0" cy="560070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sp>
        <p:nvSpPr>
          <p:cNvPr id="18" name="Content Placeholder 4"/>
          <p:cNvSpPr>
            <a:spLocks noGrp="1"/>
          </p:cNvSpPr>
          <p:nvPr>
            <p:ph sz="quarter" idx="24"/>
          </p:nvPr>
        </p:nvSpPr>
        <p:spPr>
          <a:xfrm>
            <a:off x="6172200" y="3543300"/>
            <a:ext cx="5753100" cy="30861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ontent Placeholder 3"/>
          <p:cNvSpPr>
            <a:spLocks noGrp="1"/>
          </p:cNvSpPr>
          <p:nvPr>
            <p:ph sz="quarter" idx="22"/>
          </p:nvPr>
        </p:nvSpPr>
        <p:spPr>
          <a:xfrm>
            <a:off x="266700" y="3543300"/>
            <a:ext cx="5753100" cy="30861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Content Placeholder 2"/>
          <p:cNvSpPr>
            <a:spLocks noGrp="1"/>
          </p:cNvSpPr>
          <p:nvPr>
            <p:ph sz="quarter" idx="23"/>
          </p:nvPr>
        </p:nvSpPr>
        <p:spPr>
          <a:xfrm>
            <a:off x="6172200" y="1028700"/>
            <a:ext cx="5753100" cy="2283843"/>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Content Placeholder 1"/>
          <p:cNvSpPr>
            <a:spLocks noGrp="1"/>
          </p:cNvSpPr>
          <p:nvPr>
            <p:ph sz="quarter" idx="15"/>
          </p:nvPr>
        </p:nvSpPr>
        <p:spPr>
          <a:xfrm>
            <a:off x="266700" y="1028700"/>
            <a:ext cx="5753100" cy="2283843"/>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ADB0298-AAE9-38A5-935C-537E8444E40C}"/>
              </a:ext>
            </a:extLst>
          </p:cNvPr>
          <p:cNvSpPr>
            <a:spLocks noGrp="1"/>
          </p:cNvSpPr>
          <p:nvPr>
            <p:ph type="dt" sz="half" idx="25"/>
          </p:nvPr>
        </p:nvSpPr>
        <p:spPr/>
        <p:txBody>
          <a:bodyPr/>
          <a:lstStyle/>
          <a:p>
            <a:endParaRPr lang="en-US"/>
          </a:p>
        </p:txBody>
      </p:sp>
      <p:sp>
        <p:nvSpPr>
          <p:cNvPr id="6" name="Footer Placeholder 5">
            <a:extLst>
              <a:ext uri="{FF2B5EF4-FFF2-40B4-BE49-F238E27FC236}">
                <a16:creationId xmlns:a16="http://schemas.microsoft.com/office/drawing/2014/main" id="{D52C905D-E7A5-5841-E24E-8E8D9EAF35CE}"/>
              </a:ext>
            </a:extLst>
          </p:cNvPr>
          <p:cNvSpPr>
            <a:spLocks noGrp="1"/>
          </p:cNvSpPr>
          <p:nvPr>
            <p:ph type="ftr" sz="quarter" idx="26"/>
          </p:nvPr>
        </p:nvSpPr>
        <p:spPr/>
        <p:txBody>
          <a:bodyPr/>
          <a:lstStyle/>
          <a:p>
            <a:endParaRPr lang="en-US"/>
          </a:p>
        </p:txBody>
      </p:sp>
      <p:sp>
        <p:nvSpPr>
          <p:cNvPr id="7" name="Title 6">
            <a:extLst>
              <a:ext uri="{FF2B5EF4-FFF2-40B4-BE49-F238E27FC236}">
                <a16:creationId xmlns:a16="http://schemas.microsoft.com/office/drawing/2014/main" id="{929DC40A-BB92-C526-3CD0-189C3429C4D1}"/>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213898774"/>
      </p:ext>
    </p:extLst>
  </p:cSld>
  <p:clrMapOvr>
    <a:masterClrMapping/>
  </p:clrMapOvr>
  <p:extLst>
    <p:ext uri="{DCECCB84-F9BA-43D5-87BE-67443E8EF086}">
      <p15:sldGuideLst xmlns:p15="http://schemas.microsoft.com/office/powerpoint/2012/main">
        <p15:guide id="1" orient="horz" pos="2088">
          <p15:clr>
            <a:srgbClr val="FBAE40"/>
          </p15:clr>
        </p15:guide>
        <p15:guide id="2" orient="horz" pos="2232">
          <p15:clr>
            <a:srgbClr val="FBAE40"/>
          </p15:clr>
        </p15:guide>
        <p15:guide id="3" pos="3888">
          <p15:clr>
            <a:srgbClr val="FBAE40"/>
          </p15:clr>
        </p15:guide>
        <p15:guide id="4" pos="3792">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Title - Tri-Chart Bottom">
    <p:spTree>
      <p:nvGrpSpPr>
        <p:cNvPr id="1" name=""/>
        <p:cNvGrpSpPr/>
        <p:nvPr/>
      </p:nvGrpSpPr>
      <p:grpSpPr>
        <a:xfrm>
          <a:off x="0" y="0"/>
          <a:ext cx="0" cy="0"/>
          <a:chOff x="0" y="0"/>
          <a:chExt cx="0" cy="0"/>
        </a:xfrm>
      </p:grpSpPr>
      <p:sp>
        <p:nvSpPr>
          <p:cNvPr id="16" name="Content Placeholder 3"/>
          <p:cNvSpPr>
            <a:spLocks noGrp="1"/>
          </p:cNvSpPr>
          <p:nvPr>
            <p:ph sz="quarter" idx="22"/>
          </p:nvPr>
        </p:nvSpPr>
        <p:spPr>
          <a:xfrm>
            <a:off x="266700" y="3855720"/>
            <a:ext cx="11658600" cy="277368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Content Placeholder 2"/>
          <p:cNvSpPr>
            <a:spLocks noGrp="1"/>
          </p:cNvSpPr>
          <p:nvPr>
            <p:ph sz="quarter" idx="23"/>
          </p:nvPr>
        </p:nvSpPr>
        <p:spPr>
          <a:xfrm>
            <a:off x="6172200" y="1028700"/>
            <a:ext cx="5753100" cy="26670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Content Placeholder 1"/>
          <p:cNvSpPr>
            <a:spLocks noGrp="1"/>
          </p:cNvSpPr>
          <p:nvPr>
            <p:ph sz="quarter" idx="15"/>
          </p:nvPr>
        </p:nvSpPr>
        <p:spPr>
          <a:xfrm>
            <a:off x="266700" y="1028700"/>
            <a:ext cx="5753100" cy="26670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246758A-EC6C-2E6D-7C25-EBF35B1A110D}"/>
              </a:ext>
            </a:extLst>
          </p:cNvPr>
          <p:cNvSpPr>
            <a:spLocks noGrp="1"/>
          </p:cNvSpPr>
          <p:nvPr>
            <p:ph type="dt" sz="half" idx="24"/>
          </p:nvPr>
        </p:nvSpPr>
        <p:spPr/>
        <p:txBody>
          <a:bodyPr/>
          <a:lstStyle/>
          <a:p>
            <a:endParaRPr lang="en-US"/>
          </a:p>
        </p:txBody>
      </p:sp>
      <p:sp>
        <p:nvSpPr>
          <p:cNvPr id="5" name="Footer Placeholder 4">
            <a:extLst>
              <a:ext uri="{FF2B5EF4-FFF2-40B4-BE49-F238E27FC236}">
                <a16:creationId xmlns:a16="http://schemas.microsoft.com/office/drawing/2014/main" id="{656A35E6-84D0-522D-F6FA-96313C01D057}"/>
              </a:ext>
            </a:extLst>
          </p:cNvPr>
          <p:cNvSpPr>
            <a:spLocks noGrp="1"/>
          </p:cNvSpPr>
          <p:nvPr>
            <p:ph type="ftr" sz="quarter" idx="25"/>
          </p:nvPr>
        </p:nvSpPr>
        <p:spPr/>
        <p:txBody>
          <a:bodyPr/>
          <a:lstStyle/>
          <a:p>
            <a:endParaRPr lang="en-US"/>
          </a:p>
        </p:txBody>
      </p:sp>
      <p:sp>
        <p:nvSpPr>
          <p:cNvPr id="6" name="Title 5">
            <a:extLst>
              <a:ext uri="{FF2B5EF4-FFF2-40B4-BE49-F238E27FC236}">
                <a16:creationId xmlns:a16="http://schemas.microsoft.com/office/drawing/2014/main" id="{481C1557-2F36-FF70-9AEB-DF21DD5067B5}"/>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701852820"/>
      </p:ext>
    </p:extLst>
  </p:cSld>
  <p:clrMapOvr>
    <a:masterClrMapping/>
  </p:clrMapOvr>
  <p:extLst>
    <p:ext uri="{DCECCB84-F9BA-43D5-87BE-67443E8EF086}">
      <p15:sldGuideLst xmlns:p15="http://schemas.microsoft.com/office/powerpoint/2012/main">
        <p15:guide id="1" orient="horz" pos="2328">
          <p15:clr>
            <a:srgbClr val="FBAE40"/>
          </p15:clr>
        </p15:guide>
        <p15:guide id="2" orient="horz" pos="2424">
          <p15:clr>
            <a:srgbClr val="FBAE40"/>
          </p15:clr>
        </p15:guide>
        <p15:guide id="3" pos="3888">
          <p15:clr>
            <a:srgbClr val="FBAE40"/>
          </p15:clr>
        </p15:guide>
        <p15:guide id="4" pos="3792">
          <p15:clr>
            <a:srgbClr val="FBAE4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Title - Tri-Chart Top">
    <p:spTree>
      <p:nvGrpSpPr>
        <p:cNvPr id="1" name=""/>
        <p:cNvGrpSpPr/>
        <p:nvPr/>
      </p:nvGrpSpPr>
      <p:grpSpPr>
        <a:xfrm>
          <a:off x="0" y="0"/>
          <a:ext cx="0" cy="0"/>
          <a:chOff x="0" y="0"/>
          <a:chExt cx="0" cy="0"/>
        </a:xfrm>
      </p:grpSpPr>
      <p:sp>
        <p:nvSpPr>
          <p:cNvPr id="17" name="Content Placeholder 3"/>
          <p:cNvSpPr>
            <a:spLocks noGrp="1"/>
          </p:cNvSpPr>
          <p:nvPr>
            <p:ph sz="quarter" idx="23"/>
          </p:nvPr>
        </p:nvSpPr>
        <p:spPr>
          <a:xfrm>
            <a:off x="6172200" y="3848100"/>
            <a:ext cx="5753100" cy="27813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Content Placeholder 2"/>
          <p:cNvSpPr>
            <a:spLocks noGrp="1"/>
          </p:cNvSpPr>
          <p:nvPr>
            <p:ph sz="quarter" idx="15"/>
          </p:nvPr>
        </p:nvSpPr>
        <p:spPr>
          <a:xfrm>
            <a:off x="266700" y="3848100"/>
            <a:ext cx="5753100" cy="27813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ontent Placeholder 1"/>
          <p:cNvSpPr>
            <a:spLocks noGrp="1"/>
          </p:cNvSpPr>
          <p:nvPr>
            <p:ph sz="quarter" idx="22"/>
          </p:nvPr>
        </p:nvSpPr>
        <p:spPr>
          <a:xfrm>
            <a:off x="266700" y="1024178"/>
            <a:ext cx="11658600" cy="26670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E138066-C767-E96E-E21F-B1E4478B0958}"/>
              </a:ext>
            </a:extLst>
          </p:cNvPr>
          <p:cNvSpPr>
            <a:spLocks noGrp="1"/>
          </p:cNvSpPr>
          <p:nvPr>
            <p:ph type="dt" sz="half" idx="24"/>
          </p:nvPr>
        </p:nvSpPr>
        <p:spPr/>
        <p:txBody>
          <a:bodyPr/>
          <a:lstStyle/>
          <a:p>
            <a:endParaRPr lang="en-US"/>
          </a:p>
        </p:txBody>
      </p:sp>
      <p:sp>
        <p:nvSpPr>
          <p:cNvPr id="5" name="Footer Placeholder 4">
            <a:extLst>
              <a:ext uri="{FF2B5EF4-FFF2-40B4-BE49-F238E27FC236}">
                <a16:creationId xmlns:a16="http://schemas.microsoft.com/office/drawing/2014/main" id="{E18328B5-C225-08E6-86C5-18BB6982BC1B}"/>
              </a:ext>
            </a:extLst>
          </p:cNvPr>
          <p:cNvSpPr>
            <a:spLocks noGrp="1"/>
          </p:cNvSpPr>
          <p:nvPr>
            <p:ph type="ftr" sz="quarter" idx="25"/>
          </p:nvPr>
        </p:nvSpPr>
        <p:spPr/>
        <p:txBody>
          <a:bodyPr/>
          <a:lstStyle/>
          <a:p>
            <a:endParaRPr lang="en-US"/>
          </a:p>
        </p:txBody>
      </p:sp>
      <p:sp>
        <p:nvSpPr>
          <p:cNvPr id="6" name="Title 5">
            <a:extLst>
              <a:ext uri="{FF2B5EF4-FFF2-40B4-BE49-F238E27FC236}">
                <a16:creationId xmlns:a16="http://schemas.microsoft.com/office/drawing/2014/main" id="{F2E409FF-5585-8E4A-14AA-59DBC4EAF933}"/>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16880084"/>
      </p:ext>
    </p:extLst>
  </p:cSld>
  <p:clrMapOvr>
    <a:masterClrMapping/>
  </p:clrMapOvr>
  <p:extLst>
    <p:ext uri="{DCECCB84-F9BA-43D5-87BE-67443E8EF086}">
      <p15:sldGuideLst xmlns:p15="http://schemas.microsoft.com/office/powerpoint/2012/main">
        <p15:guide id="1" orient="horz" pos="2328">
          <p15:clr>
            <a:srgbClr val="FBAE40"/>
          </p15:clr>
        </p15:guide>
        <p15:guide id="2" orient="horz" pos="2424">
          <p15:clr>
            <a:srgbClr val="FBAE40"/>
          </p15:clr>
        </p15:guide>
        <p15:guide id="3" pos="3888">
          <p15:clr>
            <a:srgbClr val="FBAE40"/>
          </p15:clr>
        </p15:guide>
        <p15:guide id="4" pos="3792">
          <p15:clr>
            <a:srgbClr val="FBAE4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Title - No Content">
    <p:spTree>
      <p:nvGrpSpPr>
        <p:cNvPr id="1" name=""/>
        <p:cNvGrpSpPr/>
        <p:nvPr/>
      </p:nvGrpSpPr>
      <p:grpSpPr>
        <a:xfrm>
          <a:off x="0" y="0"/>
          <a:ext cx="0" cy="0"/>
          <a:chOff x="0" y="0"/>
          <a:chExt cx="0" cy="0"/>
        </a:xfrm>
      </p:grpSpPr>
      <p:sp>
        <p:nvSpPr>
          <p:cNvPr id="5" name="Date Placeholder 4">
            <a:extLst>
              <a:ext uri="{FF2B5EF4-FFF2-40B4-BE49-F238E27FC236}">
                <a16:creationId xmlns:a16="http://schemas.microsoft.com/office/drawing/2014/main" id="{D7835296-7DAA-2D03-3C74-8EDBE0C7DFA4}"/>
              </a:ext>
            </a:extLst>
          </p:cNvPr>
          <p:cNvSpPr>
            <a:spLocks noGrp="1"/>
          </p:cNvSpPr>
          <p:nvPr>
            <p:ph type="dt" sz="half" idx="10"/>
          </p:nvPr>
        </p:nvSpPr>
        <p:spPr/>
        <p:txBody>
          <a:bodyPr/>
          <a:lstStyle/>
          <a:p>
            <a:endParaRPr lang="en-US"/>
          </a:p>
        </p:txBody>
      </p:sp>
      <p:sp>
        <p:nvSpPr>
          <p:cNvPr id="6" name="Footer Placeholder 5">
            <a:extLst>
              <a:ext uri="{FF2B5EF4-FFF2-40B4-BE49-F238E27FC236}">
                <a16:creationId xmlns:a16="http://schemas.microsoft.com/office/drawing/2014/main" id="{AEFD207A-CF9B-5273-AAA1-5371D3714C11}"/>
              </a:ext>
            </a:extLst>
          </p:cNvPr>
          <p:cNvSpPr>
            <a:spLocks noGrp="1"/>
          </p:cNvSpPr>
          <p:nvPr>
            <p:ph type="ftr" sz="quarter" idx="11"/>
          </p:nvPr>
        </p:nvSpPr>
        <p:spPr/>
        <p:txBody>
          <a:bodyPr/>
          <a:lstStyle/>
          <a:p>
            <a:endParaRPr lang="en-US"/>
          </a:p>
        </p:txBody>
      </p:sp>
      <p:sp>
        <p:nvSpPr>
          <p:cNvPr id="3" name="Title 2">
            <a:extLst>
              <a:ext uri="{FF2B5EF4-FFF2-40B4-BE49-F238E27FC236}">
                <a16:creationId xmlns:a16="http://schemas.microsoft.com/office/drawing/2014/main" id="{B02F4169-3E26-AB53-54FC-47BE477B905A}"/>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4162775692"/>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Blank with graphics">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BF40FE8E-720F-2CF0-A515-A1F0A76E6C20}"/>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8C5645D9-CB9C-72DC-4655-0357D988FE70}"/>
              </a:ext>
            </a:extLst>
          </p:cNvPr>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4110514664"/>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1_Blank w/ background no graphics">
    <p:spTree>
      <p:nvGrpSpPr>
        <p:cNvPr id="1" name=""/>
        <p:cNvGrpSpPr/>
        <p:nvPr/>
      </p:nvGrpSpPr>
      <p:grpSpPr>
        <a:xfrm>
          <a:off x="0" y="0"/>
          <a:ext cx="0" cy="0"/>
          <a:chOff x="0" y="0"/>
          <a:chExt cx="0" cy="0"/>
        </a:xfrm>
      </p:grpSpPr>
      <p:sp>
        <p:nvSpPr>
          <p:cNvPr id="8" name="Content Placeholder 7"/>
          <p:cNvSpPr>
            <a:spLocks noGrp="1"/>
          </p:cNvSpPr>
          <p:nvPr>
            <p:ph sz="quarter" idx="12"/>
          </p:nvPr>
        </p:nvSpPr>
        <p:spPr>
          <a:xfrm>
            <a:off x="76200" y="66675"/>
            <a:ext cx="12020549" cy="6723635"/>
          </a:xfrm>
          <a:prstGeom prst="roundRect">
            <a:avLst>
              <a:gd name="adj" fmla="val 2256"/>
            </a:avLst>
          </a:prstGeom>
          <a:noFill/>
          <a:ln w="3175">
            <a:noFill/>
          </a:ln>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973CC44D-C4E5-B148-8424-D309BAD434F9}"/>
              </a:ext>
            </a:extLst>
          </p:cNvPr>
          <p:cNvSpPr>
            <a:spLocks noGrp="1"/>
          </p:cNvSpPr>
          <p:nvPr>
            <p:ph type="dt" sz="half" idx="13"/>
          </p:nvPr>
        </p:nvSpPr>
        <p:spPr/>
        <p:txBody>
          <a:bodyPr/>
          <a:lstStyle/>
          <a:p>
            <a:endParaRPr lang="en-US"/>
          </a:p>
        </p:txBody>
      </p:sp>
      <p:sp>
        <p:nvSpPr>
          <p:cNvPr id="4" name="Footer Placeholder 3">
            <a:extLst>
              <a:ext uri="{FF2B5EF4-FFF2-40B4-BE49-F238E27FC236}">
                <a16:creationId xmlns:a16="http://schemas.microsoft.com/office/drawing/2014/main" id="{B5E87FB6-092D-2261-C61B-A13F398BD061}"/>
              </a:ext>
            </a:extLst>
          </p:cNvPr>
          <p:cNvSpPr>
            <a:spLocks noGrp="1"/>
          </p:cNvSpPr>
          <p:nvPr>
            <p:ph type="ftr" sz="quarter" idx="14"/>
          </p:nvPr>
        </p:nvSpPr>
        <p:spPr/>
        <p:txBody>
          <a:bodyPr/>
          <a:lstStyle/>
          <a:p>
            <a:endParaRPr lang="en-US"/>
          </a:p>
        </p:txBody>
      </p:sp>
      <p:sp>
        <p:nvSpPr>
          <p:cNvPr id="5" name="Title 4">
            <a:extLst>
              <a:ext uri="{FF2B5EF4-FFF2-40B4-BE49-F238E27FC236}">
                <a16:creationId xmlns:a16="http://schemas.microsoft.com/office/drawing/2014/main" id="{DACA2C3D-12FE-63E8-E6E7-2094824214F5}"/>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791465266"/>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p:cSld name="White Blank">
    <p:bg>
      <p:bgPr>
        <a:solidFill>
          <a:schemeClr val="tx2"/>
        </a:solidFill>
        <a:effectLst/>
      </p:bgPr>
    </p:bg>
    <p:spTree>
      <p:nvGrpSpPr>
        <p:cNvPr id="1" name=""/>
        <p:cNvGrpSpPr/>
        <p:nvPr/>
      </p:nvGrpSpPr>
      <p:grpSpPr>
        <a:xfrm>
          <a:off x="0" y="0"/>
          <a:ext cx="0" cy="0"/>
          <a:chOff x="0" y="0"/>
          <a:chExt cx="0" cy="0"/>
        </a:xfrm>
      </p:grpSpPr>
      <p:sp>
        <p:nvSpPr>
          <p:cNvPr id="2" name="Text Box 14">
            <a:extLst>
              <a:ext uri="{FF2B5EF4-FFF2-40B4-BE49-F238E27FC236}">
                <a16:creationId xmlns:a16="http://schemas.microsoft.com/office/drawing/2014/main" id="{FBBAD3CE-397E-AB37-EDAD-8632BE0AA2DA}"/>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solidFill>
                  <a:schemeClr val="tx1">
                    <a:lumMod val="50000"/>
                    <a:lumOff val="50000"/>
                  </a:schemeClr>
                </a:solidFill>
              </a:rPr>
              <a:pPr algn="r">
                <a:spcBef>
                  <a:spcPct val="50000"/>
                </a:spcBef>
                <a:defRPr/>
              </a:pPr>
              <a:t>‹#›</a:t>
            </a:fld>
            <a:endParaRPr lang="en-US" sz="1100" b="0" baseline="0">
              <a:solidFill>
                <a:schemeClr val="tx1">
                  <a:lumMod val="50000"/>
                  <a:lumOff val="50000"/>
                </a:schemeClr>
              </a:solidFill>
            </a:endParaRPr>
          </a:p>
        </p:txBody>
      </p:sp>
      <p:sp>
        <p:nvSpPr>
          <p:cNvPr id="4" name="Date Placeholder 3">
            <a:extLst>
              <a:ext uri="{FF2B5EF4-FFF2-40B4-BE49-F238E27FC236}">
                <a16:creationId xmlns:a16="http://schemas.microsoft.com/office/drawing/2014/main" id="{BE1E501C-5AFD-BA9E-01BC-6D3F0A876CDA}"/>
              </a:ext>
            </a:extLst>
          </p:cNvPr>
          <p:cNvSpPr>
            <a:spLocks noGrp="1"/>
          </p:cNvSpPr>
          <p:nvPr>
            <p:ph type="dt" sz="half" idx="10"/>
          </p:nvPr>
        </p:nvSpPr>
        <p:spPr/>
        <p:txBody>
          <a:bodyPr/>
          <a:lstStyle>
            <a:lvl1pPr>
              <a:defRPr>
                <a:solidFill>
                  <a:schemeClr val="tx1">
                    <a:lumMod val="50000"/>
                    <a:lumOff val="50000"/>
                  </a:schemeClr>
                </a:solidFill>
              </a:defRPr>
            </a:lvl1pPr>
          </a:lstStyle>
          <a:p>
            <a:endParaRPr lang="en-US"/>
          </a:p>
        </p:txBody>
      </p:sp>
      <p:sp>
        <p:nvSpPr>
          <p:cNvPr id="7" name="Footer Placeholder 6">
            <a:extLst>
              <a:ext uri="{FF2B5EF4-FFF2-40B4-BE49-F238E27FC236}">
                <a16:creationId xmlns:a16="http://schemas.microsoft.com/office/drawing/2014/main" id="{BD51F885-1610-859A-C99A-21311C9FAB15}"/>
              </a:ext>
            </a:extLst>
          </p:cNvPr>
          <p:cNvSpPr>
            <a:spLocks noGrp="1"/>
          </p:cNvSpPr>
          <p:nvPr>
            <p:ph type="ftr" sz="quarter" idx="11"/>
          </p:nvPr>
        </p:nvSpPr>
        <p:spPr/>
        <p:txBody>
          <a:bodyPr/>
          <a:lstStyle>
            <a:lvl1pPr>
              <a:defRPr>
                <a:solidFill>
                  <a:schemeClr val="tx1">
                    <a:lumMod val="50000"/>
                    <a:lumOff val="50000"/>
                  </a:schemeClr>
                </a:solidFill>
              </a:defRPr>
            </a:lvl1pPr>
          </a:lstStyle>
          <a:p>
            <a:endParaRPr lang="en-US"/>
          </a:p>
        </p:txBody>
      </p:sp>
    </p:spTree>
    <p:extLst>
      <p:ext uri="{BB962C8B-B14F-4D97-AF65-F5344CB8AC3E}">
        <p14:creationId xmlns:p14="http://schemas.microsoft.com/office/powerpoint/2010/main" val="3290452761"/>
      </p:ext>
    </p:extLst>
  </p:cSld>
  <p:clrMapOvr>
    <a:masterClrMapping/>
  </p:clrMapOvr>
  <p:hf hdr="0" dt="0"/>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p:cSld name="1_White Blank">
    <p:bg>
      <p:bgPr>
        <a:solidFill>
          <a:schemeClr val="bg1">
            <a:lumMod val="40000"/>
            <a:lumOff val="60000"/>
          </a:schemeClr>
        </a:solidFill>
        <a:effectLst/>
      </p:bgPr>
    </p:bg>
    <p:spTree>
      <p:nvGrpSpPr>
        <p:cNvPr id="1" name=""/>
        <p:cNvGrpSpPr/>
        <p:nvPr/>
      </p:nvGrpSpPr>
      <p:grpSpPr>
        <a:xfrm>
          <a:off x="0" y="0"/>
          <a:ext cx="0" cy="0"/>
          <a:chOff x="0" y="0"/>
          <a:chExt cx="0" cy="0"/>
        </a:xfrm>
      </p:grpSpPr>
      <p:sp>
        <p:nvSpPr>
          <p:cNvPr id="2" name="Text Box 14">
            <a:extLst>
              <a:ext uri="{FF2B5EF4-FFF2-40B4-BE49-F238E27FC236}">
                <a16:creationId xmlns:a16="http://schemas.microsoft.com/office/drawing/2014/main" id="{5559FF84-4EB7-248C-A9A3-21393A68E553}"/>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solidFill>
                  <a:schemeClr val="tx1">
                    <a:lumMod val="50000"/>
                    <a:lumOff val="50000"/>
                  </a:schemeClr>
                </a:solidFill>
              </a:rPr>
              <a:pPr algn="r">
                <a:spcBef>
                  <a:spcPct val="50000"/>
                </a:spcBef>
                <a:defRPr/>
              </a:pPr>
              <a:t>‹#›</a:t>
            </a:fld>
            <a:endParaRPr lang="en-US" sz="1100" b="0" baseline="0">
              <a:solidFill>
                <a:schemeClr val="tx1">
                  <a:lumMod val="50000"/>
                  <a:lumOff val="50000"/>
                </a:schemeClr>
              </a:solidFill>
            </a:endParaRPr>
          </a:p>
        </p:txBody>
      </p:sp>
      <p:sp>
        <p:nvSpPr>
          <p:cNvPr id="4" name="Date Placeholder 3">
            <a:extLst>
              <a:ext uri="{FF2B5EF4-FFF2-40B4-BE49-F238E27FC236}">
                <a16:creationId xmlns:a16="http://schemas.microsoft.com/office/drawing/2014/main" id="{92A3D6AC-9998-6147-A3AF-01786A8BC7B5}"/>
              </a:ext>
            </a:extLst>
          </p:cNvPr>
          <p:cNvSpPr>
            <a:spLocks noGrp="1"/>
          </p:cNvSpPr>
          <p:nvPr>
            <p:ph type="dt" sz="half" idx="10"/>
          </p:nvPr>
        </p:nvSpPr>
        <p:spPr/>
        <p:txBody>
          <a:bodyPr/>
          <a:lstStyle>
            <a:lvl1pPr>
              <a:defRPr>
                <a:solidFill>
                  <a:schemeClr val="tx1">
                    <a:lumMod val="50000"/>
                    <a:lumOff val="50000"/>
                  </a:schemeClr>
                </a:solidFill>
              </a:defRPr>
            </a:lvl1pPr>
          </a:lstStyle>
          <a:p>
            <a:endParaRPr lang="en-US"/>
          </a:p>
        </p:txBody>
      </p:sp>
      <p:sp>
        <p:nvSpPr>
          <p:cNvPr id="5" name="Footer Placeholder 4">
            <a:extLst>
              <a:ext uri="{FF2B5EF4-FFF2-40B4-BE49-F238E27FC236}">
                <a16:creationId xmlns:a16="http://schemas.microsoft.com/office/drawing/2014/main" id="{9E61DC4E-D996-A484-FCFC-B8F377D377A1}"/>
              </a:ext>
            </a:extLst>
          </p:cNvPr>
          <p:cNvSpPr>
            <a:spLocks noGrp="1"/>
          </p:cNvSpPr>
          <p:nvPr>
            <p:ph type="ftr" sz="quarter" idx="11"/>
          </p:nvPr>
        </p:nvSpPr>
        <p:spPr/>
        <p:txBody>
          <a:bodyPr/>
          <a:lstStyle>
            <a:lvl1pPr>
              <a:defRPr>
                <a:solidFill>
                  <a:schemeClr val="tx1">
                    <a:lumMod val="50000"/>
                    <a:lumOff val="50000"/>
                  </a:schemeClr>
                </a:solidFill>
              </a:defRPr>
            </a:lvl1pPr>
          </a:lstStyle>
          <a:p>
            <a:endParaRPr lang="en-US"/>
          </a:p>
        </p:txBody>
      </p:sp>
    </p:spTree>
    <p:extLst>
      <p:ext uri="{BB962C8B-B14F-4D97-AF65-F5344CB8AC3E}">
        <p14:creationId xmlns:p14="http://schemas.microsoft.com/office/powerpoint/2010/main" val="3471909983"/>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reserve="1" userDrawn="1">
  <p:cSld name="Black Blank">
    <p:bg>
      <p:bgPr>
        <a:solidFill>
          <a:schemeClr val="tx1"/>
        </a:solidFill>
        <a:effectLst/>
      </p:bgPr>
    </p:bg>
    <p:spTree>
      <p:nvGrpSpPr>
        <p:cNvPr id="1" name=""/>
        <p:cNvGrpSpPr/>
        <p:nvPr/>
      </p:nvGrpSpPr>
      <p:grpSpPr>
        <a:xfrm>
          <a:off x="0" y="0"/>
          <a:ext cx="0" cy="0"/>
          <a:chOff x="0" y="0"/>
          <a:chExt cx="0" cy="0"/>
        </a:xfrm>
      </p:grpSpPr>
      <p:sp>
        <p:nvSpPr>
          <p:cNvPr id="2" name="Text Box 14">
            <a:extLst>
              <a:ext uri="{FF2B5EF4-FFF2-40B4-BE49-F238E27FC236}">
                <a16:creationId xmlns:a16="http://schemas.microsoft.com/office/drawing/2014/main" id="{6B1EDEA3-517F-FC35-5A19-094E3BE709A0}"/>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solidFill>
                  <a:schemeClr val="tx2"/>
                </a:solidFill>
              </a:rPr>
              <a:pPr algn="r">
                <a:spcBef>
                  <a:spcPct val="50000"/>
                </a:spcBef>
                <a:defRPr/>
              </a:pPr>
              <a:t>‹#›</a:t>
            </a:fld>
            <a:endParaRPr lang="en-US" sz="1100" b="0" baseline="0">
              <a:solidFill>
                <a:schemeClr val="tx2"/>
              </a:solidFill>
            </a:endParaRPr>
          </a:p>
        </p:txBody>
      </p:sp>
      <p:sp>
        <p:nvSpPr>
          <p:cNvPr id="4" name="Date Placeholder 3">
            <a:extLst>
              <a:ext uri="{FF2B5EF4-FFF2-40B4-BE49-F238E27FC236}">
                <a16:creationId xmlns:a16="http://schemas.microsoft.com/office/drawing/2014/main" id="{B429D516-C317-CDC1-DADB-0B020CDC0237}"/>
              </a:ext>
            </a:extLst>
          </p:cNvPr>
          <p:cNvSpPr>
            <a:spLocks noGrp="1"/>
          </p:cNvSpPr>
          <p:nvPr>
            <p:ph type="dt" sz="half" idx="10"/>
          </p:nvPr>
        </p:nvSpPr>
        <p:spPr/>
        <p:txBody>
          <a:bodyPr/>
          <a:lstStyle>
            <a:lvl1pPr>
              <a:defRPr>
                <a:solidFill>
                  <a:schemeClr val="tx2"/>
                </a:solidFill>
              </a:defRPr>
            </a:lvl1pPr>
          </a:lstStyle>
          <a:p>
            <a:endParaRPr lang="en-US"/>
          </a:p>
        </p:txBody>
      </p:sp>
      <p:sp>
        <p:nvSpPr>
          <p:cNvPr id="5" name="Footer Placeholder 4">
            <a:extLst>
              <a:ext uri="{FF2B5EF4-FFF2-40B4-BE49-F238E27FC236}">
                <a16:creationId xmlns:a16="http://schemas.microsoft.com/office/drawing/2014/main" id="{CCEEA777-D26F-FC0E-BCB6-7D77B101103A}"/>
              </a:ext>
            </a:extLst>
          </p:cNvPr>
          <p:cNvSpPr>
            <a:spLocks noGrp="1"/>
          </p:cNvSpPr>
          <p:nvPr>
            <p:ph type="ftr" sz="quarter" idx="11"/>
          </p:nvPr>
        </p:nvSpPr>
        <p:spPr/>
        <p:txBody>
          <a:bodyPr/>
          <a:lstStyle>
            <a:lvl1pPr>
              <a:defRPr>
                <a:solidFill>
                  <a:schemeClr val="tx2"/>
                </a:solidFill>
              </a:defRPr>
            </a:lvl1pPr>
          </a:lstStyle>
          <a:p>
            <a:endParaRPr lang="en-US"/>
          </a:p>
        </p:txBody>
      </p:sp>
    </p:spTree>
    <p:extLst>
      <p:ext uri="{BB962C8B-B14F-4D97-AF65-F5344CB8AC3E}">
        <p14:creationId xmlns:p14="http://schemas.microsoft.com/office/powerpoint/2010/main" val="79816402"/>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reserve="1" userDrawn="1">
  <p:cSld name="Background no graphics">
    <p:bg>
      <p:bgPr>
        <a:gradFill flip="none" rotWithShape="1">
          <a:gsLst>
            <a:gs pos="80000">
              <a:schemeClr val="tx2"/>
            </a:gs>
            <a:gs pos="90000">
              <a:schemeClr val="tx2">
                <a:alpha val="45000"/>
              </a:schemeClr>
            </a:gs>
            <a:gs pos="95000">
              <a:schemeClr val="bg2">
                <a:lumMod val="90000"/>
              </a:schemeClr>
            </a:gs>
          </a:gsLst>
          <a:path path="circle">
            <a:fillToRect l="100000" t="100000"/>
          </a:path>
          <a:tileRect r="-100000" b="-100000"/>
        </a:gradFill>
        <a:effectLst/>
      </p:bgPr>
    </p:bg>
    <p:spTree>
      <p:nvGrpSpPr>
        <p:cNvPr id="1" name=""/>
        <p:cNvGrpSpPr/>
        <p:nvPr/>
      </p:nvGrpSpPr>
      <p:grpSpPr>
        <a:xfrm>
          <a:off x="0" y="0"/>
          <a:ext cx="0" cy="0"/>
          <a:chOff x="0" y="0"/>
          <a:chExt cx="0" cy="0"/>
        </a:xfrm>
      </p:grpSpPr>
      <p:sp>
        <p:nvSpPr>
          <p:cNvPr id="2" name="Text Box 14">
            <a:extLst>
              <a:ext uri="{FF2B5EF4-FFF2-40B4-BE49-F238E27FC236}">
                <a16:creationId xmlns:a16="http://schemas.microsoft.com/office/drawing/2014/main" id="{0BFA849C-531C-7595-39B1-5EC87690F476}"/>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solidFill>
                  <a:schemeClr val="tx1"/>
                </a:solidFill>
              </a:rPr>
              <a:pPr algn="r">
                <a:spcBef>
                  <a:spcPct val="50000"/>
                </a:spcBef>
                <a:defRPr/>
              </a:pPr>
              <a:t>‹#›</a:t>
            </a:fld>
            <a:endParaRPr lang="en-US" sz="1100" b="0" baseline="0">
              <a:solidFill>
                <a:schemeClr val="tx1"/>
              </a:solidFill>
            </a:endParaRPr>
          </a:p>
        </p:txBody>
      </p:sp>
      <p:sp>
        <p:nvSpPr>
          <p:cNvPr id="4" name="Date Placeholder 3">
            <a:extLst>
              <a:ext uri="{FF2B5EF4-FFF2-40B4-BE49-F238E27FC236}">
                <a16:creationId xmlns:a16="http://schemas.microsoft.com/office/drawing/2014/main" id="{85935D2E-75B7-4B2F-83E6-4B2460140D3F}"/>
              </a:ext>
            </a:extLst>
          </p:cNvPr>
          <p:cNvSpPr>
            <a:spLocks noGrp="1"/>
          </p:cNvSpPr>
          <p:nvPr>
            <p:ph type="dt" sz="half" idx="10"/>
          </p:nvPr>
        </p:nvSpPr>
        <p:spPr/>
        <p:txBody>
          <a:bodyPr/>
          <a:lstStyle>
            <a:lvl1pPr>
              <a:defRPr>
                <a:solidFill>
                  <a:schemeClr val="bg2">
                    <a:lumMod val="50000"/>
                  </a:schemeClr>
                </a:solidFill>
              </a:defRPr>
            </a:lvl1pPr>
          </a:lstStyle>
          <a:p>
            <a:endParaRPr lang="en-US"/>
          </a:p>
        </p:txBody>
      </p:sp>
      <p:sp>
        <p:nvSpPr>
          <p:cNvPr id="5" name="Footer Placeholder 4">
            <a:extLst>
              <a:ext uri="{FF2B5EF4-FFF2-40B4-BE49-F238E27FC236}">
                <a16:creationId xmlns:a16="http://schemas.microsoft.com/office/drawing/2014/main" id="{C5AC37A7-6517-1C05-89FB-ACDA8ECF89DF}"/>
              </a:ext>
            </a:extLst>
          </p:cNvPr>
          <p:cNvSpPr>
            <a:spLocks noGrp="1"/>
          </p:cNvSpPr>
          <p:nvPr>
            <p:ph type="ftr" sz="quarter" idx="11"/>
          </p:nvPr>
        </p:nvSpPr>
        <p:spPr/>
        <p:txBody>
          <a:bodyPr/>
          <a:lstStyle>
            <a:lvl1pPr>
              <a:defRPr>
                <a:solidFill>
                  <a:schemeClr val="bg2">
                    <a:lumMod val="50000"/>
                  </a:schemeClr>
                </a:solidFill>
              </a:defRPr>
            </a:lvl1pPr>
          </a:lstStyle>
          <a:p>
            <a:endParaRPr lang="en-US"/>
          </a:p>
        </p:txBody>
      </p:sp>
    </p:spTree>
    <p:extLst>
      <p:ext uri="{BB962C8B-B14F-4D97-AF65-F5344CB8AC3E}">
        <p14:creationId xmlns:p14="http://schemas.microsoft.com/office/powerpoint/2010/main" val="4209450579"/>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userDrawn="1">
  <p:cSld name="Section Header">
    <p:bg>
      <p:bgPr>
        <a:solidFill>
          <a:schemeClr val="tx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37843223-5086-843F-D346-CCDD12959DF3}"/>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1805" y="0"/>
            <a:ext cx="12188389" cy="6858000"/>
          </a:xfrm>
          <a:prstGeom prst="rect">
            <a:avLst/>
          </a:prstGeom>
        </p:spPr>
      </p:pic>
      <p:sp>
        <p:nvSpPr>
          <p:cNvPr id="14" name="Title Placeholder 1"/>
          <p:cNvSpPr>
            <a:spLocks noGrp="1"/>
          </p:cNvSpPr>
          <p:nvPr>
            <p:ph type="title"/>
          </p:nvPr>
        </p:nvSpPr>
        <p:spPr bwMode="auto">
          <a:xfrm>
            <a:off x="266700" y="2286001"/>
            <a:ext cx="11658600" cy="1285874"/>
          </a:xfrm>
          <a:prstGeom prst="rect">
            <a:avLst/>
          </a:prstGeom>
          <a:noFill/>
          <a:ln w="9525">
            <a:solidFill>
              <a:schemeClr val="accent3"/>
            </a:solidFill>
            <a:miter lim="800000"/>
            <a:headEnd/>
            <a:tailEnd/>
          </a:ln>
        </p:spPr>
        <p:txBody>
          <a:bodyPr anchor="b"/>
          <a:lstStyle>
            <a:lvl1pPr>
              <a:defRPr sz="3200" b="0" baseline="0">
                <a:solidFill>
                  <a:schemeClr val="accent3"/>
                </a:solidFill>
              </a:defRPr>
            </a:lvl1pPr>
          </a:lstStyle>
          <a:p>
            <a:pPr lvl="0"/>
            <a:r>
              <a:rPr lang="en-US"/>
              <a:t>Click to edit Master title style</a:t>
            </a:r>
          </a:p>
        </p:txBody>
      </p:sp>
      <p:sp>
        <p:nvSpPr>
          <p:cNvPr id="6" name="Text Placeholder 5"/>
          <p:cNvSpPr>
            <a:spLocks noGrp="1"/>
          </p:cNvSpPr>
          <p:nvPr>
            <p:ph type="body" sz="quarter" idx="12"/>
          </p:nvPr>
        </p:nvSpPr>
        <p:spPr>
          <a:xfrm>
            <a:off x="266700" y="3687764"/>
            <a:ext cx="8496300" cy="854075"/>
          </a:xfrm>
          <a:ln>
            <a:solidFill>
              <a:schemeClr val="accent3"/>
            </a:solidFill>
          </a:ln>
        </p:spPr>
        <p:txBody>
          <a:bodyPr anchor="ctr"/>
          <a:lstStyle>
            <a:lvl1pPr marL="0" indent="0">
              <a:defRPr>
                <a:solidFill>
                  <a:schemeClr val="tx2"/>
                </a:solidFill>
              </a:defRPr>
            </a:lvl1pPr>
          </a:lstStyle>
          <a:p>
            <a:pPr lvl="0"/>
            <a:r>
              <a:rPr lang="en-US"/>
              <a:t>Click to edit Master text styles</a:t>
            </a:r>
          </a:p>
        </p:txBody>
      </p:sp>
      <p:sp>
        <p:nvSpPr>
          <p:cNvPr id="2" name="Date Placeholder 1">
            <a:extLst>
              <a:ext uri="{FF2B5EF4-FFF2-40B4-BE49-F238E27FC236}">
                <a16:creationId xmlns:a16="http://schemas.microsoft.com/office/drawing/2014/main" id="{98D00C84-D329-4DD4-96D7-92CD4C330181}"/>
              </a:ext>
            </a:extLst>
          </p:cNvPr>
          <p:cNvSpPr>
            <a:spLocks noGrp="1"/>
          </p:cNvSpPr>
          <p:nvPr>
            <p:ph type="dt" sz="half" idx="13"/>
          </p:nvPr>
        </p:nvSpPr>
        <p:spPr>
          <a:xfrm>
            <a:off x="8763000" y="3697289"/>
            <a:ext cx="3161228" cy="844550"/>
          </a:xfrm>
          <a:prstGeom prst="rect">
            <a:avLst/>
          </a:prstGeom>
          <a:ln>
            <a:solidFill>
              <a:schemeClr val="accent3"/>
            </a:solidFill>
          </a:ln>
        </p:spPr>
        <p:txBody>
          <a:bodyPr/>
          <a:lstStyle>
            <a:lvl1pPr algn="ctr">
              <a:defRPr sz="2000">
                <a:solidFill>
                  <a:schemeClr val="accent3"/>
                </a:solidFill>
              </a:defRPr>
            </a:lvl1pPr>
          </a:lstStyle>
          <a:p>
            <a:endParaRPr lang="en-US"/>
          </a:p>
        </p:txBody>
      </p:sp>
      <p:sp>
        <p:nvSpPr>
          <p:cNvPr id="3" name="Text Box 14">
            <a:extLst>
              <a:ext uri="{FF2B5EF4-FFF2-40B4-BE49-F238E27FC236}">
                <a16:creationId xmlns:a16="http://schemas.microsoft.com/office/drawing/2014/main" id="{71C01142-E0C8-B2A1-CF08-DDC0741713EA}"/>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pPr algn="r">
                <a:spcBef>
                  <a:spcPct val="50000"/>
                </a:spcBef>
                <a:defRPr/>
              </a:pPr>
              <a:t>‹#›</a:t>
            </a:fld>
            <a:endParaRPr lang="en-US" sz="1100" b="0" baseline="0"/>
          </a:p>
        </p:txBody>
      </p:sp>
      <p:pic>
        <p:nvPicPr>
          <p:cNvPr id="11" name="Picture 10" descr="A picture containing qr code&#10;&#10;Description automatically generated">
            <a:extLst>
              <a:ext uri="{FF2B5EF4-FFF2-40B4-BE49-F238E27FC236}">
                <a16:creationId xmlns:a16="http://schemas.microsoft.com/office/drawing/2014/main" id="{C7BD8055-FF8F-646E-4F9E-84B4A33A92B9}"/>
              </a:ext>
            </a:extLst>
          </p:cNvPr>
          <p:cNvPicPr>
            <a:picLocks noChangeAspect="1"/>
          </p:cNvPicPr>
          <p:nvPr userDrawn="1"/>
        </p:nvPicPr>
        <p:blipFill>
          <a:blip r:embed="rId3"/>
          <a:stretch>
            <a:fillRect/>
          </a:stretch>
        </p:blipFill>
        <p:spPr>
          <a:xfrm>
            <a:off x="190500" y="5602330"/>
            <a:ext cx="2402348" cy="1065985"/>
          </a:xfrm>
          <a:prstGeom prst="rect">
            <a:avLst/>
          </a:prstGeom>
        </p:spPr>
      </p:pic>
    </p:spTree>
    <p:extLst>
      <p:ext uri="{BB962C8B-B14F-4D97-AF65-F5344CB8AC3E}">
        <p14:creationId xmlns:p14="http://schemas.microsoft.com/office/powerpoint/2010/main" val="138832213"/>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userDrawn="1">
  <p:cSld name="Section header - no Sub-Head">
    <p:bg>
      <p:bgPr>
        <a:solidFill>
          <a:schemeClr val="tx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A9860E5-FB16-921B-9978-59B24F56F9F5}"/>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1805" y="0"/>
            <a:ext cx="12188389" cy="6858000"/>
          </a:xfrm>
          <a:prstGeom prst="rect">
            <a:avLst/>
          </a:prstGeom>
        </p:spPr>
      </p:pic>
      <p:sp>
        <p:nvSpPr>
          <p:cNvPr id="14" name="Title Placeholder 1"/>
          <p:cNvSpPr>
            <a:spLocks noGrp="1"/>
          </p:cNvSpPr>
          <p:nvPr>
            <p:ph type="title"/>
          </p:nvPr>
        </p:nvSpPr>
        <p:spPr bwMode="auto">
          <a:xfrm>
            <a:off x="266700" y="2286001"/>
            <a:ext cx="11658600" cy="1285874"/>
          </a:xfrm>
          <a:prstGeom prst="rect">
            <a:avLst/>
          </a:prstGeom>
          <a:noFill/>
          <a:ln w="9525">
            <a:solidFill>
              <a:schemeClr val="accent3"/>
            </a:solidFill>
            <a:miter lim="800000"/>
            <a:headEnd/>
            <a:tailEnd/>
          </a:ln>
        </p:spPr>
        <p:txBody>
          <a:bodyPr anchor="ctr"/>
          <a:lstStyle>
            <a:lvl1pPr>
              <a:defRPr sz="3200" baseline="0">
                <a:solidFill>
                  <a:schemeClr val="accent3"/>
                </a:solidFill>
              </a:defRPr>
            </a:lvl1pPr>
          </a:lstStyle>
          <a:p>
            <a:pPr lvl="0"/>
            <a:r>
              <a:rPr lang="en-US"/>
              <a:t>Click to edit Master title style</a:t>
            </a:r>
          </a:p>
        </p:txBody>
      </p:sp>
      <p:sp>
        <p:nvSpPr>
          <p:cNvPr id="3" name="Text Box 14">
            <a:extLst>
              <a:ext uri="{FF2B5EF4-FFF2-40B4-BE49-F238E27FC236}">
                <a16:creationId xmlns:a16="http://schemas.microsoft.com/office/drawing/2014/main" id="{B8FD0A53-E9E1-93CC-5F3F-ED183C4566E7}"/>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pPr algn="r">
                <a:spcBef>
                  <a:spcPct val="50000"/>
                </a:spcBef>
                <a:defRPr/>
              </a:pPr>
              <a:t>‹#›</a:t>
            </a:fld>
            <a:endParaRPr lang="en-US" sz="1100" b="0" baseline="0"/>
          </a:p>
        </p:txBody>
      </p:sp>
      <p:pic>
        <p:nvPicPr>
          <p:cNvPr id="6" name="Picture 5" descr="A picture containing qr code&#10;&#10;Description automatically generated">
            <a:extLst>
              <a:ext uri="{FF2B5EF4-FFF2-40B4-BE49-F238E27FC236}">
                <a16:creationId xmlns:a16="http://schemas.microsoft.com/office/drawing/2014/main" id="{1100FC8E-3C81-583C-9A23-08A75A2C4FEC}"/>
              </a:ext>
            </a:extLst>
          </p:cNvPr>
          <p:cNvPicPr>
            <a:picLocks noChangeAspect="1"/>
          </p:cNvPicPr>
          <p:nvPr userDrawn="1"/>
        </p:nvPicPr>
        <p:blipFill>
          <a:blip r:embed="rId3"/>
          <a:stretch>
            <a:fillRect/>
          </a:stretch>
        </p:blipFill>
        <p:spPr>
          <a:xfrm>
            <a:off x="190500" y="5602330"/>
            <a:ext cx="2402348" cy="1065985"/>
          </a:xfrm>
          <a:prstGeom prst="rect">
            <a:avLst/>
          </a:prstGeom>
        </p:spPr>
      </p:pic>
      <p:sp>
        <p:nvSpPr>
          <p:cNvPr id="7" name="Date Placeholder 1">
            <a:extLst>
              <a:ext uri="{FF2B5EF4-FFF2-40B4-BE49-F238E27FC236}">
                <a16:creationId xmlns:a16="http://schemas.microsoft.com/office/drawing/2014/main" id="{22B933D6-5752-A997-866D-7335507E65DB}"/>
              </a:ext>
            </a:extLst>
          </p:cNvPr>
          <p:cNvSpPr>
            <a:spLocks noGrp="1"/>
          </p:cNvSpPr>
          <p:nvPr>
            <p:ph type="dt" sz="half" idx="13"/>
          </p:nvPr>
        </p:nvSpPr>
        <p:spPr>
          <a:xfrm>
            <a:off x="9163627" y="3709924"/>
            <a:ext cx="2761673" cy="385825"/>
          </a:xfrm>
          <a:prstGeom prst="rect">
            <a:avLst/>
          </a:prstGeom>
          <a:ln>
            <a:solidFill>
              <a:schemeClr val="accent3"/>
            </a:solidFill>
          </a:ln>
        </p:spPr>
        <p:txBody>
          <a:bodyPr/>
          <a:lstStyle>
            <a:lvl1pPr algn="ctr">
              <a:defRPr sz="2000">
                <a:solidFill>
                  <a:schemeClr val="accent3"/>
                </a:solidFill>
              </a:defRPr>
            </a:lvl1pPr>
          </a:lstStyle>
          <a:p>
            <a:endParaRPr lang="en-US"/>
          </a:p>
        </p:txBody>
      </p:sp>
    </p:spTree>
    <p:extLst>
      <p:ext uri="{BB962C8B-B14F-4D97-AF65-F5344CB8AC3E}">
        <p14:creationId xmlns:p14="http://schemas.microsoft.com/office/powerpoint/2010/main" val="1571995954"/>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userDrawn="1">
  <p:cSld name="Section - Content Only">
    <p:bg>
      <p:bgPr>
        <a:solidFill>
          <a:schemeClr val="tx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FDB948E-B4CD-A49A-882A-F350D2A911BE}"/>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1805" y="0"/>
            <a:ext cx="12188389" cy="6858000"/>
          </a:xfrm>
          <a:prstGeom prst="rect">
            <a:avLst/>
          </a:prstGeom>
        </p:spPr>
      </p:pic>
      <p:sp>
        <p:nvSpPr>
          <p:cNvPr id="4" name="Content Placeholder 3"/>
          <p:cNvSpPr>
            <a:spLocks noGrp="1"/>
          </p:cNvSpPr>
          <p:nvPr>
            <p:ph sz="quarter" idx="12"/>
          </p:nvPr>
        </p:nvSpPr>
        <p:spPr>
          <a:xfrm>
            <a:off x="266700" y="2157413"/>
            <a:ext cx="11658600" cy="1798637"/>
          </a:xfrm>
          <a:ln>
            <a:solidFill>
              <a:schemeClr val="accent3"/>
            </a:solidFill>
          </a:ln>
        </p:spPr>
        <p:txBody>
          <a:bodyPr anchor="ctr"/>
          <a:lstStyle>
            <a:lvl1pPr>
              <a:defRPr>
                <a:solidFill>
                  <a:schemeClr val="accent3"/>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Date Placeholder 1">
            <a:extLst>
              <a:ext uri="{FF2B5EF4-FFF2-40B4-BE49-F238E27FC236}">
                <a16:creationId xmlns:a16="http://schemas.microsoft.com/office/drawing/2014/main" id="{930F58C1-4114-4FD3-B651-E3BC6C7CBC47}"/>
              </a:ext>
            </a:extLst>
          </p:cNvPr>
          <p:cNvSpPr>
            <a:spLocks noGrp="1"/>
          </p:cNvSpPr>
          <p:nvPr>
            <p:ph type="dt" sz="half" idx="13"/>
          </p:nvPr>
        </p:nvSpPr>
        <p:spPr>
          <a:xfrm>
            <a:off x="9163627" y="4043299"/>
            <a:ext cx="2761673" cy="385825"/>
          </a:xfrm>
          <a:prstGeom prst="rect">
            <a:avLst/>
          </a:prstGeom>
          <a:ln>
            <a:solidFill>
              <a:schemeClr val="accent3"/>
            </a:solidFill>
          </a:ln>
        </p:spPr>
        <p:txBody>
          <a:bodyPr/>
          <a:lstStyle>
            <a:lvl1pPr algn="ctr">
              <a:defRPr sz="2000">
                <a:solidFill>
                  <a:schemeClr val="accent3"/>
                </a:solidFill>
              </a:defRPr>
            </a:lvl1pPr>
          </a:lstStyle>
          <a:p>
            <a:endParaRPr lang="en-US"/>
          </a:p>
        </p:txBody>
      </p:sp>
      <p:sp>
        <p:nvSpPr>
          <p:cNvPr id="3" name="Text Box 14">
            <a:extLst>
              <a:ext uri="{FF2B5EF4-FFF2-40B4-BE49-F238E27FC236}">
                <a16:creationId xmlns:a16="http://schemas.microsoft.com/office/drawing/2014/main" id="{4B9A921A-5A1E-39D1-94FE-6E1E04C028AC}"/>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pPr algn="r">
                <a:spcBef>
                  <a:spcPct val="50000"/>
                </a:spcBef>
                <a:defRPr/>
              </a:pPr>
              <a:t>‹#›</a:t>
            </a:fld>
            <a:endParaRPr lang="en-US" sz="1100" b="0" baseline="0"/>
          </a:p>
        </p:txBody>
      </p:sp>
      <p:pic>
        <p:nvPicPr>
          <p:cNvPr id="6" name="Picture 5" descr="A picture containing qr code&#10;&#10;Description automatically generated">
            <a:extLst>
              <a:ext uri="{FF2B5EF4-FFF2-40B4-BE49-F238E27FC236}">
                <a16:creationId xmlns:a16="http://schemas.microsoft.com/office/drawing/2014/main" id="{30F6006C-DEAA-A93E-62A5-A2759A856E6B}"/>
              </a:ext>
            </a:extLst>
          </p:cNvPr>
          <p:cNvPicPr>
            <a:picLocks noChangeAspect="1"/>
          </p:cNvPicPr>
          <p:nvPr userDrawn="1"/>
        </p:nvPicPr>
        <p:blipFill>
          <a:blip r:embed="rId3"/>
          <a:stretch>
            <a:fillRect/>
          </a:stretch>
        </p:blipFill>
        <p:spPr>
          <a:xfrm>
            <a:off x="190500" y="5602330"/>
            <a:ext cx="2402348" cy="1065985"/>
          </a:xfrm>
          <a:prstGeom prst="rect">
            <a:avLst/>
          </a:prstGeom>
        </p:spPr>
      </p:pic>
    </p:spTree>
    <p:extLst>
      <p:ext uri="{BB962C8B-B14F-4D97-AF65-F5344CB8AC3E}">
        <p14:creationId xmlns:p14="http://schemas.microsoft.com/office/powerpoint/2010/main" val="9151687"/>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preserve="1" userDrawn="1">
  <p:cSld name="Title - 2 Pics">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6A2CA99E-4AAA-5371-9462-7AD3D7D937C7}"/>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11232" y="0"/>
            <a:ext cx="12188389" cy="6858000"/>
          </a:xfrm>
          <a:prstGeom prst="rect">
            <a:avLst/>
          </a:prstGeom>
        </p:spPr>
      </p:pic>
      <p:sp>
        <p:nvSpPr>
          <p:cNvPr id="14" name="Title 5"/>
          <p:cNvSpPr>
            <a:spLocks noGrp="1"/>
          </p:cNvSpPr>
          <p:nvPr>
            <p:ph type="title"/>
          </p:nvPr>
        </p:nvSpPr>
        <p:spPr>
          <a:xfrm>
            <a:off x="266700" y="265872"/>
            <a:ext cx="5829300" cy="1671543"/>
          </a:xfrm>
          <a:noFill/>
          <a:ln w="19050">
            <a:solidFill>
              <a:schemeClr val="accent3"/>
            </a:solidFill>
          </a:ln>
        </p:spPr>
        <p:txBody>
          <a:bodyPr/>
          <a:lstStyle>
            <a:lvl1pPr>
              <a:defRPr>
                <a:solidFill>
                  <a:schemeClr val="accent3"/>
                </a:solidFill>
              </a:defRPr>
            </a:lvl1pPr>
          </a:lstStyle>
          <a:p>
            <a:r>
              <a:rPr lang="en-US"/>
              <a:t>Click to edit Master title style</a:t>
            </a:r>
          </a:p>
        </p:txBody>
      </p:sp>
      <p:sp>
        <p:nvSpPr>
          <p:cNvPr id="15" name="Picture Placeholder 16"/>
          <p:cNvSpPr>
            <a:spLocks noGrp="1" noChangeAspect="1"/>
          </p:cNvSpPr>
          <p:nvPr>
            <p:ph type="pic" sz="quarter" idx="13"/>
          </p:nvPr>
        </p:nvSpPr>
        <p:spPr>
          <a:xfrm>
            <a:off x="6220046" y="265872"/>
            <a:ext cx="5705253" cy="3081131"/>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a:t>Click icon to add picture</a:t>
            </a:r>
          </a:p>
        </p:txBody>
      </p:sp>
      <p:sp>
        <p:nvSpPr>
          <p:cNvPr id="16" name="Picture Placeholder 16"/>
          <p:cNvSpPr>
            <a:spLocks noGrp="1" noChangeAspect="1"/>
          </p:cNvSpPr>
          <p:nvPr>
            <p:ph type="pic" sz="quarter" idx="14"/>
          </p:nvPr>
        </p:nvSpPr>
        <p:spPr>
          <a:xfrm>
            <a:off x="6220046" y="3528391"/>
            <a:ext cx="5705253" cy="3081131"/>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a:t>Click icon to add picture</a:t>
            </a:r>
          </a:p>
        </p:txBody>
      </p:sp>
      <p:sp>
        <p:nvSpPr>
          <p:cNvPr id="7" name="Text Placeholder 6"/>
          <p:cNvSpPr>
            <a:spLocks noGrp="1"/>
          </p:cNvSpPr>
          <p:nvPr>
            <p:ph type="body" sz="quarter" idx="15"/>
          </p:nvPr>
        </p:nvSpPr>
        <p:spPr>
          <a:xfrm>
            <a:off x="266700" y="2059389"/>
            <a:ext cx="5816600" cy="3307950"/>
          </a:xfrm>
          <a:ln>
            <a:solidFill>
              <a:schemeClr val="accent3"/>
            </a:solidFill>
          </a:ln>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5" name="Picture 4" descr="A picture containing qr code&#10;&#10;Description automatically generated">
            <a:extLst>
              <a:ext uri="{FF2B5EF4-FFF2-40B4-BE49-F238E27FC236}">
                <a16:creationId xmlns:a16="http://schemas.microsoft.com/office/drawing/2014/main" id="{CC1A89D0-0707-593E-6331-0996B0CFBFA9}"/>
              </a:ext>
            </a:extLst>
          </p:cNvPr>
          <p:cNvPicPr>
            <a:picLocks noChangeAspect="1"/>
          </p:cNvPicPr>
          <p:nvPr userDrawn="1"/>
        </p:nvPicPr>
        <p:blipFill>
          <a:blip r:embed="rId3"/>
          <a:stretch>
            <a:fillRect/>
          </a:stretch>
        </p:blipFill>
        <p:spPr>
          <a:xfrm>
            <a:off x="190500" y="5602330"/>
            <a:ext cx="2402348" cy="1065985"/>
          </a:xfrm>
          <a:prstGeom prst="rect">
            <a:avLst/>
          </a:prstGeom>
        </p:spPr>
      </p:pic>
    </p:spTree>
    <p:extLst>
      <p:ext uri="{BB962C8B-B14F-4D97-AF65-F5344CB8AC3E}">
        <p14:creationId xmlns:p14="http://schemas.microsoft.com/office/powerpoint/2010/main" val="2974459191"/>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userDrawn="1">
  <p:cSld name="Title - 3 Pics (horizontal)">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08A2208-647F-606B-8F64-F37557D56788}"/>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1805" y="0"/>
            <a:ext cx="12188389" cy="6858000"/>
          </a:xfrm>
          <a:prstGeom prst="rect">
            <a:avLst/>
          </a:prstGeom>
        </p:spPr>
      </p:pic>
      <p:sp>
        <p:nvSpPr>
          <p:cNvPr id="14" name="Title 5"/>
          <p:cNvSpPr>
            <a:spLocks noGrp="1"/>
          </p:cNvSpPr>
          <p:nvPr>
            <p:ph type="title"/>
          </p:nvPr>
        </p:nvSpPr>
        <p:spPr>
          <a:xfrm>
            <a:off x="266700" y="260931"/>
            <a:ext cx="5821279" cy="1671543"/>
          </a:xfrm>
          <a:noFill/>
          <a:ln w="12700">
            <a:solidFill>
              <a:schemeClr val="accent3"/>
            </a:solidFill>
          </a:ln>
        </p:spPr>
        <p:txBody>
          <a:bodyPr/>
          <a:lstStyle>
            <a:lvl1pPr>
              <a:defRPr>
                <a:solidFill>
                  <a:schemeClr val="accent3"/>
                </a:solidFill>
              </a:defRPr>
            </a:lvl1pPr>
          </a:lstStyle>
          <a:p>
            <a:r>
              <a:rPr lang="en-US"/>
              <a:t>Click to edit Master title style</a:t>
            </a:r>
          </a:p>
        </p:txBody>
      </p:sp>
      <p:sp>
        <p:nvSpPr>
          <p:cNvPr id="15" name="Picture Placeholder 16"/>
          <p:cNvSpPr>
            <a:spLocks noGrp="1" noChangeAspect="1"/>
          </p:cNvSpPr>
          <p:nvPr>
            <p:ph type="pic" sz="quarter" idx="13"/>
          </p:nvPr>
        </p:nvSpPr>
        <p:spPr>
          <a:xfrm>
            <a:off x="6346659" y="260931"/>
            <a:ext cx="5578641" cy="3081131"/>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a:t>Click icon to add picture</a:t>
            </a:r>
          </a:p>
        </p:txBody>
      </p:sp>
      <p:sp>
        <p:nvSpPr>
          <p:cNvPr id="9" name="Picture Placeholder 16"/>
          <p:cNvSpPr>
            <a:spLocks noGrp="1"/>
          </p:cNvSpPr>
          <p:nvPr>
            <p:ph type="pic" sz="quarter" idx="15"/>
          </p:nvPr>
        </p:nvSpPr>
        <p:spPr>
          <a:xfrm>
            <a:off x="8610600" y="3507454"/>
            <a:ext cx="3314700" cy="3093720"/>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a:t>Click icon to add picture</a:t>
            </a:r>
          </a:p>
        </p:txBody>
      </p:sp>
      <p:sp>
        <p:nvSpPr>
          <p:cNvPr id="3" name="Content Placeholder 2"/>
          <p:cNvSpPr>
            <a:spLocks noGrp="1"/>
          </p:cNvSpPr>
          <p:nvPr>
            <p:ph sz="quarter" idx="17"/>
          </p:nvPr>
        </p:nvSpPr>
        <p:spPr>
          <a:xfrm>
            <a:off x="266700" y="2058988"/>
            <a:ext cx="5808663" cy="3308350"/>
          </a:xfrm>
          <a:ln>
            <a:solidFill>
              <a:schemeClr val="accent3"/>
            </a:solidFill>
          </a:ln>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Picture Placeholder 16"/>
          <p:cNvSpPr>
            <a:spLocks noGrp="1"/>
          </p:cNvSpPr>
          <p:nvPr>
            <p:ph type="pic" sz="quarter" idx="16"/>
          </p:nvPr>
        </p:nvSpPr>
        <p:spPr>
          <a:xfrm>
            <a:off x="5140944" y="3507454"/>
            <a:ext cx="3314700" cy="3093720"/>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a:t>Click icon to add picture</a:t>
            </a:r>
          </a:p>
        </p:txBody>
      </p:sp>
      <p:pic>
        <p:nvPicPr>
          <p:cNvPr id="5" name="Picture 4" descr="A picture containing qr code&#10;&#10;Description automatically generated">
            <a:extLst>
              <a:ext uri="{FF2B5EF4-FFF2-40B4-BE49-F238E27FC236}">
                <a16:creationId xmlns:a16="http://schemas.microsoft.com/office/drawing/2014/main" id="{B1CCCAD0-1673-986A-13CB-641150EDAA17}"/>
              </a:ext>
            </a:extLst>
          </p:cNvPr>
          <p:cNvPicPr>
            <a:picLocks noChangeAspect="1"/>
          </p:cNvPicPr>
          <p:nvPr userDrawn="1"/>
        </p:nvPicPr>
        <p:blipFill>
          <a:blip r:embed="rId3"/>
          <a:stretch>
            <a:fillRect/>
          </a:stretch>
        </p:blipFill>
        <p:spPr>
          <a:xfrm>
            <a:off x="190500" y="5602330"/>
            <a:ext cx="2402348" cy="1065985"/>
          </a:xfrm>
          <a:prstGeom prst="rect">
            <a:avLst/>
          </a:prstGeom>
        </p:spPr>
      </p:pic>
    </p:spTree>
    <p:extLst>
      <p:ext uri="{BB962C8B-B14F-4D97-AF65-F5344CB8AC3E}">
        <p14:creationId xmlns:p14="http://schemas.microsoft.com/office/powerpoint/2010/main" val="2651862478"/>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userDrawn="1">
  <p:cSld name="Title - 4 Pics">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972CCC1-BFFC-C6EA-3790-7E99857DF180}"/>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1805" y="0"/>
            <a:ext cx="12188389" cy="6858000"/>
          </a:xfrm>
          <a:prstGeom prst="rect">
            <a:avLst/>
          </a:prstGeom>
        </p:spPr>
      </p:pic>
      <p:sp>
        <p:nvSpPr>
          <p:cNvPr id="3" name="Text Placeholder 2"/>
          <p:cNvSpPr>
            <a:spLocks noGrp="1"/>
          </p:cNvSpPr>
          <p:nvPr>
            <p:ph type="body" sz="quarter" idx="19"/>
          </p:nvPr>
        </p:nvSpPr>
        <p:spPr>
          <a:xfrm>
            <a:off x="381000" y="2059387"/>
            <a:ext cx="4867275" cy="3315887"/>
          </a:xfrm>
          <a:ln>
            <a:solidFill>
              <a:schemeClr val="accent3"/>
            </a:solidFill>
          </a:ln>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Picture Placeholder 16"/>
          <p:cNvSpPr>
            <a:spLocks noGrp="1"/>
          </p:cNvSpPr>
          <p:nvPr>
            <p:ph type="pic" sz="quarter" idx="15"/>
          </p:nvPr>
        </p:nvSpPr>
        <p:spPr>
          <a:xfrm>
            <a:off x="8723481" y="3423957"/>
            <a:ext cx="3201819" cy="2988364"/>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a:t>Click icon to add picture</a:t>
            </a:r>
          </a:p>
        </p:txBody>
      </p:sp>
      <p:sp>
        <p:nvSpPr>
          <p:cNvPr id="19" name="Picture Placeholder 16"/>
          <p:cNvSpPr>
            <a:spLocks noGrp="1"/>
          </p:cNvSpPr>
          <p:nvPr>
            <p:ph type="pic" sz="quarter" idx="16"/>
          </p:nvPr>
        </p:nvSpPr>
        <p:spPr>
          <a:xfrm>
            <a:off x="5371264" y="3423957"/>
            <a:ext cx="3201819" cy="2988364"/>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a:t>Click icon to add picture</a:t>
            </a:r>
          </a:p>
        </p:txBody>
      </p:sp>
      <p:sp>
        <p:nvSpPr>
          <p:cNvPr id="20" name="Picture Placeholder 16"/>
          <p:cNvSpPr>
            <a:spLocks noGrp="1"/>
          </p:cNvSpPr>
          <p:nvPr>
            <p:ph type="pic" sz="quarter" idx="17"/>
          </p:nvPr>
        </p:nvSpPr>
        <p:spPr>
          <a:xfrm>
            <a:off x="8723481" y="265872"/>
            <a:ext cx="3201819" cy="2988364"/>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a:t>Click icon to add picture</a:t>
            </a:r>
          </a:p>
        </p:txBody>
      </p:sp>
      <p:sp>
        <p:nvSpPr>
          <p:cNvPr id="14" name="Title 5"/>
          <p:cNvSpPr>
            <a:spLocks noGrp="1"/>
          </p:cNvSpPr>
          <p:nvPr>
            <p:ph type="title"/>
          </p:nvPr>
        </p:nvSpPr>
        <p:spPr>
          <a:xfrm>
            <a:off x="381000" y="265872"/>
            <a:ext cx="4866861" cy="1671543"/>
          </a:xfrm>
          <a:noFill/>
          <a:ln w="12700">
            <a:solidFill>
              <a:schemeClr val="accent3"/>
            </a:solidFill>
          </a:ln>
        </p:spPr>
        <p:txBody>
          <a:bodyPr/>
          <a:lstStyle>
            <a:lvl1pPr>
              <a:defRPr>
                <a:solidFill>
                  <a:schemeClr val="accent3"/>
                </a:solidFill>
              </a:defRPr>
            </a:lvl1pPr>
          </a:lstStyle>
          <a:p>
            <a:r>
              <a:rPr lang="en-US"/>
              <a:t>Click to edit Master title style</a:t>
            </a:r>
          </a:p>
        </p:txBody>
      </p:sp>
      <p:sp>
        <p:nvSpPr>
          <p:cNvPr id="21" name="Picture Placeholder 16"/>
          <p:cNvSpPr>
            <a:spLocks noGrp="1"/>
          </p:cNvSpPr>
          <p:nvPr>
            <p:ph type="pic" sz="quarter" idx="18"/>
          </p:nvPr>
        </p:nvSpPr>
        <p:spPr>
          <a:xfrm>
            <a:off x="5371264" y="265872"/>
            <a:ext cx="3201819" cy="2988364"/>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a:t>Click icon to add picture</a:t>
            </a:r>
          </a:p>
        </p:txBody>
      </p:sp>
      <p:pic>
        <p:nvPicPr>
          <p:cNvPr id="5" name="Picture 4" descr="A picture containing qr code&#10;&#10;Description automatically generated">
            <a:extLst>
              <a:ext uri="{FF2B5EF4-FFF2-40B4-BE49-F238E27FC236}">
                <a16:creationId xmlns:a16="http://schemas.microsoft.com/office/drawing/2014/main" id="{6E24EF9F-84E9-63AF-E2E6-C9F20CDDF17F}"/>
              </a:ext>
            </a:extLst>
          </p:cNvPr>
          <p:cNvPicPr>
            <a:picLocks noChangeAspect="1"/>
          </p:cNvPicPr>
          <p:nvPr userDrawn="1"/>
        </p:nvPicPr>
        <p:blipFill>
          <a:blip r:embed="rId3"/>
          <a:stretch>
            <a:fillRect/>
          </a:stretch>
        </p:blipFill>
        <p:spPr>
          <a:xfrm>
            <a:off x="190500" y="5602330"/>
            <a:ext cx="2402348" cy="1065985"/>
          </a:xfrm>
          <a:prstGeom prst="rect">
            <a:avLst/>
          </a:prstGeom>
        </p:spPr>
      </p:pic>
    </p:spTree>
    <p:extLst>
      <p:ext uri="{BB962C8B-B14F-4D97-AF65-F5344CB8AC3E}">
        <p14:creationId xmlns:p14="http://schemas.microsoft.com/office/powerpoint/2010/main" val="1271054475"/>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reserve="1" userDrawn="1">
  <p:cSld name="Title - 3 Pics (vertical)">
    <p:bg>
      <p:bgPr>
        <a:solidFill>
          <a:schemeClr val="tx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5556BFFC-FD6D-D4CC-D857-29E26DC42C8B}"/>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20657" y="0"/>
            <a:ext cx="12188389" cy="6858000"/>
          </a:xfrm>
          <a:prstGeom prst="rect">
            <a:avLst/>
          </a:prstGeom>
        </p:spPr>
      </p:pic>
      <p:sp>
        <p:nvSpPr>
          <p:cNvPr id="16" name="TextBox 15"/>
          <p:cNvSpPr txBox="1"/>
          <p:nvPr userDrawn="1"/>
        </p:nvSpPr>
        <p:spPr>
          <a:xfrm>
            <a:off x="266700" y="5217495"/>
            <a:ext cx="4337105" cy="357790"/>
          </a:xfrm>
          <a:prstGeom prst="rect">
            <a:avLst/>
          </a:prstGeom>
          <a:noFill/>
          <a:ln>
            <a:solidFill>
              <a:schemeClr val="accent3"/>
            </a:solidFill>
          </a:ln>
        </p:spPr>
        <p:txBody>
          <a:bodyPr wrap="square" lIns="91440" tIns="0">
            <a:spAutoFit/>
          </a:bodyPr>
          <a:lstStyle/>
          <a:p>
            <a:r>
              <a:rPr lang="en-US" altLang="en-US" sz="675" i="1">
                <a:solidFill>
                  <a:schemeClr val="tx2"/>
                </a:solidFill>
              </a:rPr>
              <a:t>“</a:t>
            </a:r>
            <a:r>
              <a:rPr lang="en-US" sz="675" i="1">
                <a:solidFill>
                  <a:schemeClr val="tx2"/>
                </a:solidFill>
              </a:rPr>
              <a:t>The views, opinions and findings contained in this report are those of the authors(s) and should not be construed as an official Department of the Army position, policy or decision, unless so designated by other official documentation.</a:t>
            </a:r>
            <a:r>
              <a:rPr lang="en-US" altLang="en-US" sz="675" i="1">
                <a:solidFill>
                  <a:schemeClr val="tx2"/>
                </a:solidFill>
              </a:rPr>
              <a:t>”</a:t>
            </a:r>
            <a:endParaRPr lang="en-US" sz="675" i="1">
              <a:solidFill>
                <a:schemeClr val="tx2"/>
              </a:solidFill>
            </a:endParaRPr>
          </a:p>
        </p:txBody>
      </p:sp>
      <p:sp>
        <p:nvSpPr>
          <p:cNvPr id="18" name="Picture Placeholder 16"/>
          <p:cNvSpPr>
            <a:spLocks noGrp="1" noChangeAspect="1"/>
          </p:cNvSpPr>
          <p:nvPr>
            <p:ph type="pic" sz="quarter" idx="13"/>
          </p:nvPr>
        </p:nvSpPr>
        <p:spPr>
          <a:xfrm>
            <a:off x="8500460" y="3880886"/>
            <a:ext cx="3424840" cy="2548885"/>
          </a:xfrm>
          <a:prstGeom prst="rect">
            <a:avLst/>
          </a:prstGeom>
          <a:solidFill>
            <a:schemeClr val="tx2"/>
          </a:solidFill>
          <a:ln>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defRPr>
            </a:lvl1pPr>
          </a:lstStyle>
          <a:p>
            <a:r>
              <a:rPr lang="en-US"/>
              <a:t>Click icon to add picture</a:t>
            </a:r>
          </a:p>
        </p:txBody>
      </p:sp>
      <p:sp>
        <p:nvSpPr>
          <p:cNvPr id="19" name="Picture Placeholder 16"/>
          <p:cNvSpPr>
            <a:spLocks noGrp="1" noChangeAspect="1"/>
          </p:cNvSpPr>
          <p:nvPr>
            <p:ph type="pic" sz="quarter" idx="14"/>
          </p:nvPr>
        </p:nvSpPr>
        <p:spPr>
          <a:xfrm>
            <a:off x="8500460" y="1227138"/>
            <a:ext cx="3424840" cy="2548885"/>
          </a:xfrm>
          <a:prstGeom prst="rect">
            <a:avLst/>
          </a:prstGeom>
          <a:solidFill>
            <a:schemeClr val="tx2"/>
          </a:solidFill>
          <a:ln>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defRPr>
            </a:lvl1pPr>
          </a:lstStyle>
          <a:p>
            <a:r>
              <a:rPr lang="en-US"/>
              <a:t>Click icon to add picture</a:t>
            </a:r>
          </a:p>
        </p:txBody>
      </p:sp>
      <p:sp>
        <p:nvSpPr>
          <p:cNvPr id="20" name="Picture Placeholder 16"/>
          <p:cNvSpPr>
            <a:spLocks noGrp="1" noChangeAspect="1"/>
          </p:cNvSpPr>
          <p:nvPr>
            <p:ph type="pic" sz="quarter" idx="15"/>
          </p:nvPr>
        </p:nvSpPr>
        <p:spPr>
          <a:xfrm>
            <a:off x="4726057" y="1227138"/>
            <a:ext cx="3689406" cy="5211649"/>
          </a:xfrm>
          <a:prstGeom prst="rect">
            <a:avLst/>
          </a:prstGeom>
          <a:solidFill>
            <a:schemeClr val="tx2"/>
          </a:solidFill>
          <a:ln>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defRPr>
            </a:lvl1pPr>
          </a:lstStyle>
          <a:p>
            <a:r>
              <a:rPr lang="en-US"/>
              <a:t>Click icon to add picture</a:t>
            </a:r>
          </a:p>
        </p:txBody>
      </p:sp>
      <p:sp>
        <p:nvSpPr>
          <p:cNvPr id="2" name="Title 1"/>
          <p:cNvSpPr>
            <a:spLocks noGrp="1"/>
          </p:cNvSpPr>
          <p:nvPr>
            <p:ph type="title"/>
          </p:nvPr>
        </p:nvSpPr>
        <p:spPr>
          <a:xfrm>
            <a:off x="266700" y="246490"/>
            <a:ext cx="11658600" cy="858437"/>
          </a:xfrm>
          <a:noFill/>
          <a:ln w="12700">
            <a:solidFill>
              <a:schemeClr val="accent3"/>
            </a:solidFill>
          </a:ln>
        </p:spPr>
        <p:txBody>
          <a:bodyPr/>
          <a:lstStyle>
            <a:lvl1pPr>
              <a:defRPr>
                <a:ln>
                  <a:noFill/>
                </a:ln>
                <a:solidFill>
                  <a:schemeClr val="accent3"/>
                </a:solidFill>
              </a:defRPr>
            </a:lvl1pPr>
          </a:lstStyle>
          <a:p>
            <a:r>
              <a:rPr lang="en-US"/>
              <a:t>Click to edit Master title style</a:t>
            </a:r>
          </a:p>
        </p:txBody>
      </p:sp>
      <p:sp>
        <p:nvSpPr>
          <p:cNvPr id="4" name="Text Placeholder 3"/>
          <p:cNvSpPr>
            <a:spLocks noGrp="1"/>
          </p:cNvSpPr>
          <p:nvPr>
            <p:ph type="body" sz="quarter" idx="16"/>
          </p:nvPr>
        </p:nvSpPr>
        <p:spPr>
          <a:xfrm>
            <a:off x="266700" y="1227138"/>
            <a:ext cx="4337105" cy="3957637"/>
          </a:xfrm>
          <a:ln>
            <a:solidFill>
              <a:schemeClr val="accent3"/>
            </a:solidFill>
          </a:ln>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6" name="Picture 5" descr="A picture containing qr code&#10;&#10;Description automatically generated">
            <a:extLst>
              <a:ext uri="{FF2B5EF4-FFF2-40B4-BE49-F238E27FC236}">
                <a16:creationId xmlns:a16="http://schemas.microsoft.com/office/drawing/2014/main" id="{C912A723-62E0-165E-E69D-37E2F11B60E2}"/>
              </a:ext>
            </a:extLst>
          </p:cNvPr>
          <p:cNvPicPr>
            <a:picLocks noChangeAspect="1"/>
          </p:cNvPicPr>
          <p:nvPr userDrawn="1"/>
        </p:nvPicPr>
        <p:blipFill>
          <a:blip r:embed="rId3"/>
          <a:stretch>
            <a:fillRect/>
          </a:stretch>
        </p:blipFill>
        <p:spPr>
          <a:xfrm>
            <a:off x="190500" y="5602330"/>
            <a:ext cx="2402348" cy="1065985"/>
          </a:xfrm>
          <a:prstGeom prst="rect">
            <a:avLst/>
          </a:prstGeom>
        </p:spPr>
      </p:pic>
    </p:spTree>
    <p:extLst>
      <p:ext uri="{BB962C8B-B14F-4D97-AF65-F5344CB8AC3E}">
        <p14:creationId xmlns:p14="http://schemas.microsoft.com/office/powerpoint/2010/main" val="479915149"/>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Pr>
        <a:solidFill>
          <a:schemeClr val="tx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C0F2E2B7-DF31-70A6-E4D2-4624E105957F}"/>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20657" y="0"/>
            <a:ext cx="12188389" cy="6858000"/>
          </a:xfrm>
          <a:prstGeom prst="rect">
            <a:avLst/>
          </a:prstGeom>
        </p:spPr>
      </p:pic>
      <p:sp>
        <p:nvSpPr>
          <p:cNvPr id="2" name="Title 1">
            <a:extLst>
              <a:ext uri="{FF2B5EF4-FFF2-40B4-BE49-F238E27FC236}">
                <a16:creationId xmlns:a16="http://schemas.microsoft.com/office/drawing/2014/main" id="{4141B23B-C834-C81E-D8E7-0BA48DA2587E}"/>
              </a:ext>
            </a:extLst>
          </p:cNvPr>
          <p:cNvSpPr>
            <a:spLocks noGrp="1"/>
          </p:cNvSpPr>
          <p:nvPr>
            <p:ph type="title"/>
          </p:nvPr>
        </p:nvSpPr>
        <p:spPr>
          <a:xfrm>
            <a:off x="839788" y="457200"/>
            <a:ext cx="3932237" cy="1600200"/>
          </a:xfrm>
          <a:ln>
            <a:solidFill>
              <a:schemeClr val="accent3"/>
            </a:solidFill>
          </a:ln>
        </p:spPr>
        <p:txBody>
          <a:bodyPr anchor="b"/>
          <a:lstStyle>
            <a:lvl1pPr>
              <a:defRPr sz="3200">
                <a:solidFill>
                  <a:schemeClr val="accent3"/>
                </a:solidFill>
              </a:defRPr>
            </a:lvl1pPr>
          </a:lstStyle>
          <a:p>
            <a:r>
              <a:rPr lang="en-US"/>
              <a:t>Click to edit Master title style</a:t>
            </a:r>
          </a:p>
        </p:txBody>
      </p:sp>
      <p:sp>
        <p:nvSpPr>
          <p:cNvPr id="3" name="Picture Placeholder 2">
            <a:extLst>
              <a:ext uri="{FF2B5EF4-FFF2-40B4-BE49-F238E27FC236}">
                <a16:creationId xmlns:a16="http://schemas.microsoft.com/office/drawing/2014/main" id="{2AAF989E-3D4E-5DEB-5949-C26E481EBBD7}"/>
              </a:ext>
            </a:extLst>
          </p:cNvPr>
          <p:cNvSpPr>
            <a:spLocks noGrp="1"/>
          </p:cNvSpPr>
          <p:nvPr>
            <p:ph type="pic" idx="1"/>
          </p:nvPr>
        </p:nvSpPr>
        <p:spPr>
          <a:xfrm>
            <a:off x="5183188" y="457200"/>
            <a:ext cx="6172200" cy="5038825"/>
          </a:xfrm>
          <a:solidFill>
            <a:schemeClr val="tx2"/>
          </a:solidFill>
        </p:spPr>
        <p:txBody>
          <a:bodyPr/>
          <a:lstStyle>
            <a:lvl1pPr marL="0" indent="0">
              <a:buNone/>
              <a:defRPr sz="3200">
                <a:solidFill>
                  <a:schemeClr val="tx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43D5C51-ECC5-2E2F-3751-18DE050DFD6B}"/>
              </a:ext>
            </a:extLst>
          </p:cNvPr>
          <p:cNvSpPr>
            <a:spLocks noGrp="1"/>
          </p:cNvSpPr>
          <p:nvPr>
            <p:ph type="body" sz="half" idx="2"/>
          </p:nvPr>
        </p:nvSpPr>
        <p:spPr>
          <a:xfrm>
            <a:off x="839788" y="2194560"/>
            <a:ext cx="3932237" cy="3301465"/>
          </a:xfrm>
          <a:ln>
            <a:solidFill>
              <a:schemeClr val="accent3"/>
            </a:solidFill>
          </a:ln>
        </p:spPr>
        <p:txBody>
          <a:bodyPr/>
          <a:lstStyle>
            <a:lvl1pPr marL="0" indent="0">
              <a:buNone/>
              <a:defRPr sz="1600">
                <a:solidFill>
                  <a:schemeClr val="tx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pic>
        <p:nvPicPr>
          <p:cNvPr id="8" name="Picture 7" descr="A picture containing qr code&#10;&#10;Description automatically generated">
            <a:extLst>
              <a:ext uri="{FF2B5EF4-FFF2-40B4-BE49-F238E27FC236}">
                <a16:creationId xmlns:a16="http://schemas.microsoft.com/office/drawing/2014/main" id="{352CF3A3-D550-E6AC-ECAB-2839AC0D0355}"/>
              </a:ext>
            </a:extLst>
          </p:cNvPr>
          <p:cNvPicPr>
            <a:picLocks noChangeAspect="1"/>
          </p:cNvPicPr>
          <p:nvPr userDrawn="1"/>
        </p:nvPicPr>
        <p:blipFill>
          <a:blip r:embed="rId3"/>
          <a:stretch>
            <a:fillRect/>
          </a:stretch>
        </p:blipFill>
        <p:spPr>
          <a:xfrm>
            <a:off x="190500" y="5602330"/>
            <a:ext cx="2402348" cy="1065985"/>
          </a:xfrm>
          <a:prstGeom prst="rect">
            <a:avLst/>
          </a:prstGeom>
        </p:spPr>
      </p:pic>
    </p:spTree>
    <p:extLst>
      <p:ext uri="{BB962C8B-B14F-4D97-AF65-F5344CB8AC3E}">
        <p14:creationId xmlns:p14="http://schemas.microsoft.com/office/powerpoint/2010/main" val="797416281"/>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6" name="Content Placeholder 5"/>
          <p:cNvSpPr>
            <a:spLocks noGrp="1"/>
          </p:cNvSpPr>
          <p:nvPr>
            <p:ph sz="quarter" idx="10"/>
          </p:nvPr>
        </p:nvSpPr>
        <p:spPr>
          <a:xfrm>
            <a:off x="266700" y="1028700"/>
            <a:ext cx="11658600" cy="56007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379E246-DB27-040E-95D2-B26EAF143D30}"/>
              </a:ext>
            </a:extLst>
          </p:cNvPr>
          <p:cNvSpPr>
            <a:spLocks noGrp="1"/>
          </p:cNvSpPr>
          <p:nvPr>
            <p:ph type="dt" sz="half" idx="11"/>
          </p:nvPr>
        </p:nvSpPr>
        <p:spPr/>
        <p:txBody>
          <a:bodyPr/>
          <a:lstStyle/>
          <a:p>
            <a:endParaRPr lang="en-US"/>
          </a:p>
        </p:txBody>
      </p:sp>
      <p:sp>
        <p:nvSpPr>
          <p:cNvPr id="7" name="Footer Placeholder 6">
            <a:extLst>
              <a:ext uri="{FF2B5EF4-FFF2-40B4-BE49-F238E27FC236}">
                <a16:creationId xmlns:a16="http://schemas.microsoft.com/office/drawing/2014/main" id="{CFD0F5C1-A6E1-A37D-C392-0E742FAC1C2F}"/>
              </a:ext>
            </a:extLst>
          </p:cNvPr>
          <p:cNvSpPr>
            <a:spLocks noGrp="1"/>
          </p:cNvSpPr>
          <p:nvPr>
            <p:ph type="ftr" sz="quarter" idx="12"/>
          </p:nvPr>
        </p:nvSpPr>
        <p:spPr/>
        <p:txBody>
          <a:bodyPr/>
          <a:lstStyle/>
          <a:p>
            <a:endParaRPr lang="en-US"/>
          </a:p>
        </p:txBody>
      </p:sp>
      <p:sp>
        <p:nvSpPr>
          <p:cNvPr id="2" name="Title 1">
            <a:extLst>
              <a:ext uri="{FF2B5EF4-FFF2-40B4-BE49-F238E27FC236}">
                <a16:creationId xmlns:a16="http://schemas.microsoft.com/office/drawing/2014/main" id="{3B3BB445-F4B7-CADC-0D0E-2F77E6D29AB5}"/>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860346054"/>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Title and Content - 2 Columns">
    <p:spTree>
      <p:nvGrpSpPr>
        <p:cNvPr id="1" name=""/>
        <p:cNvGrpSpPr/>
        <p:nvPr/>
      </p:nvGrpSpPr>
      <p:grpSpPr>
        <a:xfrm>
          <a:off x="0" y="0"/>
          <a:ext cx="0" cy="0"/>
          <a:chOff x="0" y="0"/>
          <a:chExt cx="0" cy="0"/>
        </a:xfrm>
      </p:grpSpPr>
      <p:sp>
        <p:nvSpPr>
          <p:cNvPr id="8" name="Content Placeholder 3"/>
          <p:cNvSpPr>
            <a:spLocks noGrp="1"/>
          </p:cNvSpPr>
          <p:nvPr>
            <p:ph sz="quarter" idx="10"/>
          </p:nvPr>
        </p:nvSpPr>
        <p:spPr>
          <a:xfrm>
            <a:off x="266700" y="1028700"/>
            <a:ext cx="11658600" cy="5600700"/>
          </a:xfrm>
        </p:spPr>
        <p:txBody>
          <a:bodyPr numCol="2"/>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76C7A763-F7D0-2074-5F3F-2D1DA1226607}"/>
              </a:ext>
            </a:extLst>
          </p:cNvPr>
          <p:cNvSpPr>
            <a:spLocks noGrp="1"/>
          </p:cNvSpPr>
          <p:nvPr>
            <p:ph type="dt" sz="half" idx="11"/>
          </p:nvPr>
        </p:nvSpPr>
        <p:spPr/>
        <p:txBody>
          <a:bodyPr/>
          <a:lstStyle/>
          <a:p>
            <a:endParaRPr lang="en-US"/>
          </a:p>
        </p:txBody>
      </p:sp>
      <p:sp>
        <p:nvSpPr>
          <p:cNvPr id="6" name="Footer Placeholder 5">
            <a:extLst>
              <a:ext uri="{FF2B5EF4-FFF2-40B4-BE49-F238E27FC236}">
                <a16:creationId xmlns:a16="http://schemas.microsoft.com/office/drawing/2014/main" id="{BB5C1216-5C4C-C44D-DE08-88D5BFB6266F}"/>
              </a:ext>
            </a:extLst>
          </p:cNvPr>
          <p:cNvSpPr>
            <a:spLocks noGrp="1"/>
          </p:cNvSpPr>
          <p:nvPr>
            <p:ph type="ftr" sz="quarter" idx="12"/>
          </p:nvPr>
        </p:nvSpPr>
        <p:spPr/>
        <p:txBody>
          <a:bodyPr/>
          <a:lstStyle/>
          <a:p>
            <a:endParaRPr lang="en-US"/>
          </a:p>
        </p:txBody>
      </p:sp>
      <p:sp>
        <p:nvSpPr>
          <p:cNvPr id="3" name="Title 2">
            <a:extLst>
              <a:ext uri="{FF2B5EF4-FFF2-40B4-BE49-F238E27FC236}">
                <a16:creationId xmlns:a16="http://schemas.microsoft.com/office/drawing/2014/main" id="{3F0C188E-247B-9C3F-A9A1-C83CFE759AA9}"/>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4237821533"/>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Title and Content - 3 Columns">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a:t>Click to edit Master title style</a:t>
            </a:r>
          </a:p>
        </p:txBody>
      </p:sp>
      <p:sp>
        <p:nvSpPr>
          <p:cNvPr id="9" name="Content Placeholder 3"/>
          <p:cNvSpPr>
            <a:spLocks noGrp="1"/>
          </p:cNvSpPr>
          <p:nvPr>
            <p:ph sz="quarter" idx="12"/>
          </p:nvPr>
        </p:nvSpPr>
        <p:spPr>
          <a:xfrm>
            <a:off x="266700" y="1028700"/>
            <a:ext cx="11658600" cy="5600700"/>
          </a:xfrm>
        </p:spPr>
        <p:txBody>
          <a:bodyPr numCol="3"/>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AFC9BA2-EC81-5287-D39F-725A5EC32471}"/>
              </a:ext>
            </a:extLst>
          </p:cNvPr>
          <p:cNvSpPr>
            <a:spLocks noGrp="1"/>
          </p:cNvSpPr>
          <p:nvPr>
            <p:ph type="dt" sz="half" idx="13"/>
          </p:nvPr>
        </p:nvSpPr>
        <p:spPr/>
        <p:txBody>
          <a:bodyPr/>
          <a:lstStyle/>
          <a:p>
            <a:endParaRPr lang="en-US"/>
          </a:p>
        </p:txBody>
      </p:sp>
      <p:sp>
        <p:nvSpPr>
          <p:cNvPr id="6" name="Footer Placeholder 5">
            <a:extLst>
              <a:ext uri="{FF2B5EF4-FFF2-40B4-BE49-F238E27FC236}">
                <a16:creationId xmlns:a16="http://schemas.microsoft.com/office/drawing/2014/main" id="{FE97BF52-3E27-86B6-23FC-B495D58A6360}"/>
              </a:ext>
            </a:extLst>
          </p:cNvPr>
          <p:cNvSpPr>
            <a:spLocks noGrp="1"/>
          </p:cNvSpPr>
          <p:nvPr>
            <p:ph type="ftr" sz="quarter" idx="14"/>
          </p:nvPr>
        </p:nvSpPr>
        <p:spPr/>
        <p:txBody>
          <a:bodyPr/>
          <a:lstStyle/>
          <a:p>
            <a:endParaRPr lang="en-US"/>
          </a:p>
        </p:txBody>
      </p:sp>
    </p:spTree>
    <p:extLst>
      <p:ext uri="{BB962C8B-B14F-4D97-AF65-F5344CB8AC3E}">
        <p14:creationId xmlns:p14="http://schemas.microsoft.com/office/powerpoint/2010/main" val="72023699"/>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Title and Picture with Caption">
    <p:spTree>
      <p:nvGrpSpPr>
        <p:cNvPr id="1" name=""/>
        <p:cNvGrpSpPr/>
        <p:nvPr/>
      </p:nvGrpSpPr>
      <p:grpSpPr>
        <a:xfrm>
          <a:off x="0" y="0"/>
          <a:ext cx="0" cy="0"/>
          <a:chOff x="0" y="0"/>
          <a:chExt cx="0" cy="0"/>
        </a:xfrm>
      </p:grpSpPr>
      <p:sp>
        <p:nvSpPr>
          <p:cNvPr id="21" name="Text Placeholder 2"/>
          <p:cNvSpPr>
            <a:spLocks noGrp="1"/>
          </p:cNvSpPr>
          <p:nvPr>
            <p:ph idx="1"/>
          </p:nvPr>
        </p:nvSpPr>
        <p:spPr bwMode="auto">
          <a:xfrm>
            <a:off x="266700" y="6191103"/>
            <a:ext cx="11658600" cy="438297"/>
          </a:xfrm>
          <a:prstGeom prst="rect">
            <a:avLst/>
          </a:prstGeom>
          <a:noFill/>
          <a:ln w="9525">
            <a:noFill/>
            <a:miter lim="800000"/>
            <a:headEnd/>
            <a:tailEnd/>
          </a:ln>
        </p:spPr>
        <p:txBody>
          <a:bodyPr lIns="91440" tIns="0" numCol="1"/>
          <a:lstStyle>
            <a:lvl1pPr marL="0" indent="0">
              <a:buNone/>
              <a:defRPr sz="900">
                <a:solidFill>
                  <a:schemeClr val="tx1">
                    <a:lumMod val="75000"/>
                    <a:lumOff val="25000"/>
                  </a:schemeClr>
                </a:solidFill>
              </a:defRPr>
            </a:lvl1pPr>
            <a:lvl2pPr>
              <a:defRPr sz="1350">
                <a:solidFill>
                  <a:srgbClr val="83847A"/>
                </a:solidFill>
              </a:defRPr>
            </a:lvl2pPr>
            <a:lvl3pPr>
              <a:defRPr sz="1125">
                <a:solidFill>
                  <a:srgbClr val="83847A"/>
                </a:solidFill>
              </a:defRPr>
            </a:lvl3pPr>
            <a:lvl4pPr>
              <a:defRPr sz="1125">
                <a:solidFill>
                  <a:srgbClr val="83847A"/>
                </a:solidFill>
              </a:defRPr>
            </a:lvl4pPr>
            <a:lvl5pPr>
              <a:defRPr sz="1125">
                <a:solidFill>
                  <a:srgbClr val="83847A"/>
                </a:solidFill>
              </a:defRPr>
            </a:lvl5pPr>
          </a:lstStyle>
          <a:p>
            <a:pPr lvl="0"/>
            <a:r>
              <a:rPr lang="en-US" noProof="0"/>
              <a:t>Click to edit Master text styles</a:t>
            </a:r>
          </a:p>
        </p:txBody>
      </p:sp>
      <p:sp>
        <p:nvSpPr>
          <p:cNvPr id="4" name="Title 3"/>
          <p:cNvSpPr>
            <a:spLocks noGrp="1"/>
          </p:cNvSpPr>
          <p:nvPr>
            <p:ph type="title"/>
          </p:nvPr>
        </p:nvSpPr>
        <p:spPr/>
        <p:txBody>
          <a:bodyPr/>
          <a:lstStyle/>
          <a:p>
            <a:r>
              <a:rPr lang="en-US"/>
              <a:t>Click to edit Master title style</a:t>
            </a:r>
          </a:p>
        </p:txBody>
      </p:sp>
      <p:sp>
        <p:nvSpPr>
          <p:cNvPr id="10" name="Content Placeholder 3"/>
          <p:cNvSpPr>
            <a:spLocks noGrp="1"/>
          </p:cNvSpPr>
          <p:nvPr>
            <p:ph sz="quarter" idx="12"/>
          </p:nvPr>
        </p:nvSpPr>
        <p:spPr>
          <a:xfrm>
            <a:off x="266700" y="1028700"/>
            <a:ext cx="11658600" cy="508634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Date Placeholder 1">
            <a:extLst>
              <a:ext uri="{FF2B5EF4-FFF2-40B4-BE49-F238E27FC236}">
                <a16:creationId xmlns:a16="http://schemas.microsoft.com/office/drawing/2014/main" id="{67CF58A5-50A2-4609-9528-306C52949FE4}"/>
              </a:ext>
            </a:extLst>
          </p:cNvPr>
          <p:cNvSpPr>
            <a:spLocks noGrp="1"/>
          </p:cNvSpPr>
          <p:nvPr>
            <p:ph type="dt" sz="half" idx="13"/>
          </p:nvPr>
        </p:nvSpPr>
        <p:spPr>
          <a:xfrm>
            <a:off x="8842515" y="6653150"/>
            <a:ext cx="2761673" cy="137160"/>
          </a:xfrm>
          <a:prstGeom prst="rect">
            <a:avLst/>
          </a:prstGeom>
        </p:spPr>
        <p:txBody>
          <a:bodyPr/>
          <a:lstStyle/>
          <a:p>
            <a:endParaRPr lang="en-US"/>
          </a:p>
        </p:txBody>
      </p:sp>
      <p:sp>
        <p:nvSpPr>
          <p:cNvPr id="3" name="Footer Placeholder 2">
            <a:extLst>
              <a:ext uri="{FF2B5EF4-FFF2-40B4-BE49-F238E27FC236}">
                <a16:creationId xmlns:a16="http://schemas.microsoft.com/office/drawing/2014/main" id="{13141E4A-7726-4CDD-AEE9-576AC0A57297}"/>
              </a:ext>
            </a:extLst>
          </p:cNvPr>
          <p:cNvSpPr>
            <a:spLocks noGrp="1"/>
          </p:cNvSpPr>
          <p:nvPr>
            <p:ph type="ftr" sz="quarter" idx="14"/>
          </p:nvPr>
        </p:nvSpPr>
        <p:spPr>
          <a:xfrm>
            <a:off x="266700" y="6653150"/>
            <a:ext cx="2901373" cy="137160"/>
          </a:xfrm>
          <a:prstGeom prst="rect">
            <a:avLst/>
          </a:prstGeom>
        </p:spPr>
        <p:txBody>
          <a:bodyPr/>
          <a:lstStyle/>
          <a:p>
            <a:endParaRPr lang="en-US"/>
          </a:p>
        </p:txBody>
      </p:sp>
    </p:spTree>
    <p:extLst>
      <p:ext uri="{BB962C8B-B14F-4D97-AF65-F5344CB8AC3E}">
        <p14:creationId xmlns:p14="http://schemas.microsoft.com/office/powerpoint/2010/main" val="1683895260"/>
      </p:ext>
    </p:extLst>
  </p:cSld>
  <p:clrMapOvr>
    <a:masterClrMapping/>
  </p:clrMapOvr>
  <p:extLst>
    <p:ext uri="{DCECCB84-F9BA-43D5-87BE-67443E8EF086}">
      <p15:sldGuideLst xmlns:p15="http://schemas.microsoft.com/office/powerpoint/2012/main"/>
    </p:ext>
  </p:extLst>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Title - 2 Sections">
    <p:spTree>
      <p:nvGrpSpPr>
        <p:cNvPr id="1" name=""/>
        <p:cNvGrpSpPr/>
        <p:nvPr/>
      </p:nvGrpSpPr>
      <p:grpSpPr>
        <a:xfrm>
          <a:off x="0" y="0"/>
          <a:ext cx="0" cy="0"/>
          <a:chOff x="0" y="0"/>
          <a:chExt cx="0" cy="0"/>
        </a:xfrm>
      </p:grpSpPr>
      <p:sp>
        <p:nvSpPr>
          <p:cNvPr id="3" name="Content Placeholder 2"/>
          <p:cNvSpPr>
            <a:spLocks noGrp="1"/>
          </p:cNvSpPr>
          <p:nvPr>
            <p:ph sz="quarter" idx="15"/>
          </p:nvPr>
        </p:nvSpPr>
        <p:spPr>
          <a:xfrm>
            <a:off x="266700" y="1028700"/>
            <a:ext cx="5721406" cy="56007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p:cNvSpPr>
            <a:spLocks noGrp="1"/>
          </p:cNvSpPr>
          <p:nvPr>
            <p:ph type="title"/>
          </p:nvPr>
        </p:nvSpPr>
        <p:spPr/>
        <p:txBody>
          <a:bodyPr/>
          <a:lstStyle/>
          <a:p>
            <a:r>
              <a:rPr lang="en-US"/>
              <a:t>Click to edit Master title style</a:t>
            </a:r>
          </a:p>
        </p:txBody>
      </p:sp>
      <p:sp>
        <p:nvSpPr>
          <p:cNvPr id="11" name="Content Placeholder 2"/>
          <p:cNvSpPr>
            <a:spLocks noGrp="1"/>
          </p:cNvSpPr>
          <p:nvPr>
            <p:ph sz="quarter" idx="19"/>
          </p:nvPr>
        </p:nvSpPr>
        <p:spPr>
          <a:xfrm>
            <a:off x="6203894" y="1028700"/>
            <a:ext cx="5721406" cy="56007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Date Placeholder 5">
            <a:extLst>
              <a:ext uri="{FF2B5EF4-FFF2-40B4-BE49-F238E27FC236}">
                <a16:creationId xmlns:a16="http://schemas.microsoft.com/office/drawing/2014/main" id="{BEC9A928-C3DF-2C22-44D2-6CEAF37A2452}"/>
              </a:ext>
            </a:extLst>
          </p:cNvPr>
          <p:cNvSpPr>
            <a:spLocks noGrp="1"/>
          </p:cNvSpPr>
          <p:nvPr>
            <p:ph type="dt" sz="half" idx="20"/>
          </p:nvPr>
        </p:nvSpPr>
        <p:spPr/>
        <p:txBody>
          <a:bodyPr/>
          <a:lstStyle/>
          <a:p>
            <a:endParaRPr lang="en-US"/>
          </a:p>
        </p:txBody>
      </p:sp>
      <p:sp>
        <p:nvSpPr>
          <p:cNvPr id="7" name="Footer Placeholder 6">
            <a:extLst>
              <a:ext uri="{FF2B5EF4-FFF2-40B4-BE49-F238E27FC236}">
                <a16:creationId xmlns:a16="http://schemas.microsoft.com/office/drawing/2014/main" id="{F7247472-A8F5-BC75-9086-8D91A7F6A294}"/>
              </a:ext>
            </a:extLst>
          </p:cNvPr>
          <p:cNvSpPr>
            <a:spLocks noGrp="1"/>
          </p:cNvSpPr>
          <p:nvPr>
            <p:ph type="ftr" sz="quarter" idx="21"/>
          </p:nvPr>
        </p:nvSpPr>
        <p:spPr/>
        <p:txBody>
          <a:bodyPr/>
          <a:lstStyle/>
          <a:p>
            <a:endParaRPr lang="en-US"/>
          </a:p>
        </p:txBody>
      </p:sp>
    </p:spTree>
    <p:extLst>
      <p:ext uri="{BB962C8B-B14F-4D97-AF65-F5344CB8AC3E}">
        <p14:creationId xmlns:p14="http://schemas.microsoft.com/office/powerpoint/2010/main" val="3432088918"/>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Title - Sub-Head 2 Sections">
    <p:spTree>
      <p:nvGrpSpPr>
        <p:cNvPr id="1" name=""/>
        <p:cNvGrpSpPr/>
        <p:nvPr/>
      </p:nvGrpSpPr>
      <p:grpSpPr>
        <a:xfrm>
          <a:off x="0" y="0"/>
          <a:ext cx="0" cy="0"/>
          <a:chOff x="0" y="0"/>
          <a:chExt cx="0" cy="0"/>
        </a:xfrm>
      </p:grpSpPr>
      <p:sp>
        <p:nvSpPr>
          <p:cNvPr id="9" name="Text Placeholder 3"/>
          <p:cNvSpPr>
            <a:spLocks noGrp="1"/>
          </p:cNvSpPr>
          <p:nvPr>
            <p:ph type="body" sz="quarter" idx="13"/>
          </p:nvPr>
        </p:nvSpPr>
        <p:spPr>
          <a:xfrm>
            <a:off x="266700" y="1028700"/>
            <a:ext cx="5719572" cy="666241"/>
          </a:xfrm>
        </p:spPr>
        <p:txBody>
          <a:bodyPr bIns="0" anchor="b"/>
          <a:lstStyle>
            <a:lvl1pPr>
              <a:defRPr sz="1500">
                <a:solidFill>
                  <a:schemeClr val="tx1">
                    <a:lumMod val="75000"/>
                    <a:lumOff val="25000"/>
                  </a:schemeClr>
                </a:solidFill>
              </a:defRPr>
            </a:lvl1pPr>
          </a:lstStyle>
          <a:p>
            <a:pPr lvl="0"/>
            <a:r>
              <a:rPr lang="en-US"/>
              <a:t>Click to edit Master text styles</a:t>
            </a:r>
          </a:p>
        </p:txBody>
      </p:sp>
      <p:sp>
        <p:nvSpPr>
          <p:cNvPr id="13" name="Content Placeholder 2"/>
          <p:cNvSpPr>
            <a:spLocks noGrp="1"/>
          </p:cNvSpPr>
          <p:nvPr>
            <p:ph sz="quarter" idx="16"/>
          </p:nvPr>
        </p:nvSpPr>
        <p:spPr>
          <a:xfrm>
            <a:off x="266700" y="1743075"/>
            <a:ext cx="5721406" cy="4886325"/>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Content Placeholder 2"/>
          <p:cNvSpPr>
            <a:spLocks noGrp="1"/>
          </p:cNvSpPr>
          <p:nvPr>
            <p:ph sz="quarter" idx="19"/>
          </p:nvPr>
        </p:nvSpPr>
        <p:spPr>
          <a:xfrm>
            <a:off x="6203894" y="1743075"/>
            <a:ext cx="5721406" cy="4886325"/>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Text Placeholder 3"/>
          <p:cNvSpPr>
            <a:spLocks noGrp="1"/>
          </p:cNvSpPr>
          <p:nvPr>
            <p:ph type="body" sz="quarter" idx="20"/>
          </p:nvPr>
        </p:nvSpPr>
        <p:spPr>
          <a:xfrm>
            <a:off x="6205728" y="1028700"/>
            <a:ext cx="5719572" cy="666241"/>
          </a:xfrm>
        </p:spPr>
        <p:txBody>
          <a:bodyPr bIns="0" anchor="b"/>
          <a:lstStyle>
            <a:lvl1pPr>
              <a:defRPr sz="1500">
                <a:solidFill>
                  <a:schemeClr val="tx1">
                    <a:lumMod val="75000"/>
                    <a:lumOff val="25000"/>
                  </a:schemeClr>
                </a:solidFill>
              </a:defRPr>
            </a:lvl1pPr>
          </a:lstStyle>
          <a:p>
            <a:pPr lvl="0"/>
            <a:r>
              <a:rPr lang="en-US"/>
              <a:t>Click to edit Master text styles</a:t>
            </a:r>
          </a:p>
        </p:txBody>
      </p:sp>
      <p:sp>
        <p:nvSpPr>
          <p:cNvPr id="5" name="Date Placeholder 4">
            <a:extLst>
              <a:ext uri="{FF2B5EF4-FFF2-40B4-BE49-F238E27FC236}">
                <a16:creationId xmlns:a16="http://schemas.microsoft.com/office/drawing/2014/main" id="{4FDAD6DC-C062-D2A7-C4D4-57F4C0FFAD4D}"/>
              </a:ext>
            </a:extLst>
          </p:cNvPr>
          <p:cNvSpPr>
            <a:spLocks noGrp="1"/>
          </p:cNvSpPr>
          <p:nvPr>
            <p:ph type="dt" sz="half" idx="21"/>
          </p:nvPr>
        </p:nvSpPr>
        <p:spPr/>
        <p:txBody>
          <a:bodyPr/>
          <a:lstStyle/>
          <a:p>
            <a:endParaRPr lang="en-US"/>
          </a:p>
        </p:txBody>
      </p:sp>
      <p:sp>
        <p:nvSpPr>
          <p:cNvPr id="6" name="Footer Placeholder 5">
            <a:extLst>
              <a:ext uri="{FF2B5EF4-FFF2-40B4-BE49-F238E27FC236}">
                <a16:creationId xmlns:a16="http://schemas.microsoft.com/office/drawing/2014/main" id="{7AA18071-1438-F3E3-FC9F-3F401EE7FED1}"/>
              </a:ext>
            </a:extLst>
          </p:cNvPr>
          <p:cNvSpPr>
            <a:spLocks noGrp="1"/>
          </p:cNvSpPr>
          <p:nvPr>
            <p:ph type="ftr" sz="quarter" idx="22"/>
          </p:nvPr>
        </p:nvSpPr>
        <p:spPr/>
        <p:txBody>
          <a:bodyPr/>
          <a:lstStyle/>
          <a:p>
            <a:endParaRPr lang="en-US"/>
          </a:p>
        </p:txBody>
      </p:sp>
      <p:sp>
        <p:nvSpPr>
          <p:cNvPr id="3" name="Title 2">
            <a:extLst>
              <a:ext uri="{FF2B5EF4-FFF2-40B4-BE49-F238E27FC236}">
                <a16:creationId xmlns:a16="http://schemas.microsoft.com/office/drawing/2014/main" id="{0D83DA01-DEF9-54DE-5B29-4ACD3FE63AA5}"/>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692486089"/>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Title - 2 Odd Sections">
    <p:spTree>
      <p:nvGrpSpPr>
        <p:cNvPr id="1" name=""/>
        <p:cNvGrpSpPr/>
        <p:nvPr/>
      </p:nvGrpSpPr>
      <p:grpSpPr>
        <a:xfrm>
          <a:off x="0" y="0"/>
          <a:ext cx="0" cy="0"/>
          <a:chOff x="0" y="0"/>
          <a:chExt cx="0" cy="0"/>
        </a:xfrm>
      </p:grpSpPr>
      <p:sp>
        <p:nvSpPr>
          <p:cNvPr id="3" name="Content Placeholder 2"/>
          <p:cNvSpPr>
            <a:spLocks noGrp="1"/>
          </p:cNvSpPr>
          <p:nvPr>
            <p:ph sz="quarter" idx="15"/>
          </p:nvPr>
        </p:nvSpPr>
        <p:spPr>
          <a:xfrm>
            <a:off x="266700" y="1028700"/>
            <a:ext cx="3779318" cy="56007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2"/>
          <p:cNvSpPr>
            <a:spLocks noGrp="1"/>
          </p:cNvSpPr>
          <p:nvPr>
            <p:ph sz="quarter" idx="16"/>
          </p:nvPr>
        </p:nvSpPr>
        <p:spPr>
          <a:xfrm>
            <a:off x="4256410" y="1028700"/>
            <a:ext cx="7668889" cy="56007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Date Placeholder 5">
            <a:extLst>
              <a:ext uri="{FF2B5EF4-FFF2-40B4-BE49-F238E27FC236}">
                <a16:creationId xmlns:a16="http://schemas.microsoft.com/office/drawing/2014/main" id="{10D79471-1A0E-36EB-1B94-DDE0CE561EA3}"/>
              </a:ext>
            </a:extLst>
          </p:cNvPr>
          <p:cNvSpPr>
            <a:spLocks noGrp="1"/>
          </p:cNvSpPr>
          <p:nvPr>
            <p:ph type="dt" sz="half" idx="17"/>
          </p:nvPr>
        </p:nvSpPr>
        <p:spPr/>
        <p:txBody>
          <a:bodyPr/>
          <a:lstStyle/>
          <a:p>
            <a:endParaRPr lang="en-US"/>
          </a:p>
        </p:txBody>
      </p:sp>
      <p:sp>
        <p:nvSpPr>
          <p:cNvPr id="7" name="Footer Placeholder 6">
            <a:extLst>
              <a:ext uri="{FF2B5EF4-FFF2-40B4-BE49-F238E27FC236}">
                <a16:creationId xmlns:a16="http://schemas.microsoft.com/office/drawing/2014/main" id="{5876C5F4-629A-E5A4-73FB-E8465BDB57BF}"/>
              </a:ext>
            </a:extLst>
          </p:cNvPr>
          <p:cNvSpPr>
            <a:spLocks noGrp="1"/>
          </p:cNvSpPr>
          <p:nvPr>
            <p:ph type="ftr" sz="quarter" idx="18"/>
          </p:nvPr>
        </p:nvSpPr>
        <p:spPr/>
        <p:txBody>
          <a:bodyPr/>
          <a:lstStyle/>
          <a:p>
            <a:endParaRPr lang="en-US"/>
          </a:p>
        </p:txBody>
      </p:sp>
      <p:sp>
        <p:nvSpPr>
          <p:cNvPr id="4" name="Title 3">
            <a:extLst>
              <a:ext uri="{FF2B5EF4-FFF2-40B4-BE49-F238E27FC236}">
                <a16:creationId xmlns:a16="http://schemas.microsoft.com/office/drawing/2014/main" id="{7C0718C4-6A68-5C9A-D51B-6E4A148DA309}"/>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977683536"/>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1_Title - 2 Odd Sections">
    <p:spTree>
      <p:nvGrpSpPr>
        <p:cNvPr id="1" name=""/>
        <p:cNvGrpSpPr/>
        <p:nvPr/>
      </p:nvGrpSpPr>
      <p:grpSpPr>
        <a:xfrm>
          <a:off x="0" y="0"/>
          <a:ext cx="0" cy="0"/>
          <a:chOff x="0" y="0"/>
          <a:chExt cx="0" cy="0"/>
        </a:xfrm>
      </p:grpSpPr>
      <p:sp>
        <p:nvSpPr>
          <p:cNvPr id="11" name="Content Placeholder 2"/>
          <p:cNvSpPr>
            <a:spLocks noGrp="1"/>
          </p:cNvSpPr>
          <p:nvPr>
            <p:ph sz="quarter" idx="15"/>
          </p:nvPr>
        </p:nvSpPr>
        <p:spPr>
          <a:xfrm>
            <a:off x="8145982" y="1028700"/>
            <a:ext cx="3779318" cy="56007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2"/>
          <p:cNvSpPr>
            <a:spLocks noGrp="1"/>
          </p:cNvSpPr>
          <p:nvPr>
            <p:ph sz="quarter" idx="16"/>
          </p:nvPr>
        </p:nvSpPr>
        <p:spPr>
          <a:xfrm>
            <a:off x="266700" y="1028700"/>
            <a:ext cx="7668888" cy="56007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B58768C3-8315-3411-54A8-2C8239251263}"/>
              </a:ext>
            </a:extLst>
          </p:cNvPr>
          <p:cNvSpPr>
            <a:spLocks noGrp="1"/>
          </p:cNvSpPr>
          <p:nvPr>
            <p:ph type="dt" sz="half" idx="17"/>
          </p:nvPr>
        </p:nvSpPr>
        <p:spPr/>
        <p:txBody>
          <a:bodyPr/>
          <a:lstStyle/>
          <a:p>
            <a:endParaRPr lang="en-US"/>
          </a:p>
        </p:txBody>
      </p:sp>
      <p:sp>
        <p:nvSpPr>
          <p:cNvPr id="6" name="Footer Placeholder 5">
            <a:extLst>
              <a:ext uri="{FF2B5EF4-FFF2-40B4-BE49-F238E27FC236}">
                <a16:creationId xmlns:a16="http://schemas.microsoft.com/office/drawing/2014/main" id="{28938FEB-D648-AE71-0FA1-805FFC832488}"/>
              </a:ext>
            </a:extLst>
          </p:cNvPr>
          <p:cNvSpPr>
            <a:spLocks noGrp="1"/>
          </p:cNvSpPr>
          <p:nvPr>
            <p:ph type="ftr" sz="quarter" idx="18"/>
          </p:nvPr>
        </p:nvSpPr>
        <p:spPr/>
        <p:txBody>
          <a:bodyPr/>
          <a:lstStyle/>
          <a:p>
            <a:endParaRPr lang="en-US"/>
          </a:p>
        </p:txBody>
      </p:sp>
      <p:sp>
        <p:nvSpPr>
          <p:cNvPr id="3" name="Title 2">
            <a:extLst>
              <a:ext uri="{FF2B5EF4-FFF2-40B4-BE49-F238E27FC236}">
                <a16:creationId xmlns:a16="http://schemas.microsoft.com/office/drawing/2014/main" id="{D7BCB16E-0E8E-5157-7B5A-C68F6A9B78AC}"/>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001035981"/>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Title - Quad-Chart">
    <p:spTree>
      <p:nvGrpSpPr>
        <p:cNvPr id="1" name=""/>
        <p:cNvGrpSpPr/>
        <p:nvPr/>
      </p:nvGrpSpPr>
      <p:grpSpPr>
        <a:xfrm>
          <a:off x="0" y="0"/>
          <a:ext cx="0" cy="0"/>
          <a:chOff x="0" y="0"/>
          <a:chExt cx="0" cy="0"/>
        </a:xfrm>
      </p:grpSpPr>
      <p:sp>
        <p:nvSpPr>
          <p:cNvPr id="3" name="Content Placeholder 2"/>
          <p:cNvSpPr>
            <a:spLocks noGrp="1"/>
          </p:cNvSpPr>
          <p:nvPr>
            <p:ph sz="quarter" idx="15"/>
          </p:nvPr>
        </p:nvSpPr>
        <p:spPr>
          <a:xfrm>
            <a:off x="266700" y="1028700"/>
            <a:ext cx="5753100" cy="26670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4" name="Straight Connector 3"/>
          <p:cNvCxnSpPr/>
          <p:nvPr userDrawn="1"/>
        </p:nvCxnSpPr>
        <p:spPr>
          <a:xfrm>
            <a:off x="381000" y="3775869"/>
            <a:ext cx="11430000" cy="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userDrawn="1"/>
        </p:nvCxnSpPr>
        <p:spPr>
          <a:xfrm>
            <a:off x="6096000" y="1028700"/>
            <a:ext cx="0" cy="560070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p>
        </p:txBody>
      </p:sp>
      <p:sp>
        <p:nvSpPr>
          <p:cNvPr id="16" name="Content Placeholder 2"/>
          <p:cNvSpPr>
            <a:spLocks noGrp="1"/>
          </p:cNvSpPr>
          <p:nvPr>
            <p:ph sz="quarter" idx="22"/>
          </p:nvPr>
        </p:nvSpPr>
        <p:spPr>
          <a:xfrm>
            <a:off x="266700" y="3855720"/>
            <a:ext cx="5753100" cy="277368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Content Placeholder 2"/>
          <p:cNvSpPr>
            <a:spLocks noGrp="1"/>
          </p:cNvSpPr>
          <p:nvPr>
            <p:ph sz="quarter" idx="23"/>
          </p:nvPr>
        </p:nvSpPr>
        <p:spPr>
          <a:xfrm>
            <a:off x="6172200" y="1028700"/>
            <a:ext cx="5753100" cy="26670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Content Placeholder 2"/>
          <p:cNvSpPr>
            <a:spLocks noGrp="1"/>
          </p:cNvSpPr>
          <p:nvPr>
            <p:ph sz="quarter" idx="24"/>
          </p:nvPr>
        </p:nvSpPr>
        <p:spPr>
          <a:xfrm>
            <a:off x="6172200" y="3855720"/>
            <a:ext cx="5753100" cy="277368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5AAE838-AA12-FA5F-5DA0-1ABB713993D9}"/>
              </a:ext>
            </a:extLst>
          </p:cNvPr>
          <p:cNvSpPr>
            <a:spLocks noGrp="1"/>
          </p:cNvSpPr>
          <p:nvPr>
            <p:ph type="dt" sz="half" idx="25"/>
          </p:nvPr>
        </p:nvSpPr>
        <p:spPr/>
        <p:txBody>
          <a:bodyPr/>
          <a:lstStyle/>
          <a:p>
            <a:endParaRPr lang="en-US"/>
          </a:p>
        </p:txBody>
      </p:sp>
      <p:sp>
        <p:nvSpPr>
          <p:cNvPr id="8" name="Footer Placeholder 7">
            <a:extLst>
              <a:ext uri="{FF2B5EF4-FFF2-40B4-BE49-F238E27FC236}">
                <a16:creationId xmlns:a16="http://schemas.microsoft.com/office/drawing/2014/main" id="{AE34FB74-F548-AD28-A10C-D5391FE1CF47}"/>
              </a:ext>
            </a:extLst>
          </p:cNvPr>
          <p:cNvSpPr>
            <a:spLocks noGrp="1"/>
          </p:cNvSpPr>
          <p:nvPr>
            <p:ph type="ftr" sz="quarter" idx="26"/>
          </p:nvPr>
        </p:nvSpPr>
        <p:spPr/>
        <p:txBody>
          <a:bodyPr/>
          <a:lstStyle/>
          <a:p>
            <a:endParaRPr lang="en-US"/>
          </a:p>
        </p:txBody>
      </p:sp>
    </p:spTree>
    <p:extLst>
      <p:ext uri="{BB962C8B-B14F-4D97-AF65-F5344CB8AC3E}">
        <p14:creationId xmlns:p14="http://schemas.microsoft.com/office/powerpoint/2010/main" val="886297771"/>
      </p:ext>
    </p:extLst>
  </p:cSld>
  <p:clrMapOvr>
    <a:masterClrMapping/>
  </p:clrMapOvr>
  <p:extLst>
    <p:ext uri="{DCECCB84-F9BA-43D5-87BE-67443E8EF086}">
      <p15:sldGuideLst xmlns:p15="http://schemas.microsoft.com/office/powerpoint/2012/main">
        <p15:guide id="1" orient="horz" pos="2328">
          <p15:clr>
            <a:srgbClr val="FBAE40"/>
          </p15:clr>
        </p15:guide>
        <p15:guide id="2" orient="horz" pos="2424">
          <p15:clr>
            <a:srgbClr val="FBAE40"/>
          </p15:clr>
        </p15:guide>
        <p15:guide id="3" pos="3888">
          <p15:clr>
            <a:srgbClr val="FBAE40"/>
          </p15:clr>
        </p15:guide>
        <p15:guide id="4" pos="3792">
          <p15:clr>
            <a:srgbClr val="FBAE40"/>
          </p15:clr>
        </p15:guide>
      </p15:sldGuideLst>
    </p:ext>
  </p:extLst>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Title - Custom-Quad">
    <p:spTree>
      <p:nvGrpSpPr>
        <p:cNvPr id="1" name=""/>
        <p:cNvGrpSpPr/>
        <p:nvPr/>
      </p:nvGrpSpPr>
      <p:grpSpPr>
        <a:xfrm>
          <a:off x="0" y="0"/>
          <a:ext cx="0" cy="0"/>
          <a:chOff x="0" y="0"/>
          <a:chExt cx="0" cy="0"/>
        </a:xfrm>
      </p:grpSpPr>
      <p:cxnSp>
        <p:nvCxnSpPr>
          <p:cNvPr id="4" name="Straight Connector 3"/>
          <p:cNvCxnSpPr/>
          <p:nvPr userDrawn="1"/>
        </p:nvCxnSpPr>
        <p:spPr>
          <a:xfrm>
            <a:off x="381000" y="3430819"/>
            <a:ext cx="11430000" cy="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userDrawn="1"/>
        </p:nvCxnSpPr>
        <p:spPr>
          <a:xfrm>
            <a:off x="6096000" y="1028700"/>
            <a:ext cx="0" cy="560070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sp>
        <p:nvSpPr>
          <p:cNvPr id="18" name="Content Placeholder 4"/>
          <p:cNvSpPr>
            <a:spLocks noGrp="1"/>
          </p:cNvSpPr>
          <p:nvPr>
            <p:ph sz="quarter" idx="24"/>
          </p:nvPr>
        </p:nvSpPr>
        <p:spPr>
          <a:xfrm>
            <a:off x="6172200" y="3543300"/>
            <a:ext cx="5753100" cy="30861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ontent Placeholder 3"/>
          <p:cNvSpPr>
            <a:spLocks noGrp="1"/>
          </p:cNvSpPr>
          <p:nvPr>
            <p:ph sz="quarter" idx="22"/>
          </p:nvPr>
        </p:nvSpPr>
        <p:spPr>
          <a:xfrm>
            <a:off x="266700" y="3543300"/>
            <a:ext cx="5753100" cy="30861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Content Placeholder 2"/>
          <p:cNvSpPr>
            <a:spLocks noGrp="1"/>
          </p:cNvSpPr>
          <p:nvPr>
            <p:ph sz="quarter" idx="23"/>
          </p:nvPr>
        </p:nvSpPr>
        <p:spPr>
          <a:xfrm>
            <a:off x="6172200" y="1028700"/>
            <a:ext cx="5753100" cy="2283843"/>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Content Placeholder 1"/>
          <p:cNvSpPr>
            <a:spLocks noGrp="1"/>
          </p:cNvSpPr>
          <p:nvPr>
            <p:ph sz="quarter" idx="15"/>
          </p:nvPr>
        </p:nvSpPr>
        <p:spPr>
          <a:xfrm>
            <a:off x="266700" y="1028700"/>
            <a:ext cx="5753100" cy="2283843"/>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p:cNvSpPr>
            <a:spLocks noGrp="1"/>
          </p:cNvSpPr>
          <p:nvPr>
            <p:ph type="title"/>
          </p:nvPr>
        </p:nvSpPr>
        <p:spPr/>
        <p:txBody>
          <a:bodyPr/>
          <a:lstStyle/>
          <a:p>
            <a:r>
              <a:rPr lang="en-US"/>
              <a:t>Click to edit Master title style</a:t>
            </a:r>
          </a:p>
        </p:txBody>
      </p:sp>
      <p:sp>
        <p:nvSpPr>
          <p:cNvPr id="5" name="Date Placeholder 4">
            <a:extLst>
              <a:ext uri="{FF2B5EF4-FFF2-40B4-BE49-F238E27FC236}">
                <a16:creationId xmlns:a16="http://schemas.microsoft.com/office/drawing/2014/main" id="{AADB0298-AAE9-38A5-935C-537E8444E40C}"/>
              </a:ext>
            </a:extLst>
          </p:cNvPr>
          <p:cNvSpPr>
            <a:spLocks noGrp="1"/>
          </p:cNvSpPr>
          <p:nvPr>
            <p:ph type="dt" sz="half" idx="25"/>
          </p:nvPr>
        </p:nvSpPr>
        <p:spPr/>
        <p:txBody>
          <a:bodyPr/>
          <a:lstStyle/>
          <a:p>
            <a:endParaRPr lang="en-US"/>
          </a:p>
        </p:txBody>
      </p:sp>
      <p:sp>
        <p:nvSpPr>
          <p:cNvPr id="6" name="Footer Placeholder 5">
            <a:extLst>
              <a:ext uri="{FF2B5EF4-FFF2-40B4-BE49-F238E27FC236}">
                <a16:creationId xmlns:a16="http://schemas.microsoft.com/office/drawing/2014/main" id="{D52C905D-E7A5-5841-E24E-8E8D9EAF35CE}"/>
              </a:ext>
            </a:extLst>
          </p:cNvPr>
          <p:cNvSpPr>
            <a:spLocks noGrp="1"/>
          </p:cNvSpPr>
          <p:nvPr>
            <p:ph type="ftr" sz="quarter" idx="26"/>
          </p:nvPr>
        </p:nvSpPr>
        <p:spPr/>
        <p:txBody>
          <a:bodyPr/>
          <a:lstStyle/>
          <a:p>
            <a:endParaRPr lang="en-US"/>
          </a:p>
        </p:txBody>
      </p:sp>
    </p:spTree>
    <p:extLst>
      <p:ext uri="{BB962C8B-B14F-4D97-AF65-F5344CB8AC3E}">
        <p14:creationId xmlns:p14="http://schemas.microsoft.com/office/powerpoint/2010/main" val="3787658590"/>
      </p:ext>
    </p:extLst>
  </p:cSld>
  <p:clrMapOvr>
    <a:masterClrMapping/>
  </p:clrMapOvr>
  <p:extLst>
    <p:ext uri="{DCECCB84-F9BA-43D5-87BE-67443E8EF086}">
      <p15:sldGuideLst xmlns:p15="http://schemas.microsoft.com/office/powerpoint/2012/main">
        <p15:guide id="1" orient="horz" pos="2088">
          <p15:clr>
            <a:srgbClr val="FBAE40"/>
          </p15:clr>
        </p15:guide>
        <p15:guide id="2" orient="horz" pos="2232">
          <p15:clr>
            <a:srgbClr val="FBAE40"/>
          </p15:clr>
        </p15:guide>
        <p15:guide id="3" pos="3888">
          <p15:clr>
            <a:srgbClr val="FBAE40"/>
          </p15:clr>
        </p15:guide>
        <p15:guide id="4" pos="3792">
          <p15:clr>
            <a:srgbClr val="FBAE40"/>
          </p15:clr>
        </p15:guide>
      </p15:sldGuideLst>
    </p:ext>
  </p:extLst>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Title - Tri-Chart Bottom">
    <p:spTree>
      <p:nvGrpSpPr>
        <p:cNvPr id="1" name=""/>
        <p:cNvGrpSpPr/>
        <p:nvPr/>
      </p:nvGrpSpPr>
      <p:grpSpPr>
        <a:xfrm>
          <a:off x="0" y="0"/>
          <a:ext cx="0" cy="0"/>
          <a:chOff x="0" y="0"/>
          <a:chExt cx="0" cy="0"/>
        </a:xfrm>
      </p:grpSpPr>
      <p:sp>
        <p:nvSpPr>
          <p:cNvPr id="16" name="Content Placeholder 3"/>
          <p:cNvSpPr>
            <a:spLocks noGrp="1"/>
          </p:cNvSpPr>
          <p:nvPr>
            <p:ph sz="quarter" idx="22"/>
          </p:nvPr>
        </p:nvSpPr>
        <p:spPr>
          <a:xfrm>
            <a:off x="266700" y="3855720"/>
            <a:ext cx="11658600" cy="277368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Content Placeholder 2"/>
          <p:cNvSpPr>
            <a:spLocks noGrp="1"/>
          </p:cNvSpPr>
          <p:nvPr>
            <p:ph sz="quarter" idx="23"/>
          </p:nvPr>
        </p:nvSpPr>
        <p:spPr>
          <a:xfrm>
            <a:off x="6172200" y="1028700"/>
            <a:ext cx="5753100" cy="26670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Content Placeholder 1"/>
          <p:cNvSpPr>
            <a:spLocks noGrp="1"/>
          </p:cNvSpPr>
          <p:nvPr>
            <p:ph sz="quarter" idx="15"/>
          </p:nvPr>
        </p:nvSpPr>
        <p:spPr>
          <a:xfrm>
            <a:off x="266700" y="1028700"/>
            <a:ext cx="5753100" cy="26670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p:cNvSpPr>
            <a:spLocks noGrp="1"/>
          </p:cNvSpPr>
          <p:nvPr>
            <p:ph type="title"/>
          </p:nvPr>
        </p:nvSpPr>
        <p:spPr/>
        <p:txBody>
          <a:bodyPr/>
          <a:lstStyle/>
          <a:p>
            <a:r>
              <a:rPr lang="en-US"/>
              <a:t>Click to edit Master title style</a:t>
            </a:r>
          </a:p>
        </p:txBody>
      </p:sp>
      <p:sp>
        <p:nvSpPr>
          <p:cNvPr id="4" name="Date Placeholder 3">
            <a:extLst>
              <a:ext uri="{FF2B5EF4-FFF2-40B4-BE49-F238E27FC236}">
                <a16:creationId xmlns:a16="http://schemas.microsoft.com/office/drawing/2014/main" id="{3246758A-EC6C-2E6D-7C25-EBF35B1A110D}"/>
              </a:ext>
            </a:extLst>
          </p:cNvPr>
          <p:cNvSpPr>
            <a:spLocks noGrp="1"/>
          </p:cNvSpPr>
          <p:nvPr>
            <p:ph type="dt" sz="half" idx="24"/>
          </p:nvPr>
        </p:nvSpPr>
        <p:spPr/>
        <p:txBody>
          <a:bodyPr/>
          <a:lstStyle/>
          <a:p>
            <a:endParaRPr lang="en-US"/>
          </a:p>
        </p:txBody>
      </p:sp>
      <p:sp>
        <p:nvSpPr>
          <p:cNvPr id="5" name="Footer Placeholder 4">
            <a:extLst>
              <a:ext uri="{FF2B5EF4-FFF2-40B4-BE49-F238E27FC236}">
                <a16:creationId xmlns:a16="http://schemas.microsoft.com/office/drawing/2014/main" id="{656A35E6-84D0-522D-F6FA-96313C01D057}"/>
              </a:ext>
            </a:extLst>
          </p:cNvPr>
          <p:cNvSpPr>
            <a:spLocks noGrp="1"/>
          </p:cNvSpPr>
          <p:nvPr>
            <p:ph type="ftr" sz="quarter" idx="25"/>
          </p:nvPr>
        </p:nvSpPr>
        <p:spPr/>
        <p:txBody>
          <a:bodyPr/>
          <a:lstStyle/>
          <a:p>
            <a:endParaRPr lang="en-US"/>
          </a:p>
        </p:txBody>
      </p:sp>
    </p:spTree>
    <p:extLst>
      <p:ext uri="{BB962C8B-B14F-4D97-AF65-F5344CB8AC3E}">
        <p14:creationId xmlns:p14="http://schemas.microsoft.com/office/powerpoint/2010/main" val="1943067148"/>
      </p:ext>
    </p:extLst>
  </p:cSld>
  <p:clrMapOvr>
    <a:masterClrMapping/>
  </p:clrMapOvr>
  <p:extLst>
    <p:ext uri="{DCECCB84-F9BA-43D5-87BE-67443E8EF086}">
      <p15:sldGuideLst xmlns:p15="http://schemas.microsoft.com/office/powerpoint/2012/main">
        <p15:guide id="1" orient="horz" pos="2328">
          <p15:clr>
            <a:srgbClr val="FBAE40"/>
          </p15:clr>
        </p15:guide>
        <p15:guide id="2" orient="horz" pos="2424">
          <p15:clr>
            <a:srgbClr val="FBAE40"/>
          </p15:clr>
        </p15:guide>
        <p15:guide id="3" pos="3888">
          <p15:clr>
            <a:srgbClr val="FBAE40"/>
          </p15:clr>
        </p15:guide>
        <p15:guide id="4" pos="3792">
          <p15:clr>
            <a:srgbClr val="FBAE40"/>
          </p15:clr>
        </p15:guide>
      </p15:sldGuideLst>
    </p:ext>
  </p:extLst>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Title - Tri-Chart Top">
    <p:spTree>
      <p:nvGrpSpPr>
        <p:cNvPr id="1" name=""/>
        <p:cNvGrpSpPr/>
        <p:nvPr/>
      </p:nvGrpSpPr>
      <p:grpSpPr>
        <a:xfrm>
          <a:off x="0" y="0"/>
          <a:ext cx="0" cy="0"/>
          <a:chOff x="0" y="0"/>
          <a:chExt cx="0" cy="0"/>
        </a:xfrm>
      </p:grpSpPr>
      <p:sp>
        <p:nvSpPr>
          <p:cNvPr id="17" name="Content Placeholder 3"/>
          <p:cNvSpPr>
            <a:spLocks noGrp="1"/>
          </p:cNvSpPr>
          <p:nvPr>
            <p:ph sz="quarter" idx="23"/>
          </p:nvPr>
        </p:nvSpPr>
        <p:spPr>
          <a:xfrm>
            <a:off x="6172200" y="3848100"/>
            <a:ext cx="5753100" cy="27813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Content Placeholder 2"/>
          <p:cNvSpPr>
            <a:spLocks noGrp="1"/>
          </p:cNvSpPr>
          <p:nvPr>
            <p:ph sz="quarter" idx="15"/>
          </p:nvPr>
        </p:nvSpPr>
        <p:spPr>
          <a:xfrm>
            <a:off x="266700" y="3848100"/>
            <a:ext cx="5753100" cy="27813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ontent Placeholder 1"/>
          <p:cNvSpPr>
            <a:spLocks noGrp="1"/>
          </p:cNvSpPr>
          <p:nvPr>
            <p:ph sz="quarter" idx="22"/>
          </p:nvPr>
        </p:nvSpPr>
        <p:spPr>
          <a:xfrm>
            <a:off x="266700" y="1024178"/>
            <a:ext cx="11658600" cy="26670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p:cNvSpPr>
            <a:spLocks noGrp="1"/>
          </p:cNvSpPr>
          <p:nvPr>
            <p:ph type="title"/>
          </p:nvPr>
        </p:nvSpPr>
        <p:spPr/>
        <p:txBody>
          <a:bodyPr/>
          <a:lstStyle/>
          <a:p>
            <a:r>
              <a:rPr lang="en-US"/>
              <a:t>Click to edit Master title style</a:t>
            </a:r>
          </a:p>
        </p:txBody>
      </p:sp>
      <p:sp>
        <p:nvSpPr>
          <p:cNvPr id="4" name="Date Placeholder 3">
            <a:extLst>
              <a:ext uri="{FF2B5EF4-FFF2-40B4-BE49-F238E27FC236}">
                <a16:creationId xmlns:a16="http://schemas.microsoft.com/office/drawing/2014/main" id="{CE138066-C767-E96E-E21F-B1E4478B0958}"/>
              </a:ext>
            </a:extLst>
          </p:cNvPr>
          <p:cNvSpPr>
            <a:spLocks noGrp="1"/>
          </p:cNvSpPr>
          <p:nvPr>
            <p:ph type="dt" sz="half" idx="24"/>
          </p:nvPr>
        </p:nvSpPr>
        <p:spPr/>
        <p:txBody>
          <a:bodyPr/>
          <a:lstStyle/>
          <a:p>
            <a:endParaRPr lang="en-US"/>
          </a:p>
        </p:txBody>
      </p:sp>
      <p:sp>
        <p:nvSpPr>
          <p:cNvPr id="5" name="Footer Placeholder 4">
            <a:extLst>
              <a:ext uri="{FF2B5EF4-FFF2-40B4-BE49-F238E27FC236}">
                <a16:creationId xmlns:a16="http://schemas.microsoft.com/office/drawing/2014/main" id="{E18328B5-C225-08E6-86C5-18BB6982BC1B}"/>
              </a:ext>
            </a:extLst>
          </p:cNvPr>
          <p:cNvSpPr>
            <a:spLocks noGrp="1"/>
          </p:cNvSpPr>
          <p:nvPr>
            <p:ph type="ftr" sz="quarter" idx="25"/>
          </p:nvPr>
        </p:nvSpPr>
        <p:spPr/>
        <p:txBody>
          <a:bodyPr/>
          <a:lstStyle/>
          <a:p>
            <a:endParaRPr lang="en-US"/>
          </a:p>
        </p:txBody>
      </p:sp>
    </p:spTree>
    <p:extLst>
      <p:ext uri="{BB962C8B-B14F-4D97-AF65-F5344CB8AC3E}">
        <p14:creationId xmlns:p14="http://schemas.microsoft.com/office/powerpoint/2010/main" val="1319340364"/>
      </p:ext>
    </p:extLst>
  </p:cSld>
  <p:clrMapOvr>
    <a:masterClrMapping/>
  </p:clrMapOvr>
  <p:extLst>
    <p:ext uri="{DCECCB84-F9BA-43D5-87BE-67443E8EF086}">
      <p15:sldGuideLst xmlns:p15="http://schemas.microsoft.com/office/powerpoint/2012/main">
        <p15:guide id="1" orient="horz" pos="2328">
          <p15:clr>
            <a:srgbClr val="FBAE40"/>
          </p15:clr>
        </p15:guide>
        <p15:guide id="2" orient="horz" pos="2424">
          <p15:clr>
            <a:srgbClr val="FBAE40"/>
          </p15:clr>
        </p15:guide>
        <p15:guide id="3" pos="3888">
          <p15:clr>
            <a:srgbClr val="FBAE40"/>
          </p15:clr>
        </p15:guide>
        <p15:guide id="4" pos="3792">
          <p15:clr>
            <a:srgbClr val="FBAE40"/>
          </p15:clr>
        </p15:guide>
      </p15:sldGuideLst>
    </p:ext>
  </p:extLst>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Title - No Content">
    <p:spTree>
      <p:nvGrpSpPr>
        <p:cNvPr id="1" name=""/>
        <p:cNvGrpSpPr/>
        <p:nvPr/>
      </p:nvGrpSpPr>
      <p:grpSpPr>
        <a:xfrm>
          <a:off x="0" y="0"/>
          <a:ext cx="0" cy="0"/>
          <a:chOff x="0" y="0"/>
          <a:chExt cx="0" cy="0"/>
        </a:xfrm>
      </p:grpSpPr>
      <p:sp>
        <p:nvSpPr>
          <p:cNvPr id="5" name="Date Placeholder 4">
            <a:extLst>
              <a:ext uri="{FF2B5EF4-FFF2-40B4-BE49-F238E27FC236}">
                <a16:creationId xmlns:a16="http://schemas.microsoft.com/office/drawing/2014/main" id="{D7835296-7DAA-2D03-3C74-8EDBE0C7DFA4}"/>
              </a:ext>
            </a:extLst>
          </p:cNvPr>
          <p:cNvSpPr>
            <a:spLocks noGrp="1"/>
          </p:cNvSpPr>
          <p:nvPr>
            <p:ph type="dt" sz="half" idx="10"/>
          </p:nvPr>
        </p:nvSpPr>
        <p:spPr/>
        <p:txBody>
          <a:bodyPr/>
          <a:lstStyle/>
          <a:p>
            <a:endParaRPr lang="en-US"/>
          </a:p>
        </p:txBody>
      </p:sp>
      <p:sp>
        <p:nvSpPr>
          <p:cNvPr id="6" name="Footer Placeholder 5">
            <a:extLst>
              <a:ext uri="{FF2B5EF4-FFF2-40B4-BE49-F238E27FC236}">
                <a16:creationId xmlns:a16="http://schemas.microsoft.com/office/drawing/2014/main" id="{AEFD207A-CF9B-5273-AAA1-5371D3714C11}"/>
              </a:ext>
            </a:extLst>
          </p:cNvPr>
          <p:cNvSpPr>
            <a:spLocks noGrp="1"/>
          </p:cNvSpPr>
          <p:nvPr>
            <p:ph type="ftr" sz="quarter" idx="11"/>
          </p:nvPr>
        </p:nvSpPr>
        <p:spPr/>
        <p:txBody>
          <a:bodyPr/>
          <a:lstStyle/>
          <a:p>
            <a:endParaRPr lang="en-US"/>
          </a:p>
        </p:txBody>
      </p:sp>
      <p:sp>
        <p:nvSpPr>
          <p:cNvPr id="3" name="Title 2">
            <a:extLst>
              <a:ext uri="{FF2B5EF4-FFF2-40B4-BE49-F238E27FC236}">
                <a16:creationId xmlns:a16="http://schemas.microsoft.com/office/drawing/2014/main" id="{C36767D0-41E3-FB81-AF9C-B23748A500E4}"/>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666629248"/>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p:cSld name="Blank with graphics">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BF40FE8E-720F-2CF0-A515-A1F0A76E6C20}"/>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8C5645D9-CB9C-72DC-4655-0357D988FE70}"/>
              </a:ext>
            </a:extLst>
          </p:cNvPr>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2902094995"/>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1_Blank w/ background no graphics">
    <p:spTree>
      <p:nvGrpSpPr>
        <p:cNvPr id="1" name=""/>
        <p:cNvGrpSpPr/>
        <p:nvPr/>
      </p:nvGrpSpPr>
      <p:grpSpPr>
        <a:xfrm>
          <a:off x="0" y="0"/>
          <a:ext cx="0" cy="0"/>
          <a:chOff x="0" y="0"/>
          <a:chExt cx="0" cy="0"/>
        </a:xfrm>
      </p:grpSpPr>
      <p:sp>
        <p:nvSpPr>
          <p:cNvPr id="8" name="Content Placeholder 7"/>
          <p:cNvSpPr>
            <a:spLocks noGrp="1"/>
          </p:cNvSpPr>
          <p:nvPr>
            <p:ph sz="quarter" idx="12"/>
          </p:nvPr>
        </p:nvSpPr>
        <p:spPr>
          <a:xfrm>
            <a:off x="76200" y="66675"/>
            <a:ext cx="12020549" cy="6723635"/>
          </a:xfrm>
          <a:prstGeom prst="roundRect">
            <a:avLst>
              <a:gd name="adj" fmla="val 2256"/>
            </a:avLst>
          </a:prstGeom>
          <a:noFill/>
          <a:ln w="3175">
            <a:noFill/>
          </a:ln>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973CC44D-C4E5-B148-8424-D309BAD434F9}"/>
              </a:ext>
            </a:extLst>
          </p:cNvPr>
          <p:cNvSpPr>
            <a:spLocks noGrp="1"/>
          </p:cNvSpPr>
          <p:nvPr>
            <p:ph type="dt" sz="half" idx="13"/>
          </p:nvPr>
        </p:nvSpPr>
        <p:spPr/>
        <p:txBody>
          <a:bodyPr/>
          <a:lstStyle/>
          <a:p>
            <a:endParaRPr lang="en-US"/>
          </a:p>
        </p:txBody>
      </p:sp>
      <p:sp>
        <p:nvSpPr>
          <p:cNvPr id="4" name="Footer Placeholder 3">
            <a:extLst>
              <a:ext uri="{FF2B5EF4-FFF2-40B4-BE49-F238E27FC236}">
                <a16:creationId xmlns:a16="http://schemas.microsoft.com/office/drawing/2014/main" id="{B5E87FB6-092D-2261-C61B-A13F398BD061}"/>
              </a:ext>
            </a:extLst>
          </p:cNvPr>
          <p:cNvSpPr>
            <a:spLocks noGrp="1"/>
          </p:cNvSpPr>
          <p:nvPr>
            <p:ph type="ftr" sz="quarter" idx="14"/>
          </p:nvPr>
        </p:nvSpPr>
        <p:spPr/>
        <p:txBody>
          <a:bodyPr/>
          <a:lstStyle/>
          <a:p>
            <a:endParaRPr lang="en-US"/>
          </a:p>
        </p:txBody>
      </p:sp>
      <p:sp>
        <p:nvSpPr>
          <p:cNvPr id="5" name="Title 4">
            <a:extLst>
              <a:ext uri="{FF2B5EF4-FFF2-40B4-BE49-F238E27FC236}">
                <a16:creationId xmlns:a16="http://schemas.microsoft.com/office/drawing/2014/main" id="{906D055C-0506-0861-DE5F-4C6932D6751E}"/>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673243225"/>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showMasterSp="0" preserve="1">
  <p:cSld name="White Blank">
    <p:bg>
      <p:bgPr>
        <a:solidFill>
          <a:schemeClr val="tx2"/>
        </a:solidFill>
        <a:effectLst/>
      </p:bgPr>
    </p:bg>
    <p:spTree>
      <p:nvGrpSpPr>
        <p:cNvPr id="1" name=""/>
        <p:cNvGrpSpPr/>
        <p:nvPr/>
      </p:nvGrpSpPr>
      <p:grpSpPr>
        <a:xfrm>
          <a:off x="0" y="0"/>
          <a:ext cx="0" cy="0"/>
          <a:chOff x="0" y="0"/>
          <a:chExt cx="0" cy="0"/>
        </a:xfrm>
      </p:grpSpPr>
      <p:sp>
        <p:nvSpPr>
          <p:cNvPr id="2" name="Text Box 14">
            <a:extLst>
              <a:ext uri="{FF2B5EF4-FFF2-40B4-BE49-F238E27FC236}">
                <a16:creationId xmlns:a16="http://schemas.microsoft.com/office/drawing/2014/main" id="{FBBAD3CE-397E-AB37-EDAD-8632BE0AA2DA}"/>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solidFill>
                  <a:schemeClr val="tx1">
                    <a:lumMod val="50000"/>
                    <a:lumOff val="50000"/>
                  </a:schemeClr>
                </a:solidFill>
              </a:rPr>
              <a:pPr algn="r">
                <a:spcBef>
                  <a:spcPct val="50000"/>
                </a:spcBef>
                <a:defRPr/>
              </a:pPr>
              <a:t>‹#›</a:t>
            </a:fld>
            <a:endParaRPr lang="en-US" sz="1100" b="0" baseline="0">
              <a:solidFill>
                <a:schemeClr val="tx1">
                  <a:lumMod val="50000"/>
                  <a:lumOff val="50000"/>
                </a:schemeClr>
              </a:solidFill>
            </a:endParaRPr>
          </a:p>
        </p:txBody>
      </p:sp>
      <p:sp>
        <p:nvSpPr>
          <p:cNvPr id="4" name="Date Placeholder 3">
            <a:extLst>
              <a:ext uri="{FF2B5EF4-FFF2-40B4-BE49-F238E27FC236}">
                <a16:creationId xmlns:a16="http://schemas.microsoft.com/office/drawing/2014/main" id="{BE1E501C-5AFD-BA9E-01BC-6D3F0A876CDA}"/>
              </a:ext>
            </a:extLst>
          </p:cNvPr>
          <p:cNvSpPr>
            <a:spLocks noGrp="1"/>
          </p:cNvSpPr>
          <p:nvPr>
            <p:ph type="dt" sz="half" idx="10"/>
          </p:nvPr>
        </p:nvSpPr>
        <p:spPr/>
        <p:txBody>
          <a:bodyPr/>
          <a:lstStyle>
            <a:lvl1pPr>
              <a:defRPr>
                <a:solidFill>
                  <a:schemeClr val="tx1">
                    <a:lumMod val="50000"/>
                    <a:lumOff val="50000"/>
                  </a:schemeClr>
                </a:solidFill>
              </a:defRPr>
            </a:lvl1pPr>
          </a:lstStyle>
          <a:p>
            <a:endParaRPr lang="en-US"/>
          </a:p>
        </p:txBody>
      </p:sp>
      <p:sp>
        <p:nvSpPr>
          <p:cNvPr id="7" name="Footer Placeholder 6">
            <a:extLst>
              <a:ext uri="{FF2B5EF4-FFF2-40B4-BE49-F238E27FC236}">
                <a16:creationId xmlns:a16="http://schemas.microsoft.com/office/drawing/2014/main" id="{BD51F885-1610-859A-C99A-21311C9FAB15}"/>
              </a:ext>
            </a:extLst>
          </p:cNvPr>
          <p:cNvSpPr>
            <a:spLocks noGrp="1"/>
          </p:cNvSpPr>
          <p:nvPr>
            <p:ph type="ftr" sz="quarter" idx="11"/>
          </p:nvPr>
        </p:nvSpPr>
        <p:spPr/>
        <p:txBody>
          <a:bodyPr/>
          <a:lstStyle>
            <a:lvl1pPr>
              <a:defRPr>
                <a:solidFill>
                  <a:schemeClr val="tx1">
                    <a:lumMod val="50000"/>
                    <a:lumOff val="50000"/>
                  </a:schemeClr>
                </a:solidFill>
              </a:defRPr>
            </a:lvl1pPr>
          </a:lstStyle>
          <a:p>
            <a:endParaRPr lang="en-US"/>
          </a:p>
        </p:txBody>
      </p:sp>
      <p:sp>
        <p:nvSpPr>
          <p:cNvPr id="3" name="TextBox 2">
            <a:extLst>
              <a:ext uri="{FF2B5EF4-FFF2-40B4-BE49-F238E27FC236}">
                <a16:creationId xmlns:a16="http://schemas.microsoft.com/office/drawing/2014/main" id="{C369F6EA-5BBB-736F-8B43-C8414A1A7110}"/>
              </a:ext>
            </a:extLst>
          </p:cNvPr>
          <p:cNvSpPr txBox="1"/>
          <p:nvPr userDrawn="1"/>
        </p:nvSpPr>
        <p:spPr>
          <a:xfrm>
            <a:off x="5862607" y="24910"/>
            <a:ext cx="466787" cy="216635"/>
          </a:xfrm>
          <a:prstGeom prst="rect">
            <a:avLst/>
          </a:prstGeom>
          <a:noFill/>
        </p:spPr>
        <p:txBody>
          <a:bodyPr wrap="square" lIns="0" tIns="0" rIns="0" bIns="0" rtlCol="0" anchor="b">
            <a:spAutoFit/>
          </a:bodyPr>
          <a:lstStyle/>
          <a:p>
            <a:pPr algn="ctr"/>
            <a:r>
              <a:rPr lang="en-US" sz="1400" b="1">
                <a:solidFill>
                  <a:srgbClr val="00B050"/>
                </a:solidFill>
              </a:rPr>
              <a:t>CUI</a:t>
            </a:r>
          </a:p>
        </p:txBody>
      </p:sp>
      <p:sp>
        <p:nvSpPr>
          <p:cNvPr id="5" name="TextBox 4">
            <a:extLst>
              <a:ext uri="{FF2B5EF4-FFF2-40B4-BE49-F238E27FC236}">
                <a16:creationId xmlns:a16="http://schemas.microsoft.com/office/drawing/2014/main" id="{A49041E3-ECCE-7D4E-3D0F-271435F717AB}"/>
              </a:ext>
            </a:extLst>
          </p:cNvPr>
          <p:cNvSpPr txBox="1"/>
          <p:nvPr userDrawn="1"/>
        </p:nvSpPr>
        <p:spPr>
          <a:xfrm>
            <a:off x="5862607" y="6624203"/>
            <a:ext cx="466787" cy="216635"/>
          </a:xfrm>
          <a:prstGeom prst="rect">
            <a:avLst/>
          </a:prstGeom>
          <a:noFill/>
        </p:spPr>
        <p:txBody>
          <a:bodyPr wrap="square" lIns="0" tIns="0" rIns="0" bIns="0" rtlCol="0" anchor="b">
            <a:spAutoFit/>
          </a:bodyPr>
          <a:lstStyle/>
          <a:p>
            <a:pPr algn="ctr"/>
            <a:r>
              <a:rPr lang="en-US" sz="1400" b="1">
                <a:solidFill>
                  <a:srgbClr val="00B050"/>
                </a:solidFill>
              </a:rPr>
              <a:t>CUI</a:t>
            </a:r>
          </a:p>
        </p:txBody>
      </p:sp>
    </p:spTree>
    <p:extLst>
      <p:ext uri="{BB962C8B-B14F-4D97-AF65-F5344CB8AC3E}">
        <p14:creationId xmlns:p14="http://schemas.microsoft.com/office/powerpoint/2010/main" val="1118713353"/>
      </p:ext>
    </p:extLst>
  </p:cSld>
  <p:clrMapOvr>
    <a:masterClrMapping/>
  </p:clrMapOvr>
  <p:hf hdr="0" dt="0"/>
</p:sldLayout>
</file>

<file path=ppt/slideLayouts/slideLayout71.xml><?xml version="1.0" encoding="utf-8"?>
<p:sldLayout xmlns:a="http://schemas.openxmlformats.org/drawingml/2006/main" xmlns:r="http://schemas.openxmlformats.org/officeDocument/2006/relationships" xmlns:p="http://schemas.openxmlformats.org/presentationml/2006/main" showMasterSp="0" preserve="1">
  <p:cSld name="1_White Blank">
    <p:bg>
      <p:bgPr>
        <a:solidFill>
          <a:schemeClr val="bg1">
            <a:lumMod val="40000"/>
            <a:lumOff val="60000"/>
          </a:schemeClr>
        </a:solidFill>
        <a:effectLst/>
      </p:bgPr>
    </p:bg>
    <p:spTree>
      <p:nvGrpSpPr>
        <p:cNvPr id="1" name=""/>
        <p:cNvGrpSpPr/>
        <p:nvPr/>
      </p:nvGrpSpPr>
      <p:grpSpPr>
        <a:xfrm>
          <a:off x="0" y="0"/>
          <a:ext cx="0" cy="0"/>
          <a:chOff x="0" y="0"/>
          <a:chExt cx="0" cy="0"/>
        </a:xfrm>
      </p:grpSpPr>
      <p:sp>
        <p:nvSpPr>
          <p:cNvPr id="2" name="Text Box 14">
            <a:extLst>
              <a:ext uri="{FF2B5EF4-FFF2-40B4-BE49-F238E27FC236}">
                <a16:creationId xmlns:a16="http://schemas.microsoft.com/office/drawing/2014/main" id="{5559FF84-4EB7-248C-A9A3-21393A68E553}"/>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solidFill>
                  <a:schemeClr val="bg2">
                    <a:lumMod val="50000"/>
                  </a:schemeClr>
                </a:solidFill>
              </a:rPr>
              <a:pPr algn="r">
                <a:spcBef>
                  <a:spcPct val="50000"/>
                </a:spcBef>
                <a:defRPr/>
              </a:pPr>
              <a:t>‹#›</a:t>
            </a:fld>
            <a:endParaRPr lang="en-US" sz="1100" b="0" baseline="0">
              <a:solidFill>
                <a:schemeClr val="bg2">
                  <a:lumMod val="50000"/>
                </a:schemeClr>
              </a:solidFill>
            </a:endParaRPr>
          </a:p>
        </p:txBody>
      </p:sp>
      <p:sp>
        <p:nvSpPr>
          <p:cNvPr id="4" name="Date Placeholder 3">
            <a:extLst>
              <a:ext uri="{FF2B5EF4-FFF2-40B4-BE49-F238E27FC236}">
                <a16:creationId xmlns:a16="http://schemas.microsoft.com/office/drawing/2014/main" id="{92A3D6AC-9998-6147-A3AF-01786A8BC7B5}"/>
              </a:ext>
            </a:extLst>
          </p:cNvPr>
          <p:cNvSpPr>
            <a:spLocks noGrp="1"/>
          </p:cNvSpPr>
          <p:nvPr>
            <p:ph type="dt" sz="half" idx="10"/>
          </p:nvPr>
        </p:nvSpPr>
        <p:spPr/>
        <p:txBody>
          <a:bodyPr/>
          <a:lstStyle>
            <a:lvl1pPr>
              <a:defRPr>
                <a:solidFill>
                  <a:schemeClr val="bg2">
                    <a:lumMod val="50000"/>
                  </a:schemeClr>
                </a:solidFill>
              </a:defRPr>
            </a:lvl1pPr>
          </a:lstStyle>
          <a:p>
            <a:endParaRPr lang="en-US"/>
          </a:p>
        </p:txBody>
      </p:sp>
      <p:sp>
        <p:nvSpPr>
          <p:cNvPr id="5" name="Footer Placeholder 4">
            <a:extLst>
              <a:ext uri="{FF2B5EF4-FFF2-40B4-BE49-F238E27FC236}">
                <a16:creationId xmlns:a16="http://schemas.microsoft.com/office/drawing/2014/main" id="{9E61DC4E-D996-A484-FCFC-B8F377D377A1}"/>
              </a:ext>
            </a:extLst>
          </p:cNvPr>
          <p:cNvSpPr>
            <a:spLocks noGrp="1"/>
          </p:cNvSpPr>
          <p:nvPr>
            <p:ph type="ftr" sz="quarter" idx="11"/>
          </p:nvPr>
        </p:nvSpPr>
        <p:spPr/>
        <p:txBody>
          <a:bodyPr/>
          <a:lstStyle>
            <a:lvl1pPr>
              <a:defRPr>
                <a:solidFill>
                  <a:schemeClr val="bg2">
                    <a:lumMod val="50000"/>
                  </a:schemeClr>
                </a:solidFill>
              </a:defRPr>
            </a:lvl1pPr>
          </a:lstStyle>
          <a:p>
            <a:endParaRPr lang="en-US"/>
          </a:p>
        </p:txBody>
      </p:sp>
      <p:sp>
        <p:nvSpPr>
          <p:cNvPr id="3" name="TextBox 2">
            <a:extLst>
              <a:ext uri="{FF2B5EF4-FFF2-40B4-BE49-F238E27FC236}">
                <a16:creationId xmlns:a16="http://schemas.microsoft.com/office/drawing/2014/main" id="{D9F0C27E-08F8-B2DC-3FBC-DBF8758A6EB4}"/>
              </a:ext>
            </a:extLst>
          </p:cNvPr>
          <p:cNvSpPr txBox="1"/>
          <p:nvPr userDrawn="1"/>
        </p:nvSpPr>
        <p:spPr>
          <a:xfrm>
            <a:off x="5862607" y="24910"/>
            <a:ext cx="466787" cy="216635"/>
          </a:xfrm>
          <a:prstGeom prst="rect">
            <a:avLst/>
          </a:prstGeom>
          <a:noFill/>
        </p:spPr>
        <p:txBody>
          <a:bodyPr wrap="square" lIns="0" tIns="0" rIns="0" bIns="0" rtlCol="0" anchor="b">
            <a:spAutoFit/>
          </a:bodyPr>
          <a:lstStyle/>
          <a:p>
            <a:pPr algn="ctr"/>
            <a:r>
              <a:rPr lang="en-US" sz="1400" b="1">
                <a:solidFill>
                  <a:srgbClr val="00B050"/>
                </a:solidFill>
              </a:rPr>
              <a:t>CUI</a:t>
            </a:r>
          </a:p>
        </p:txBody>
      </p:sp>
      <p:sp>
        <p:nvSpPr>
          <p:cNvPr id="6" name="TextBox 5">
            <a:extLst>
              <a:ext uri="{FF2B5EF4-FFF2-40B4-BE49-F238E27FC236}">
                <a16:creationId xmlns:a16="http://schemas.microsoft.com/office/drawing/2014/main" id="{D1BF6447-1438-9DC9-A4D0-DA7BD956CC62}"/>
              </a:ext>
            </a:extLst>
          </p:cNvPr>
          <p:cNvSpPr txBox="1"/>
          <p:nvPr userDrawn="1"/>
        </p:nvSpPr>
        <p:spPr>
          <a:xfrm>
            <a:off x="5862607" y="6624203"/>
            <a:ext cx="466787" cy="216635"/>
          </a:xfrm>
          <a:prstGeom prst="rect">
            <a:avLst/>
          </a:prstGeom>
          <a:noFill/>
        </p:spPr>
        <p:txBody>
          <a:bodyPr wrap="square" lIns="0" tIns="0" rIns="0" bIns="0" rtlCol="0" anchor="b">
            <a:spAutoFit/>
          </a:bodyPr>
          <a:lstStyle/>
          <a:p>
            <a:pPr algn="ctr"/>
            <a:r>
              <a:rPr lang="en-US" sz="1400" b="1">
                <a:solidFill>
                  <a:srgbClr val="00B050"/>
                </a:solidFill>
              </a:rPr>
              <a:t>CUI</a:t>
            </a:r>
          </a:p>
        </p:txBody>
      </p:sp>
    </p:spTree>
    <p:extLst>
      <p:ext uri="{BB962C8B-B14F-4D97-AF65-F5344CB8AC3E}">
        <p14:creationId xmlns:p14="http://schemas.microsoft.com/office/powerpoint/2010/main" val="2806018184"/>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showMasterSp="0" preserve="1" userDrawn="1">
  <p:cSld name="Black Blank">
    <p:bg>
      <p:bgPr>
        <a:solidFill>
          <a:schemeClr val="tx1"/>
        </a:solidFill>
        <a:effectLst/>
      </p:bgPr>
    </p:bg>
    <p:spTree>
      <p:nvGrpSpPr>
        <p:cNvPr id="1" name=""/>
        <p:cNvGrpSpPr/>
        <p:nvPr/>
      </p:nvGrpSpPr>
      <p:grpSpPr>
        <a:xfrm>
          <a:off x="0" y="0"/>
          <a:ext cx="0" cy="0"/>
          <a:chOff x="0" y="0"/>
          <a:chExt cx="0" cy="0"/>
        </a:xfrm>
      </p:grpSpPr>
      <p:sp>
        <p:nvSpPr>
          <p:cNvPr id="2" name="Text Box 14">
            <a:extLst>
              <a:ext uri="{FF2B5EF4-FFF2-40B4-BE49-F238E27FC236}">
                <a16:creationId xmlns:a16="http://schemas.microsoft.com/office/drawing/2014/main" id="{6B1EDEA3-517F-FC35-5A19-094E3BE709A0}"/>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solidFill>
                  <a:schemeClr val="tx2"/>
                </a:solidFill>
              </a:rPr>
              <a:pPr algn="r">
                <a:spcBef>
                  <a:spcPct val="50000"/>
                </a:spcBef>
                <a:defRPr/>
              </a:pPr>
              <a:t>‹#›</a:t>
            </a:fld>
            <a:endParaRPr lang="en-US" sz="1100" b="0" baseline="0">
              <a:solidFill>
                <a:schemeClr val="tx2"/>
              </a:solidFill>
            </a:endParaRPr>
          </a:p>
        </p:txBody>
      </p:sp>
      <p:sp>
        <p:nvSpPr>
          <p:cNvPr id="4" name="Date Placeholder 3">
            <a:extLst>
              <a:ext uri="{FF2B5EF4-FFF2-40B4-BE49-F238E27FC236}">
                <a16:creationId xmlns:a16="http://schemas.microsoft.com/office/drawing/2014/main" id="{B429D516-C317-CDC1-DADB-0B020CDC0237}"/>
              </a:ext>
            </a:extLst>
          </p:cNvPr>
          <p:cNvSpPr>
            <a:spLocks noGrp="1"/>
          </p:cNvSpPr>
          <p:nvPr>
            <p:ph type="dt" sz="half" idx="10"/>
          </p:nvPr>
        </p:nvSpPr>
        <p:spPr/>
        <p:txBody>
          <a:bodyPr/>
          <a:lstStyle>
            <a:lvl1pPr>
              <a:defRPr>
                <a:solidFill>
                  <a:schemeClr val="tx2"/>
                </a:solidFill>
              </a:defRPr>
            </a:lvl1pPr>
          </a:lstStyle>
          <a:p>
            <a:endParaRPr lang="en-US"/>
          </a:p>
        </p:txBody>
      </p:sp>
      <p:sp>
        <p:nvSpPr>
          <p:cNvPr id="5" name="Footer Placeholder 4">
            <a:extLst>
              <a:ext uri="{FF2B5EF4-FFF2-40B4-BE49-F238E27FC236}">
                <a16:creationId xmlns:a16="http://schemas.microsoft.com/office/drawing/2014/main" id="{CCEEA777-D26F-FC0E-BCB6-7D77B101103A}"/>
              </a:ext>
            </a:extLst>
          </p:cNvPr>
          <p:cNvSpPr>
            <a:spLocks noGrp="1"/>
          </p:cNvSpPr>
          <p:nvPr>
            <p:ph type="ftr" sz="quarter" idx="11"/>
          </p:nvPr>
        </p:nvSpPr>
        <p:spPr/>
        <p:txBody>
          <a:bodyPr/>
          <a:lstStyle>
            <a:lvl1pPr>
              <a:defRPr>
                <a:solidFill>
                  <a:schemeClr val="tx2"/>
                </a:solidFill>
              </a:defRPr>
            </a:lvl1pPr>
          </a:lstStyle>
          <a:p>
            <a:endParaRPr lang="en-US"/>
          </a:p>
        </p:txBody>
      </p:sp>
      <p:sp>
        <p:nvSpPr>
          <p:cNvPr id="3" name="TextBox 2">
            <a:extLst>
              <a:ext uri="{FF2B5EF4-FFF2-40B4-BE49-F238E27FC236}">
                <a16:creationId xmlns:a16="http://schemas.microsoft.com/office/drawing/2014/main" id="{36CCC378-15A8-6972-3896-FF69DB1A86EF}"/>
              </a:ext>
            </a:extLst>
          </p:cNvPr>
          <p:cNvSpPr txBox="1"/>
          <p:nvPr userDrawn="1"/>
        </p:nvSpPr>
        <p:spPr>
          <a:xfrm>
            <a:off x="5862607" y="24910"/>
            <a:ext cx="466787" cy="216635"/>
          </a:xfrm>
          <a:prstGeom prst="rect">
            <a:avLst/>
          </a:prstGeom>
          <a:noFill/>
        </p:spPr>
        <p:txBody>
          <a:bodyPr wrap="square" lIns="0" tIns="0" rIns="0" bIns="0" rtlCol="0" anchor="b">
            <a:spAutoFit/>
          </a:bodyPr>
          <a:lstStyle/>
          <a:p>
            <a:pPr algn="ctr"/>
            <a:r>
              <a:rPr lang="en-US" sz="1400" b="1">
                <a:solidFill>
                  <a:srgbClr val="00B050"/>
                </a:solidFill>
              </a:rPr>
              <a:t>CUI</a:t>
            </a:r>
          </a:p>
        </p:txBody>
      </p:sp>
      <p:sp>
        <p:nvSpPr>
          <p:cNvPr id="6" name="TextBox 5">
            <a:extLst>
              <a:ext uri="{FF2B5EF4-FFF2-40B4-BE49-F238E27FC236}">
                <a16:creationId xmlns:a16="http://schemas.microsoft.com/office/drawing/2014/main" id="{B4753ADC-3CDC-8585-1B64-FC71910FE39F}"/>
              </a:ext>
            </a:extLst>
          </p:cNvPr>
          <p:cNvSpPr txBox="1"/>
          <p:nvPr userDrawn="1"/>
        </p:nvSpPr>
        <p:spPr>
          <a:xfrm>
            <a:off x="5862607" y="6624203"/>
            <a:ext cx="466787" cy="216635"/>
          </a:xfrm>
          <a:prstGeom prst="rect">
            <a:avLst/>
          </a:prstGeom>
          <a:noFill/>
        </p:spPr>
        <p:txBody>
          <a:bodyPr wrap="square" lIns="0" tIns="0" rIns="0" bIns="0" rtlCol="0" anchor="b">
            <a:spAutoFit/>
          </a:bodyPr>
          <a:lstStyle/>
          <a:p>
            <a:pPr algn="ctr"/>
            <a:r>
              <a:rPr lang="en-US" sz="1400" b="1">
                <a:solidFill>
                  <a:srgbClr val="00B050"/>
                </a:solidFill>
              </a:rPr>
              <a:t>CUI</a:t>
            </a:r>
          </a:p>
        </p:txBody>
      </p:sp>
    </p:spTree>
    <p:extLst>
      <p:ext uri="{BB962C8B-B14F-4D97-AF65-F5344CB8AC3E}">
        <p14:creationId xmlns:p14="http://schemas.microsoft.com/office/powerpoint/2010/main" val="1266434333"/>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showMasterSp="0" preserve="1" userDrawn="1">
  <p:cSld name="1_Background no graphics">
    <p:bg>
      <p:bgPr>
        <a:gradFill flip="none" rotWithShape="1">
          <a:gsLst>
            <a:gs pos="80000">
              <a:schemeClr val="tx2"/>
            </a:gs>
            <a:gs pos="90000">
              <a:schemeClr val="tx2">
                <a:alpha val="45000"/>
              </a:schemeClr>
            </a:gs>
            <a:gs pos="95000">
              <a:schemeClr val="bg2">
                <a:lumMod val="90000"/>
              </a:schemeClr>
            </a:gs>
          </a:gsLst>
          <a:path path="circle">
            <a:fillToRect l="100000" t="100000"/>
          </a:path>
          <a:tileRect r="-100000" b="-100000"/>
        </a:gradFill>
        <a:effectLst/>
      </p:bgPr>
    </p:bg>
    <p:spTree>
      <p:nvGrpSpPr>
        <p:cNvPr id="1" name=""/>
        <p:cNvGrpSpPr/>
        <p:nvPr/>
      </p:nvGrpSpPr>
      <p:grpSpPr>
        <a:xfrm>
          <a:off x="0" y="0"/>
          <a:ext cx="0" cy="0"/>
          <a:chOff x="0" y="0"/>
          <a:chExt cx="0" cy="0"/>
        </a:xfrm>
      </p:grpSpPr>
      <p:sp>
        <p:nvSpPr>
          <p:cNvPr id="2" name="Text Box 14">
            <a:extLst>
              <a:ext uri="{FF2B5EF4-FFF2-40B4-BE49-F238E27FC236}">
                <a16:creationId xmlns:a16="http://schemas.microsoft.com/office/drawing/2014/main" id="{0BFA849C-531C-7595-39B1-5EC87690F476}"/>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solidFill>
                  <a:schemeClr val="tx1"/>
                </a:solidFill>
              </a:rPr>
              <a:pPr algn="r">
                <a:spcBef>
                  <a:spcPct val="50000"/>
                </a:spcBef>
                <a:defRPr/>
              </a:pPr>
              <a:t>‹#›</a:t>
            </a:fld>
            <a:endParaRPr lang="en-US" sz="1100" b="0" baseline="0">
              <a:solidFill>
                <a:schemeClr val="tx1"/>
              </a:solidFill>
            </a:endParaRPr>
          </a:p>
        </p:txBody>
      </p:sp>
      <p:sp>
        <p:nvSpPr>
          <p:cNvPr id="4" name="Date Placeholder 3">
            <a:extLst>
              <a:ext uri="{FF2B5EF4-FFF2-40B4-BE49-F238E27FC236}">
                <a16:creationId xmlns:a16="http://schemas.microsoft.com/office/drawing/2014/main" id="{85935D2E-75B7-4B2F-83E6-4B2460140D3F}"/>
              </a:ext>
            </a:extLst>
          </p:cNvPr>
          <p:cNvSpPr>
            <a:spLocks noGrp="1"/>
          </p:cNvSpPr>
          <p:nvPr>
            <p:ph type="dt" sz="half" idx="10"/>
          </p:nvPr>
        </p:nvSpPr>
        <p:spPr/>
        <p:txBody>
          <a:bodyPr/>
          <a:lstStyle>
            <a:lvl1pPr>
              <a:defRPr>
                <a:solidFill>
                  <a:schemeClr val="bg2">
                    <a:lumMod val="50000"/>
                  </a:schemeClr>
                </a:solidFill>
              </a:defRPr>
            </a:lvl1pPr>
          </a:lstStyle>
          <a:p>
            <a:endParaRPr lang="en-US"/>
          </a:p>
        </p:txBody>
      </p:sp>
      <p:sp>
        <p:nvSpPr>
          <p:cNvPr id="5" name="Footer Placeholder 4">
            <a:extLst>
              <a:ext uri="{FF2B5EF4-FFF2-40B4-BE49-F238E27FC236}">
                <a16:creationId xmlns:a16="http://schemas.microsoft.com/office/drawing/2014/main" id="{C5AC37A7-6517-1C05-89FB-ACDA8ECF89DF}"/>
              </a:ext>
            </a:extLst>
          </p:cNvPr>
          <p:cNvSpPr>
            <a:spLocks noGrp="1"/>
          </p:cNvSpPr>
          <p:nvPr>
            <p:ph type="ftr" sz="quarter" idx="11"/>
          </p:nvPr>
        </p:nvSpPr>
        <p:spPr/>
        <p:txBody>
          <a:bodyPr/>
          <a:lstStyle>
            <a:lvl1pPr>
              <a:defRPr>
                <a:solidFill>
                  <a:schemeClr val="bg2">
                    <a:lumMod val="50000"/>
                  </a:schemeClr>
                </a:solidFill>
              </a:defRPr>
            </a:lvl1pPr>
          </a:lstStyle>
          <a:p>
            <a:endParaRPr lang="en-US"/>
          </a:p>
        </p:txBody>
      </p:sp>
      <p:sp>
        <p:nvSpPr>
          <p:cNvPr id="3" name="TextBox 2">
            <a:extLst>
              <a:ext uri="{FF2B5EF4-FFF2-40B4-BE49-F238E27FC236}">
                <a16:creationId xmlns:a16="http://schemas.microsoft.com/office/drawing/2014/main" id="{2BA9C1D8-06A5-3CF2-8FFF-D157FCBDA838}"/>
              </a:ext>
            </a:extLst>
          </p:cNvPr>
          <p:cNvSpPr txBox="1"/>
          <p:nvPr userDrawn="1"/>
        </p:nvSpPr>
        <p:spPr>
          <a:xfrm>
            <a:off x="5862607" y="24910"/>
            <a:ext cx="466787" cy="216635"/>
          </a:xfrm>
          <a:prstGeom prst="rect">
            <a:avLst/>
          </a:prstGeom>
          <a:noFill/>
        </p:spPr>
        <p:txBody>
          <a:bodyPr wrap="square" lIns="0" tIns="0" rIns="0" bIns="0" rtlCol="0" anchor="b">
            <a:spAutoFit/>
          </a:bodyPr>
          <a:lstStyle/>
          <a:p>
            <a:pPr algn="ctr"/>
            <a:r>
              <a:rPr lang="en-US" sz="1400" b="1">
                <a:solidFill>
                  <a:srgbClr val="00B050"/>
                </a:solidFill>
              </a:rPr>
              <a:t>CUI</a:t>
            </a:r>
          </a:p>
        </p:txBody>
      </p:sp>
      <p:sp>
        <p:nvSpPr>
          <p:cNvPr id="6" name="TextBox 5">
            <a:extLst>
              <a:ext uri="{FF2B5EF4-FFF2-40B4-BE49-F238E27FC236}">
                <a16:creationId xmlns:a16="http://schemas.microsoft.com/office/drawing/2014/main" id="{27DC6927-6328-54A3-652D-C2A424EB7FFA}"/>
              </a:ext>
            </a:extLst>
          </p:cNvPr>
          <p:cNvSpPr txBox="1"/>
          <p:nvPr userDrawn="1"/>
        </p:nvSpPr>
        <p:spPr>
          <a:xfrm>
            <a:off x="5862607" y="6624203"/>
            <a:ext cx="466787" cy="216635"/>
          </a:xfrm>
          <a:prstGeom prst="rect">
            <a:avLst/>
          </a:prstGeom>
          <a:noFill/>
        </p:spPr>
        <p:txBody>
          <a:bodyPr wrap="square" lIns="0" tIns="0" rIns="0" bIns="0" rtlCol="0" anchor="b">
            <a:spAutoFit/>
          </a:bodyPr>
          <a:lstStyle/>
          <a:p>
            <a:pPr algn="ctr"/>
            <a:r>
              <a:rPr lang="en-US" sz="1400" b="1">
                <a:solidFill>
                  <a:srgbClr val="00B050"/>
                </a:solidFill>
              </a:rPr>
              <a:t>CUI</a:t>
            </a:r>
          </a:p>
        </p:txBody>
      </p:sp>
    </p:spTree>
    <p:extLst>
      <p:ext uri="{BB962C8B-B14F-4D97-AF65-F5344CB8AC3E}">
        <p14:creationId xmlns:p14="http://schemas.microsoft.com/office/powerpoint/2010/main" val="2385246901"/>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showMasterSp="0" preserve="1" userDrawn="1">
  <p:cSld name="Section Header">
    <p:bg>
      <p:bgPr>
        <a:solidFill>
          <a:schemeClr val="tx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37843223-5086-843F-D346-CCDD12959DF3}"/>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1805" y="0"/>
            <a:ext cx="12188389" cy="6858000"/>
          </a:xfrm>
          <a:prstGeom prst="rect">
            <a:avLst/>
          </a:prstGeom>
        </p:spPr>
      </p:pic>
      <p:sp>
        <p:nvSpPr>
          <p:cNvPr id="14" name="Title Placeholder 1"/>
          <p:cNvSpPr>
            <a:spLocks noGrp="1"/>
          </p:cNvSpPr>
          <p:nvPr>
            <p:ph type="title"/>
          </p:nvPr>
        </p:nvSpPr>
        <p:spPr bwMode="auto">
          <a:xfrm>
            <a:off x="266700" y="2286001"/>
            <a:ext cx="11658600" cy="1285874"/>
          </a:xfrm>
          <a:prstGeom prst="rect">
            <a:avLst/>
          </a:prstGeom>
          <a:noFill/>
          <a:ln w="9525">
            <a:solidFill>
              <a:schemeClr val="accent3"/>
            </a:solidFill>
            <a:miter lim="800000"/>
            <a:headEnd/>
            <a:tailEnd/>
          </a:ln>
        </p:spPr>
        <p:txBody>
          <a:bodyPr anchor="b"/>
          <a:lstStyle>
            <a:lvl1pPr>
              <a:defRPr sz="3200" b="0" baseline="0">
                <a:solidFill>
                  <a:schemeClr val="accent3"/>
                </a:solidFill>
              </a:defRPr>
            </a:lvl1pPr>
          </a:lstStyle>
          <a:p>
            <a:pPr lvl="0"/>
            <a:r>
              <a:rPr lang="en-US"/>
              <a:t>Click to edit Master title style</a:t>
            </a:r>
          </a:p>
        </p:txBody>
      </p:sp>
      <p:sp>
        <p:nvSpPr>
          <p:cNvPr id="6" name="Text Placeholder 5"/>
          <p:cNvSpPr>
            <a:spLocks noGrp="1"/>
          </p:cNvSpPr>
          <p:nvPr>
            <p:ph type="body" sz="quarter" idx="12"/>
          </p:nvPr>
        </p:nvSpPr>
        <p:spPr>
          <a:xfrm>
            <a:off x="266700" y="3687764"/>
            <a:ext cx="8496300" cy="854075"/>
          </a:xfrm>
          <a:ln>
            <a:solidFill>
              <a:schemeClr val="accent3"/>
            </a:solidFill>
          </a:ln>
        </p:spPr>
        <p:txBody>
          <a:bodyPr anchor="ctr"/>
          <a:lstStyle>
            <a:lvl1pPr marL="0" indent="0">
              <a:defRPr>
                <a:solidFill>
                  <a:schemeClr val="tx2"/>
                </a:solidFill>
              </a:defRPr>
            </a:lvl1pPr>
          </a:lstStyle>
          <a:p>
            <a:pPr lvl="0"/>
            <a:r>
              <a:rPr lang="en-US"/>
              <a:t>Click to edit Master text styles</a:t>
            </a:r>
          </a:p>
        </p:txBody>
      </p:sp>
      <p:sp>
        <p:nvSpPr>
          <p:cNvPr id="2" name="Date Placeholder 1">
            <a:extLst>
              <a:ext uri="{FF2B5EF4-FFF2-40B4-BE49-F238E27FC236}">
                <a16:creationId xmlns:a16="http://schemas.microsoft.com/office/drawing/2014/main" id="{98D00C84-D329-4DD4-96D7-92CD4C330181}"/>
              </a:ext>
            </a:extLst>
          </p:cNvPr>
          <p:cNvSpPr>
            <a:spLocks noGrp="1"/>
          </p:cNvSpPr>
          <p:nvPr>
            <p:ph type="dt" sz="half" idx="13"/>
          </p:nvPr>
        </p:nvSpPr>
        <p:spPr>
          <a:xfrm>
            <a:off x="8763000" y="3697289"/>
            <a:ext cx="3161228" cy="844550"/>
          </a:xfrm>
          <a:prstGeom prst="rect">
            <a:avLst/>
          </a:prstGeom>
          <a:ln>
            <a:solidFill>
              <a:schemeClr val="accent3"/>
            </a:solidFill>
          </a:ln>
        </p:spPr>
        <p:txBody>
          <a:bodyPr/>
          <a:lstStyle>
            <a:lvl1pPr algn="ctr">
              <a:defRPr sz="2000">
                <a:solidFill>
                  <a:schemeClr val="accent3"/>
                </a:solidFill>
              </a:defRPr>
            </a:lvl1pPr>
          </a:lstStyle>
          <a:p>
            <a:endParaRPr lang="en-US"/>
          </a:p>
        </p:txBody>
      </p:sp>
      <p:sp>
        <p:nvSpPr>
          <p:cNvPr id="3" name="Text Box 14">
            <a:extLst>
              <a:ext uri="{FF2B5EF4-FFF2-40B4-BE49-F238E27FC236}">
                <a16:creationId xmlns:a16="http://schemas.microsoft.com/office/drawing/2014/main" id="{71C01142-E0C8-B2A1-CF08-DDC0741713EA}"/>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pPr algn="r">
                <a:spcBef>
                  <a:spcPct val="50000"/>
                </a:spcBef>
                <a:defRPr/>
              </a:pPr>
              <a:t>‹#›</a:t>
            </a:fld>
            <a:endParaRPr lang="en-US" sz="1100" b="0" baseline="0"/>
          </a:p>
        </p:txBody>
      </p:sp>
      <p:pic>
        <p:nvPicPr>
          <p:cNvPr id="11" name="Picture 10" descr="A picture containing qr code&#10;&#10;Description automatically generated">
            <a:extLst>
              <a:ext uri="{FF2B5EF4-FFF2-40B4-BE49-F238E27FC236}">
                <a16:creationId xmlns:a16="http://schemas.microsoft.com/office/drawing/2014/main" id="{C7BD8055-FF8F-646E-4F9E-84B4A33A92B9}"/>
              </a:ext>
            </a:extLst>
          </p:cNvPr>
          <p:cNvPicPr>
            <a:picLocks noChangeAspect="1"/>
          </p:cNvPicPr>
          <p:nvPr userDrawn="1"/>
        </p:nvPicPr>
        <p:blipFill>
          <a:blip r:embed="rId3"/>
          <a:stretch>
            <a:fillRect/>
          </a:stretch>
        </p:blipFill>
        <p:spPr>
          <a:xfrm>
            <a:off x="190500" y="5602330"/>
            <a:ext cx="2402348" cy="1065985"/>
          </a:xfrm>
          <a:prstGeom prst="rect">
            <a:avLst/>
          </a:prstGeom>
        </p:spPr>
      </p:pic>
      <p:sp>
        <p:nvSpPr>
          <p:cNvPr id="4" name="TextBox 3">
            <a:extLst>
              <a:ext uri="{FF2B5EF4-FFF2-40B4-BE49-F238E27FC236}">
                <a16:creationId xmlns:a16="http://schemas.microsoft.com/office/drawing/2014/main" id="{630BD048-B218-74A4-3C87-05F3F4A8C071}"/>
              </a:ext>
            </a:extLst>
          </p:cNvPr>
          <p:cNvSpPr txBox="1"/>
          <p:nvPr userDrawn="1"/>
        </p:nvSpPr>
        <p:spPr>
          <a:xfrm>
            <a:off x="5862607" y="24910"/>
            <a:ext cx="466787" cy="216635"/>
          </a:xfrm>
          <a:prstGeom prst="rect">
            <a:avLst/>
          </a:prstGeom>
          <a:noFill/>
        </p:spPr>
        <p:txBody>
          <a:bodyPr wrap="square" lIns="0" tIns="0" rIns="0" bIns="0" rtlCol="0" anchor="b">
            <a:spAutoFit/>
          </a:bodyPr>
          <a:lstStyle/>
          <a:p>
            <a:pPr algn="ctr"/>
            <a:r>
              <a:rPr lang="en-US" sz="1400" b="1">
                <a:solidFill>
                  <a:srgbClr val="00B050"/>
                </a:solidFill>
              </a:rPr>
              <a:t>CUI</a:t>
            </a:r>
          </a:p>
        </p:txBody>
      </p:sp>
      <p:sp>
        <p:nvSpPr>
          <p:cNvPr id="5" name="TextBox 4">
            <a:extLst>
              <a:ext uri="{FF2B5EF4-FFF2-40B4-BE49-F238E27FC236}">
                <a16:creationId xmlns:a16="http://schemas.microsoft.com/office/drawing/2014/main" id="{3DB49293-9868-09DD-39EF-161AEFC63792}"/>
              </a:ext>
            </a:extLst>
          </p:cNvPr>
          <p:cNvSpPr txBox="1"/>
          <p:nvPr userDrawn="1"/>
        </p:nvSpPr>
        <p:spPr>
          <a:xfrm>
            <a:off x="5862607" y="6624203"/>
            <a:ext cx="466787" cy="216635"/>
          </a:xfrm>
          <a:prstGeom prst="rect">
            <a:avLst/>
          </a:prstGeom>
          <a:noFill/>
        </p:spPr>
        <p:txBody>
          <a:bodyPr wrap="square" lIns="0" tIns="0" rIns="0" bIns="0" rtlCol="0" anchor="b">
            <a:spAutoFit/>
          </a:bodyPr>
          <a:lstStyle/>
          <a:p>
            <a:pPr algn="ctr"/>
            <a:r>
              <a:rPr lang="en-US" sz="1400" b="1">
                <a:solidFill>
                  <a:srgbClr val="00B050"/>
                </a:solidFill>
              </a:rPr>
              <a:t>CUI</a:t>
            </a:r>
          </a:p>
        </p:txBody>
      </p:sp>
    </p:spTree>
    <p:extLst>
      <p:ext uri="{BB962C8B-B14F-4D97-AF65-F5344CB8AC3E}">
        <p14:creationId xmlns:p14="http://schemas.microsoft.com/office/powerpoint/2010/main" val="2183580852"/>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showMasterSp="0" preserve="1" userDrawn="1">
  <p:cSld name="Section header - no Sub-Head">
    <p:bg>
      <p:bgPr>
        <a:solidFill>
          <a:schemeClr val="tx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A9860E5-FB16-921B-9978-59B24F56F9F5}"/>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1805" y="0"/>
            <a:ext cx="12188389" cy="6858000"/>
          </a:xfrm>
          <a:prstGeom prst="rect">
            <a:avLst/>
          </a:prstGeom>
        </p:spPr>
      </p:pic>
      <p:sp>
        <p:nvSpPr>
          <p:cNvPr id="14" name="Title Placeholder 1"/>
          <p:cNvSpPr>
            <a:spLocks noGrp="1"/>
          </p:cNvSpPr>
          <p:nvPr>
            <p:ph type="title"/>
          </p:nvPr>
        </p:nvSpPr>
        <p:spPr bwMode="auto">
          <a:xfrm>
            <a:off x="266700" y="2286001"/>
            <a:ext cx="11658600" cy="1285874"/>
          </a:xfrm>
          <a:prstGeom prst="rect">
            <a:avLst/>
          </a:prstGeom>
          <a:noFill/>
          <a:ln w="9525">
            <a:solidFill>
              <a:schemeClr val="accent3"/>
            </a:solidFill>
            <a:miter lim="800000"/>
            <a:headEnd/>
            <a:tailEnd/>
          </a:ln>
        </p:spPr>
        <p:txBody>
          <a:bodyPr anchor="ctr"/>
          <a:lstStyle>
            <a:lvl1pPr>
              <a:defRPr sz="3200" baseline="0">
                <a:solidFill>
                  <a:schemeClr val="accent3"/>
                </a:solidFill>
              </a:defRPr>
            </a:lvl1pPr>
          </a:lstStyle>
          <a:p>
            <a:pPr lvl="0"/>
            <a:r>
              <a:rPr lang="en-US"/>
              <a:t>Click to edit Master title style</a:t>
            </a:r>
          </a:p>
        </p:txBody>
      </p:sp>
      <p:sp>
        <p:nvSpPr>
          <p:cNvPr id="3" name="Text Box 14">
            <a:extLst>
              <a:ext uri="{FF2B5EF4-FFF2-40B4-BE49-F238E27FC236}">
                <a16:creationId xmlns:a16="http://schemas.microsoft.com/office/drawing/2014/main" id="{B8FD0A53-E9E1-93CC-5F3F-ED183C4566E7}"/>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pPr algn="r">
                <a:spcBef>
                  <a:spcPct val="50000"/>
                </a:spcBef>
                <a:defRPr/>
              </a:pPr>
              <a:t>‹#›</a:t>
            </a:fld>
            <a:endParaRPr lang="en-US" sz="1100" b="0" baseline="0"/>
          </a:p>
        </p:txBody>
      </p:sp>
      <p:pic>
        <p:nvPicPr>
          <p:cNvPr id="6" name="Picture 5" descr="A picture containing qr code&#10;&#10;Description automatically generated">
            <a:extLst>
              <a:ext uri="{FF2B5EF4-FFF2-40B4-BE49-F238E27FC236}">
                <a16:creationId xmlns:a16="http://schemas.microsoft.com/office/drawing/2014/main" id="{1100FC8E-3C81-583C-9A23-08A75A2C4FEC}"/>
              </a:ext>
            </a:extLst>
          </p:cNvPr>
          <p:cNvPicPr>
            <a:picLocks noChangeAspect="1"/>
          </p:cNvPicPr>
          <p:nvPr userDrawn="1"/>
        </p:nvPicPr>
        <p:blipFill>
          <a:blip r:embed="rId3"/>
          <a:stretch>
            <a:fillRect/>
          </a:stretch>
        </p:blipFill>
        <p:spPr>
          <a:xfrm>
            <a:off x="190500" y="5602330"/>
            <a:ext cx="2402348" cy="1065985"/>
          </a:xfrm>
          <a:prstGeom prst="rect">
            <a:avLst/>
          </a:prstGeom>
        </p:spPr>
      </p:pic>
      <p:sp>
        <p:nvSpPr>
          <p:cNvPr id="7" name="Date Placeholder 1">
            <a:extLst>
              <a:ext uri="{FF2B5EF4-FFF2-40B4-BE49-F238E27FC236}">
                <a16:creationId xmlns:a16="http://schemas.microsoft.com/office/drawing/2014/main" id="{22B933D6-5752-A997-866D-7335507E65DB}"/>
              </a:ext>
            </a:extLst>
          </p:cNvPr>
          <p:cNvSpPr>
            <a:spLocks noGrp="1"/>
          </p:cNvSpPr>
          <p:nvPr>
            <p:ph type="dt" sz="half" idx="13"/>
          </p:nvPr>
        </p:nvSpPr>
        <p:spPr>
          <a:xfrm>
            <a:off x="9163627" y="3709924"/>
            <a:ext cx="2761673" cy="385825"/>
          </a:xfrm>
          <a:prstGeom prst="rect">
            <a:avLst/>
          </a:prstGeom>
          <a:ln>
            <a:solidFill>
              <a:schemeClr val="accent3"/>
            </a:solidFill>
          </a:ln>
        </p:spPr>
        <p:txBody>
          <a:bodyPr/>
          <a:lstStyle>
            <a:lvl1pPr algn="ctr">
              <a:defRPr sz="2000">
                <a:solidFill>
                  <a:schemeClr val="accent3"/>
                </a:solidFill>
              </a:defRPr>
            </a:lvl1pPr>
          </a:lstStyle>
          <a:p>
            <a:endParaRPr lang="en-US"/>
          </a:p>
        </p:txBody>
      </p:sp>
      <p:sp>
        <p:nvSpPr>
          <p:cNvPr id="2" name="TextBox 1">
            <a:extLst>
              <a:ext uri="{FF2B5EF4-FFF2-40B4-BE49-F238E27FC236}">
                <a16:creationId xmlns:a16="http://schemas.microsoft.com/office/drawing/2014/main" id="{C4E397FB-1BD3-B604-0055-B801B36980F1}"/>
              </a:ext>
            </a:extLst>
          </p:cNvPr>
          <p:cNvSpPr txBox="1"/>
          <p:nvPr userDrawn="1"/>
        </p:nvSpPr>
        <p:spPr>
          <a:xfrm>
            <a:off x="5862607" y="24910"/>
            <a:ext cx="466787" cy="216635"/>
          </a:xfrm>
          <a:prstGeom prst="rect">
            <a:avLst/>
          </a:prstGeom>
          <a:noFill/>
        </p:spPr>
        <p:txBody>
          <a:bodyPr wrap="square" lIns="0" tIns="0" rIns="0" bIns="0" rtlCol="0" anchor="b">
            <a:spAutoFit/>
          </a:bodyPr>
          <a:lstStyle/>
          <a:p>
            <a:pPr algn="ctr"/>
            <a:r>
              <a:rPr lang="en-US" sz="1400" b="1">
                <a:solidFill>
                  <a:srgbClr val="00B050"/>
                </a:solidFill>
              </a:rPr>
              <a:t>CUI</a:t>
            </a:r>
          </a:p>
        </p:txBody>
      </p:sp>
      <p:sp>
        <p:nvSpPr>
          <p:cNvPr id="4" name="TextBox 3">
            <a:extLst>
              <a:ext uri="{FF2B5EF4-FFF2-40B4-BE49-F238E27FC236}">
                <a16:creationId xmlns:a16="http://schemas.microsoft.com/office/drawing/2014/main" id="{F89B0BD2-2241-1984-EDA5-DF47FC1C5535}"/>
              </a:ext>
            </a:extLst>
          </p:cNvPr>
          <p:cNvSpPr txBox="1"/>
          <p:nvPr userDrawn="1"/>
        </p:nvSpPr>
        <p:spPr>
          <a:xfrm>
            <a:off x="5862607" y="6624203"/>
            <a:ext cx="466787" cy="216635"/>
          </a:xfrm>
          <a:prstGeom prst="rect">
            <a:avLst/>
          </a:prstGeom>
          <a:noFill/>
        </p:spPr>
        <p:txBody>
          <a:bodyPr wrap="square" lIns="0" tIns="0" rIns="0" bIns="0" rtlCol="0" anchor="b">
            <a:spAutoFit/>
          </a:bodyPr>
          <a:lstStyle/>
          <a:p>
            <a:pPr algn="ctr"/>
            <a:r>
              <a:rPr lang="en-US" sz="1400" b="1">
                <a:solidFill>
                  <a:srgbClr val="00B050"/>
                </a:solidFill>
              </a:rPr>
              <a:t>CUI</a:t>
            </a:r>
          </a:p>
        </p:txBody>
      </p:sp>
    </p:spTree>
    <p:extLst>
      <p:ext uri="{BB962C8B-B14F-4D97-AF65-F5344CB8AC3E}">
        <p14:creationId xmlns:p14="http://schemas.microsoft.com/office/powerpoint/2010/main" val="2897725979"/>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showMasterSp="0" preserve="1" userDrawn="1">
  <p:cSld name="Section - Content Only">
    <p:bg>
      <p:bgPr>
        <a:solidFill>
          <a:schemeClr val="tx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FDB948E-B4CD-A49A-882A-F350D2A911BE}"/>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1805" y="0"/>
            <a:ext cx="12188389" cy="6858000"/>
          </a:xfrm>
          <a:prstGeom prst="rect">
            <a:avLst/>
          </a:prstGeom>
        </p:spPr>
      </p:pic>
      <p:sp>
        <p:nvSpPr>
          <p:cNvPr id="4" name="Content Placeholder 3"/>
          <p:cNvSpPr>
            <a:spLocks noGrp="1"/>
          </p:cNvSpPr>
          <p:nvPr>
            <p:ph sz="quarter" idx="12"/>
          </p:nvPr>
        </p:nvSpPr>
        <p:spPr>
          <a:xfrm>
            <a:off x="266700" y="2157413"/>
            <a:ext cx="11658600" cy="1798637"/>
          </a:xfrm>
          <a:ln>
            <a:solidFill>
              <a:schemeClr val="accent3"/>
            </a:solidFill>
          </a:ln>
        </p:spPr>
        <p:txBody>
          <a:bodyPr anchor="ctr"/>
          <a:lstStyle>
            <a:lvl1pPr>
              <a:defRPr>
                <a:solidFill>
                  <a:schemeClr val="accent3"/>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Date Placeholder 1">
            <a:extLst>
              <a:ext uri="{FF2B5EF4-FFF2-40B4-BE49-F238E27FC236}">
                <a16:creationId xmlns:a16="http://schemas.microsoft.com/office/drawing/2014/main" id="{930F58C1-4114-4FD3-B651-E3BC6C7CBC47}"/>
              </a:ext>
            </a:extLst>
          </p:cNvPr>
          <p:cNvSpPr>
            <a:spLocks noGrp="1"/>
          </p:cNvSpPr>
          <p:nvPr>
            <p:ph type="dt" sz="half" idx="13"/>
          </p:nvPr>
        </p:nvSpPr>
        <p:spPr>
          <a:xfrm>
            <a:off x="9163627" y="4043299"/>
            <a:ext cx="2761673" cy="385825"/>
          </a:xfrm>
          <a:prstGeom prst="rect">
            <a:avLst/>
          </a:prstGeom>
          <a:ln>
            <a:solidFill>
              <a:schemeClr val="accent3"/>
            </a:solidFill>
          </a:ln>
        </p:spPr>
        <p:txBody>
          <a:bodyPr/>
          <a:lstStyle>
            <a:lvl1pPr algn="ctr">
              <a:defRPr sz="2000">
                <a:solidFill>
                  <a:schemeClr val="accent3"/>
                </a:solidFill>
              </a:defRPr>
            </a:lvl1pPr>
          </a:lstStyle>
          <a:p>
            <a:endParaRPr lang="en-US"/>
          </a:p>
        </p:txBody>
      </p:sp>
      <p:sp>
        <p:nvSpPr>
          <p:cNvPr id="3" name="Text Box 14">
            <a:extLst>
              <a:ext uri="{FF2B5EF4-FFF2-40B4-BE49-F238E27FC236}">
                <a16:creationId xmlns:a16="http://schemas.microsoft.com/office/drawing/2014/main" id="{4B9A921A-5A1E-39D1-94FE-6E1E04C028AC}"/>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pPr algn="r">
                <a:spcBef>
                  <a:spcPct val="50000"/>
                </a:spcBef>
                <a:defRPr/>
              </a:pPr>
              <a:t>‹#›</a:t>
            </a:fld>
            <a:endParaRPr lang="en-US" sz="1100" b="0" baseline="0"/>
          </a:p>
        </p:txBody>
      </p:sp>
      <p:pic>
        <p:nvPicPr>
          <p:cNvPr id="6" name="Picture 5" descr="A picture containing qr code&#10;&#10;Description automatically generated">
            <a:extLst>
              <a:ext uri="{FF2B5EF4-FFF2-40B4-BE49-F238E27FC236}">
                <a16:creationId xmlns:a16="http://schemas.microsoft.com/office/drawing/2014/main" id="{30F6006C-DEAA-A93E-62A5-A2759A856E6B}"/>
              </a:ext>
            </a:extLst>
          </p:cNvPr>
          <p:cNvPicPr>
            <a:picLocks noChangeAspect="1"/>
          </p:cNvPicPr>
          <p:nvPr userDrawn="1"/>
        </p:nvPicPr>
        <p:blipFill>
          <a:blip r:embed="rId3"/>
          <a:stretch>
            <a:fillRect/>
          </a:stretch>
        </p:blipFill>
        <p:spPr>
          <a:xfrm>
            <a:off x="190500" y="5602330"/>
            <a:ext cx="2402348" cy="1065985"/>
          </a:xfrm>
          <a:prstGeom prst="rect">
            <a:avLst/>
          </a:prstGeom>
        </p:spPr>
      </p:pic>
      <p:sp>
        <p:nvSpPr>
          <p:cNvPr id="7" name="TextBox 6">
            <a:extLst>
              <a:ext uri="{FF2B5EF4-FFF2-40B4-BE49-F238E27FC236}">
                <a16:creationId xmlns:a16="http://schemas.microsoft.com/office/drawing/2014/main" id="{6B1A8707-5D07-168E-A660-71E24684D34A}"/>
              </a:ext>
            </a:extLst>
          </p:cNvPr>
          <p:cNvSpPr txBox="1"/>
          <p:nvPr userDrawn="1"/>
        </p:nvSpPr>
        <p:spPr>
          <a:xfrm>
            <a:off x="5862607" y="24910"/>
            <a:ext cx="466787" cy="216635"/>
          </a:xfrm>
          <a:prstGeom prst="rect">
            <a:avLst/>
          </a:prstGeom>
          <a:noFill/>
        </p:spPr>
        <p:txBody>
          <a:bodyPr wrap="square" lIns="0" tIns="0" rIns="0" bIns="0" rtlCol="0" anchor="b">
            <a:spAutoFit/>
          </a:bodyPr>
          <a:lstStyle/>
          <a:p>
            <a:pPr algn="ctr"/>
            <a:r>
              <a:rPr lang="en-US" sz="1400" b="1">
                <a:solidFill>
                  <a:srgbClr val="00B050"/>
                </a:solidFill>
              </a:rPr>
              <a:t>CUI</a:t>
            </a:r>
          </a:p>
        </p:txBody>
      </p:sp>
      <p:sp>
        <p:nvSpPr>
          <p:cNvPr id="8" name="TextBox 7">
            <a:extLst>
              <a:ext uri="{FF2B5EF4-FFF2-40B4-BE49-F238E27FC236}">
                <a16:creationId xmlns:a16="http://schemas.microsoft.com/office/drawing/2014/main" id="{226D763A-45F5-16E1-3837-E3A03BFB0CE1}"/>
              </a:ext>
            </a:extLst>
          </p:cNvPr>
          <p:cNvSpPr txBox="1"/>
          <p:nvPr userDrawn="1"/>
        </p:nvSpPr>
        <p:spPr>
          <a:xfrm>
            <a:off x="5862607" y="6624203"/>
            <a:ext cx="466787" cy="216635"/>
          </a:xfrm>
          <a:prstGeom prst="rect">
            <a:avLst/>
          </a:prstGeom>
          <a:noFill/>
        </p:spPr>
        <p:txBody>
          <a:bodyPr wrap="square" lIns="0" tIns="0" rIns="0" bIns="0" rtlCol="0" anchor="b">
            <a:spAutoFit/>
          </a:bodyPr>
          <a:lstStyle/>
          <a:p>
            <a:pPr algn="ctr"/>
            <a:r>
              <a:rPr lang="en-US" sz="1400" b="1">
                <a:solidFill>
                  <a:srgbClr val="00B050"/>
                </a:solidFill>
              </a:rPr>
              <a:t>CUI</a:t>
            </a:r>
          </a:p>
        </p:txBody>
      </p:sp>
    </p:spTree>
    <p:extLst>
      <p:ext uri="{BB962C8B-B14F-4D97-AF65-F5344CB8AC3E}">
        <p14:creationId xmlns:p14="http://schemas.microsoft.com/office/powerpoint/2010/main" val="4145102711"/>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showMasterSp="0" preserve="1" userDrawn="1">
  <p:cSld name="Title - 2 Pics">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6A2CA99E-4AAA-5371-9462-7AD3D7D937C7}"/>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11232" y="0"/>
            <a:ext cx="12188389" cy="6858000"/>
          </a:xfrm>
          <a:prstGeom prst="rect">
            <a:avLst/>
          </a:prstGeom>
        </p:spPr>
      </p:pic>
      <p:sp>
        <p:nvSpPr>
          <p:cNvPr id="14" name="Title 5"/>
          <p:cNvSpPr>
            <a:spLocks noGrp="1"/>
          </p:cNvSpPr>
          <p:nvPr>
            <p:ph type="title"/>
          </p:nvPr>
        </p:nvSpPr>
        <p:spPr>
          <a:xfrm>
            <a:off x="266700" y="265872"/>
            <a:ext cx="5829300" cy="1671543"/>
          </a:xfrm>
          <a:noFill/>
          <a:ln w="19050">
            <a:solidFill>
              <a:schemeClr val="accent3"/>
            </a:solidFill>
          </a:ln>
        </p:spPr>
        <p:txBody>
          <a:bodyPr/>
          <a:lstStyle>
            <a:lvl1pPr>
              <a:defRPr>
                <a:solidFill>
                  <a:schemeClr val="accent3"/>
                </a:solidFill>
              </a:defRPr>
            </a:lvl1pPr>
          </a:lstStyle>
          <a:p>
            <a:r>
              <a:rPr lang="en-US"/>
              <a:t>Click to edit Master title style</a:t>
            </a:r>
          </a:p>
        </p:txBody>
      </p:sp>
      <p:sp>
        <p:nvSpPr>
          <p:cNvPr id="15" name="Picture Placeholder 16"/>
          <p:cNvSpPr>
            <a:spLocks noGrp="1" noChangeAspect="1"/>
          </p:cNvSpPr>
          <p:nvPr>
            <p:ph type="pic" sz="quarter" idx="13"/>
          </p:nvPr>
        </p:nvSpPr>
        <p:spPr>
          <a:xfrm>
            <a:off x="6220046" y="265872"/>
            <a:ext cx="5705253" cy="3081131"/>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a:t>Click icon to add picture</a:t>
            </a:r>
          </a:p>
        </p:txBody>
      </p:sp>
      <p:sp>
        <p:nvSpPr>
          <p:cNvPr id="16" name="Picture Placeholder 16"/>
          <p:cNvSpPr>
            <a:spLocks noGrp="1" noChangeAspect="1"/>
          </p:cNvSpPr>
          <p:nvPr>
            <p:ph type="pic" sz="quarter" idx="14"/>
          </p:nvPr>
        </p:nvSpPr>
        <p:spPr>
          <a:xfrm>
            <a:off x="6220046" y="3528391"/>
            <a:ext cx="5705253" cy="3081131"/>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a:t>Click icon to add picture</a:t>
            </a:r>
          </a:p>
        </p:txBody>
      </p:sp>
      <p:sp>
        <p:nvSpPr>
          <p:cNvPr id="7" name="Text Placeholder 6"/>
          <p:cNvSpPr>
            <a:spLocks noGrp="1"/>
          </p:cNvSpPr>
          <p:nvPr>
            <p:ph type="body" sz="quarter" idx="15"/>
          </p:nvPr>
        </p:nvSpPr>
        <p:spPr>
          <a:xfrm>
            <a:off x="266700" y="2059389"/>
            <a:ext cx="5816600" cy="3307950"/>
          </a:xfrm>
          <a:ln>
            <a:solidFill>
              <a:schemeClr val="accent3"/>
            </a:solidFill>
          </a:ln>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5" name="Picture 4" descr="A picture containing qr code&#10;&#10;Description automatically generated">
            <a:extLst>
              <a:ext uri="{FF2B5EF4-FFF2-40B4-BE49-F238E27FC236}">
                <a16:creationId xmlns:a16="http://schemas.microsoft.com/office/drawing/2014/main" id="{CC1A89D0-0707-593E-6331-0996B0CFBFA9}"/>
              </a:ext>
            </a:extLst>
          </p:cNvPr>
          <p:cNvPicPr>
            <a:picLocks noChangeAspect="1"/>
          </p:cNvPicPr>
          <p:nvPr userDrawn="1"/>
        </p:nvPicPr>
        <p:blipFill>
          <a:blip r:embed="rId3"/>
          <a:stretch>
            <a:fillRect/>
          </a:stretch>
        </p:blipFill>
        <p:spPr>
          <a:xfrm>
            <a:off x="190500" y="5602330"/>
            <a:ext cx="2402348" cy="1065985"/>
          </a:xfrm>
          <a:prstGeom prst="rect">
            <a:avLst/>
          </a:prstGeom>
        </p:spPr>
      </p:pic>
      <p:sp>
        <p:nvSpPr>
          <p:cNvPr id="3" name="TextBox 2">
            <a:extLst>
              <a:ext uri="{FF2B5EF4-FFF2-40B4-BE49-F238E27FC236}">
                <a16:creationId xmlns:a16="http://schemas.microsoft.com/office/drawing/2014/main" id="{69DD5BFE-D25D-8741-ADAE-C79A9ECF903E}"/>
              </a:ext>
            </a:extLst>
          </p:cNvPr>
          <p:cNvSpPr txBox="1"/>
          <p:nvPr userDrawn="1"/>
        </p:nvSpPr>
        <p:spPr>
          <a:xfrm>
            <a:off x="5862607" y="24910"/>
            <a:ext cx="466787" cy="216635"/>
          </a:xfrm>
          <a:prstGeom prst="rect">
            <a:avLst/>
          </a:prstGeom>
          <a:noFill/>
        </p:spPr>
        <p:txBody>
          <a:bodyPr wrap="square" lIns="0" tIns="0" rIns="0" bIns="0" rtlCol="0" anchor="b">
            <a:spAutoFit/>
          </a:bodyPr>
          <a:lstStyle/>
          <a:p>
            <a:pPr algn="ctr"/>
            <a:r>
              <a:rPr lang="en-US" sz="1400" b="1">
                <a:solidFill>
                  <a:srgbClr val="00B050"/>
                </a:solidFill>
              </a:rPr>
              <a:t>CUI</a:t>
            </a:r>
          </a:p>
        </p:txBody>
      </p:sp>
      <p:sp>
        <p:nvSpPr>
          <p:cNvPr id="4" name="TextBox 3">
            <a:extLst>
              <a:ext uri="{FF2B5EF4-FFF2-40B4-BE49-F238E27FC236}">
                <a16:creationId xmlns:a16="http://schemas.microsoft.com/office/drawing/2014/main" id="{2118CA89-9EB2-83A5-C690-ED0F196E89C9}"/>
              </a:ext>
            </a:extLst>
          </p:cNvPr>
          <p:cNvSpPr txBox="1"/>
          <p:nvPr userDrawn="1"/>
        </p:nvSpPr>
        <p:spPr>
          <a:xfrm>
            <a:off x="5862607" y="6624203"/>
            <a:ext cx="466787" cy="216635"/>
          </a:xfrm>
          <a:prstGeom prst="rect">
            <a:avLst/>
          </a:prstGeom>
          <a:noFill/>
        </p:spPr>
        <p:txBody>
          <a:bodyPr wrap="square" lIns="0" tIns="0" rIns="0" bIns="0" rtlCol="0" anchor="b">
            <a:spAutoFit/>
          </a:bodyPr>
          <a:lstStyle/>
          <a:p>
            <a:pPr algn="ctr"/>
            <a:r>
              <a:rPr lang="en-US" sz="1400" b="1">
                <a:solidFill>
                  <a:srgbClr val="00B050"/>
                </a:solidFill>
              </a:rPr>
              <a:t>CUI</a:t>
            </a:r>
          </a:p>
        </p:txBody>
      </p:sp>
      <p:sp>
        <p:nvSpPr>
          <p:cNvPr id="6" name="Text Placeholder 3">
            <a:extLst>
              <a:ext uri="{FF2B5EF4-FFF2-40B4-BE49-F238E27FC236}">
                <a16:creationId xmlns:a16="http://schemas.microsoft.com/office/drawing/2014/main" id="{DF92E724-FB8E-DBF9-9C01-321A41DCF83B}"/>
              </a:ext>
            </a:extLst>
          </p:cNvPr>
          <p:cNvSpPr>
            <a:spLocks noGrp="1"/>
          </p:cNvSpPr>
          <p:nvPr>
            <p:ph type="body" sz="quarter" idx="20" hasCustomPrompt="1"/>
          </p:nvPr>
        </p:nvSpPr>
        <p:spPr>
          <a:xfrm>
            <a:off x="2816126" y="5408613"/>
            <a:ext cx="3403920" cy="1220787"/>
          </a:xfrm>
        </p:spPr>
        <p:txBody>
          <a:bodyPr wrap="none" lIns="0" rIns="0" anchor="ctr">
            <a:normAutofit/>
          </a:bodyPr>
          <a:lstStyle>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750879453"/>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showMasterSp="0" preserve="1" userDrawn="1">
  <p:cSld name="Title - 3 Pics (horizontal)">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08A2208-647F-606B-8F64-F37557D56788}"/>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1805" y="0"/>
            <a:ext cx="12188389" cy="6858000"/>
          </a:xfrm>
          <a:prstGeom prst="rect">
            <a:avLst/>
          </a:prstGeom>
        </p:spPr>
      </p:pic>
      <p:sp>
        <p:nvSpPr>
          <p:cNvPr id="14" name="Title 5"/>
          <p:cNvSpPr>
            <a:spLocks noGrp="1"/>
          </p:cNvSpPr>
          <p:nvPr>
            <p:ph type="title"/>
          </p:nvPr>
        </p:nvSpPr>
        <p:spPr>
          <a:xfrm>
            <a:off x="266700" y="260931"/>
            <a:ext cx="5821279" cy="1671543"/>
          </a:xfrm>
          <a:noFill/>
          <a:ln w="12700">
            <a:solidFill>
              <a:schemeClr val="accent3"/>
            </a:solidFill>
          </a:ln>
        </p:spPr>
        <p:txBody>
          <a:bodyPr/>
          <a:lstStyle>
            <a:lvl1pPr>
              <a:defRPr>
                <a:solidFill>
                  <a:schemeClr val="accent3"/>
                </a:solidFill>
              </a:defRPr>
            </a:lvl1pPr>
          </a:lstStyle>
          <a:p>
            <a:r>
              <a:rPr lang="en-US"/>
              <a:t>Click to edit Master title style</a:t>
            </a:r>
          </a:p>
        </p:txBody>
      </p:sp>
      <p:sp>
        <p:nvSpPr>
          <p:cNvPr id="15" name="Picture Placeholder 16"/>
          <p:cNvSpPr>
            <a:spLocks noGrp="1" noChangeAspect="1"/>
          </p:cNvSpPr>
          <p:nvPr>
            <p:ph type="pic" sz="quarter" idx="13"/>
          </p:nvPr>
        </p:nvSpPr>
        <p:spPr>
          <a:xfrm>
            <a:off x="6346659" y="260931"/>
            <a:ext cx="5578641" cy="3081131"/>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a:t>Click icon to add picture</a:t>
            </a:r>
          </a:p>
        </p:txBody>
      </p:sp>
      <p:sp>
        <p:nvSpPr>
          <p:cNvPr id="9" name="Picture Placeholder 16"/>
          <p:cNvSpPr>
            <a:spLocks noGrp="1"/>
          </p:cNvSpPr>
          <p:nvPr>
            <p:ph type="pic" sz="quarter" idx="15"/>
          </p:nvPr>
        </p:nvSpPr>
        <p:spPr>
          <a:xfrm>
            <a:off x="8610600" y="3507454"/>
            <a:ext cx="3314700" cy="3093720"/>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a:t>Click icon to add picture</a:t>
            </a:r>
          </a:p>
        </p:txBody>
      </p:sp>
      <p:sp>
        <p:nvSpPr>
          <p:cNvPr id="3" name="Content Placeholder 2"/>
          <p:cNvSpPr>
            <a:spLocks noGrp="1"/>
          </p:cNvSpPr>
          <p:nvPr>
            <p:ph sz="quarter" idx="17"/>
          </p:nvPr>
        </p:nvSpPr>
        <p:spPr>
          <a:xfrm>
            <a:off x="266700" y="2058988"/>
            <a:ext cx="5808663" cy="3308350"/>
          </a:xfrm>
          <a:ln>
            <a:solidFill>
              <a:schemeClr val="accent3"/>
            </a:solidFill>
          </a:ln>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Picture Placeholder 16"/>
          <p:cNvSpPr>
            <a:spLocks noGrp="1"/>
          </p:cNvSpPr>
          <p:nvPr>
            <p:ph type="pic" sz="quarter" idx="16"/>
          </p:nvPr>
        </p:nvSpPr>
        <p:spPr>
          <a:xfrm>
            <a:off x="5140944" y="3507454"/>
            <a:ext cx="3314700" cy="3093720"/>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a:t>Click icon to add picture</a:t>
            </a:r>
          </a:p>
        </p:txBody>
      </p:sp>
      <p:pic>
        <p:nvPicPr>
          <p:cNvPr id="5" name="Picture 4" descr="A picture containing qr code&#10;&#10;Description automatically generated">
            <a:extLst>
              <a:ext uri="{FF2B5EF4-FFF2-40B4-BE49-F238E27FC236}">
                <a16:creationId xmlns:a16="http://schemas.microsoft.com/office/drawing/2014/main" id="{B1CCCAD0-1673-986A-13CB-641150EDAA17}"/>
              </a:ext>
            </a:extLst>
          </p:cNvPr>
          <p:cNvPicPr>
            <a:picLocks noChangeAspect="1"/>
          </p:cNvPicPr>
          <p:nvPr userDrawn="1"/>
        </p:nvPicPr>
        <p:blipFill>
          <a:blip r:embed="rId3"/>
          <a:stretch>
            <a:fillRect/>
          </a:stretch>
        </p:blipFill>
        <p:spPr>
          <a:xfrm>
            <a:off x="190500" y="5602330"/>
            <a:ext cx="2402348" cy="1065985"/>
          </a:xfrm>
          <a:prstGeom prst="rect">
            <a:avLst/>
          </a:prstGeom>
        </p:spPr>
      </p:pic>
      <p:sp>
        <p:nvSpPr>
          <p:cNvPr id="2" name="TextBox 1">
            <a:extLst>
              <a:ext uri="{FF2B5EF4-FFF2-40B4-BE49-F238E27FC236}">
                <a16:creationId xmlns:a16="http://schemas.microsoft.com/office/drawing/2014/main" id="{D65A919C-BB57-C85E-D512-91C2F36D8E3C}"/>
              </a:ext>
            </a:extLst>
          </p:cNvPr>
          <p:cNvSpPr txBox="1"/>
          <p:nvPr userDrawn="1"/>
        </p:nvSpPr>
        <p:spPr>
          <a:xfrm>
            <a:off x="5862607" y="24910"/>
            <a:ext cx="466787" cy="216635"/>
          </a:xfrm>
          <a:prstGeom prst="rect">
            <a:avLst/>
          </a:prstGeom>
          <a:noFill/>
        </p:spPr>
        <p:txBody>
          <a:bodyPr wrap="square" lIns="0" tIns="0" rIns="0" bIns="0" rtlCol="0" anchor="b">
            <a:spAutoFit/>
          </a:bodyPr>
          <a:lstStyle/>
          <a:p>
            <a:pPr algn="ctr"/>
            <a:r>
              <a:rPr lang="en-US" sz="1400" b="1">
                <a:solidFill>
                  <a:srgbClr val="00B050"/>
                </a:solidFill>
              </a:rPr>
              <a:t>CUI</a:t>
            </a:r>
          </a:p>
        </p:txBody>
      </p:sp>
      <p:sp>
        <p:nvSpPr>
          <p:cNvPr id="6" name="TextBox 5">
            <a:extLst>
              <a:ext uri="{FF2B5EF4-FFF2-40B4-BE49-F238E27FC236}">
                <a16:creationId xmlns:a16="http://schemas.microsoft.com/office/drawing/2014/main" id="{9F43E06D-00DD-5633-AC95-2BB934291B12}"/>
              </a:ext>
            </a:extLst>
          </p:cNvPr>
          <p:cNvSpPr txBox="1"/>
          <p:nvPr userDrawn="1"/>
        </p:nvSpPr>
        <p:spPr>
          <a:xfrm>
            <a:off x="5862607" y="6624203"/>
            <a:ext cx="466787" cy="216635"/>
          </a:xfrm>
          <a:prstGeom prst="rect">
            <a:avLst/>
          </a:prstGeom>
          <a:noFill/>
        </p:spPr>
        <p:txBody>
          <a:bodyPr wrap="square" lIns="0" tIns="0" rIns="0" bIns="0" rtlCol="0" anchor="b">
            <a:spAutoFit/>
          </a:bodyPr>
          <a:lstStyle/>
          <a:p>
            <a:pPr algn="ctr"/>
            <a:r>
              <a:rPr lang="en-US" sz="1400" b="1">
                <a:solidFill>
                  <a:srgbClr val="00B050"/>
                </a:solidFill>
              </a:rPr>
              <a:t>CUI</a:t>
            </a:r>
          </a:p>
        </p:txBody>
      </p:sp>
      <p:sp>
        <p:nvSpPr>
          <p:cNvPr id="7" name="Text Placeholder 3">
            <a:extLst>
              <a:ext uri="{FF2B5EF4-FFF2-40B4-BE49-F238E27FC236}">
                <a16:creationId xmlns:a16="http://schemas.microsoft.com/office/drawing/2014/main" id="{178FC1A7-865F-04A4-DEDA-753B0AAD0B77}"/>
              </a:ext>
            </a:extLst>
          </p:cNvPr>
          <p:cNvSpPr>
            <a:spLocks noGrp="1"/>
          </p:cNvSpPr>
          <p:nvPr>
            <p:ph type="body" sz="quarter" idx="20" hasCustomPrompt="1"/>
          </p:nvPr>
        </p:nvSpPr>
        <p:spPr>
          <a:xfrm>
            <a:off x="2816126" y="5408613"/>
            <a:ext cx="3403920" cy="1220787"/>
          </a:xfrm>
        </p:spPr>
        <p:txBody>
          <a:bodyPr wrap="none" lIns="0" rIns="0" anchor="ctr">
            <a:normAutofit/>
          </a:bodyPr>
          <a:lstStyle>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06442050"/>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showMasterSp="0" preserve="1" userDrawn="1">
  <p:cSld name="Title - 4 Pics">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972CCC1-BFFC-C6EA-3790-7E99857DF180}"/>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1805" y="0"/>
            <a:ext cx="12188389" cy="6858000"/>
          </a:xfrm>
          <a:prstGeom prst="rect">
            <a:avLst/>
          </a:prstGeom>
        </p:spPr>
      </p:pic>
      <p:sp>
        <p:nvSpPr>
          <p:cNvPr id="3" name="Text Placeholder 2"/>
          <p:cNvSpPr>
            <a:spLocks noGrp="1"/>
          </p:cNvSpPr>
          <p:nvPr>
            <p:ph type="body" sz="quarter" idx="19"/>
          </p:nvPr>
        </p:nvSpPr>
        <p:spPr>
          <a:xfrm>
            <a:off x="381000" y="2059387"/>
            <a:ext cx="4867275" cy="3315887"/>
          </a:xfrm>
          <a:ln>
            <a:solidFill>
              <a:schemeClr val="accent3"/>
            </a:solidFill>
          </a:ln>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Picture Placeholder 16"/>
          <p:cNvSpPr>
            <a:spLocks noGrp="1"/>
          </p:cNvSpPr>
          <p:nvPr>
            <p:ph type="pic" sz="quarter" idx="15"/>
          </p:nvPr>
        </p:nvSpPr>
        <p:spPr>
          <a:xfrm>
            <a:off x="8723481" y="3423957"/>
            <a:ext cx="3201819" cy="2988364"/>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a:t>Click icon to add picture</a:t>
            </a:r>
          </a:p>
        </p:txBody>
      </p:sp>
      <p:sp>
        <p:nvSpPr>
          <p:cNvPr id="19" name="Picture Placeholder 16"/>
          <p:cNvSpPr>
            <a:spLocks noGrp="1"/>
          </p:cNvSpPr>
          <p:nvPr>
            <p:ph type="pic" sz="quarter" idx="16"/>
          </p:nvPr>
        </p:nvSpPr>
        <p:spPr>
          <a:xfrm>
            <a:off x="5371264" y="3423957"/>
            <a:ext cx="3201819" cy="2988364"/>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a:t>Click icon to add picture</a:t>
            </a:r>
          </a:p>
        </p:txBody>
      </p:sp>
      <p:sp>
        <p:nvSpPr>
          <p:cNvPr id="20" name="Picture Placeholder 16"/>
          <p:cNvSpPr>
            <a:spLocks noGrp="1"/>
          </p:cNvSpPr>
          <p:nvPr>
            <p:ph type="pic" sz="quarter" idx="17"/>
          </p:nvPr>
        </p:nvSpPr>
        <p:spPr>
          <a:xfrm>
            <a:off x="8723481" y="265872"/>
            <a:ext cx="3201819" cy="2988364"/>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a:t>Click icon to add picture</a:t>
            </a:r>
          </a:p>
        </p:txBody>
      </p:sp>
      <p:sp>
        <p:nvSpPr>
          <p:cNvPr id="14" name="Title 5"/>
          <p:cNvSpPr>
            <a:spLocks noGrp="1"/>
          </p:cNvSpPr>
          <p:nvPr>
            <p:ph type="title"/>
          </p:nvPr>
        </p:nvSpPr>
        <p:spPr>
          <a:xfrm>
            <a:off x="381000" y="265872"/>
            <a:ext cx="4866861" cy="1671543"/>
          </a:xfrm>
          <a:noFill/>
          <a:ln w="12700">
            <a:solidFill>
              <a:schemeClr val="accent3"/>
            </a:solidFill>
          </a:ln>
        </p:spPr>
        <p:txBody>
          <a:bodyPr/>
          <a:lstStyle>
            <a:lvl1pPr>
              <a:defRPr>
                <a:solidFill>
                  <a:schemeClr val="accent3"/>
                </a:solidFill>
              </a:defRPr>
            </a:lvl1pPr>
          </a:lstStyle>
          <a:p>
            <a:r>
              <a:rPr lang="en-US"/>
              <a:t>Click to edit Master title style</a:t>
            </a:r>
          </a:p>
        </p:txBody>
      </p:sp>
      <p:sp>
        <p:nvSpPr>
          <p:cNvPr id="21" name="Picture Placeholder 16"/>
          <p:cNvSpPr>
            <a:spLocks noGrp="1"/>
          </p:cNvSpPr>
          <p:nvPr>
            <p:ph type="pic" sz="quarter" idx="18"/>
          </p:nvPr>
        </p:nvSpPr>
        <p:spPr>
          <a:xfrm>
            <a:off x="5371264" y="265872"/>
            <a:ext cx="3201819" cy="2988364"/>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a:t>Click icon to add picture</a:t>
            </a:r>
          </a:p>
        </p:txBody>
      </p:sp>
      <p:pic>
        <p:nvPicPr>
          <p:cNvPr id="5" name="Picture 4" descr="A picture containing qr code&#10;&#10;Description automatically generated">
            <a:extLst>
              <a:ext uri="{FF2B5EF4-FFF2-40B4-BE49-F238E27FC236}">
                <a16:creationId xmlns:a16="http://schemas.microsoft.com/office/drawing/2014/main" id="{6E24EF9F-84E9-63AF-E2E6-C9F20CDDF17F}"/>
              </a:ext>
            </a:extLst>
          </p:cNvPr>
          <p:cNvPicPr>
            <a:picLocks noChangeAspect="1"/>
          </p:cNvPicPr>
          <p:nvPr userDrawn="1"/>
        </p:nvPicPr>
        <p:blipFill>
          <a:blip r:embed="rId3"/>
          <a:stretch>
            <a:fillRect/>
          </a:stretch>
        </p:blipFill>
        <p:spPr>
          <a:xfrm>
            <a:off x="190500" y="5602330"/>
            <a:ext cx="2402348" cy="1065985"/>
          </a:xfrm>
          <a:prstGeom prst="rect">
            <a:avLst/>
          </a:prstGeom>
        </p:spPr>
      </p:pic>
      <p:sp>
        <p:nvSpPr>
          <p:cNvPr id="2" name="TextBox 1">
            <a:extLst>
              <a:ext uri="{FF2B5EF4-FFF2-40B4-BE49-F238E27FC236}">
                <a16:creationId xmlns:a16="http://schemas.microsoft.com/office/drawing/2014/main" id="{6601B32B-620F-5F12-C780-5B24254CA8D4}"/>
              </a:ext>
            </a:extLst>
          </p:cNvPr>
          <p:cNvSpPr txBox="1"/>
          <p:nvPr userDrawn="1"/>
        </p:nvSpPr>
        <p:spPr>
          <a:xfrm>
            <a:off x="5862607" y="24910"/>
            <a:ext cx="466787" cy="216635"/>
          </a:xfrm>
          <a:prstGeom prst="rect">
            <a:avLst/>
          </a:prstGeom>
          <a:noFill/>
        </p:spPr>
        <p:txBody>
          <a:bodyPr wrap="square" lIns="0" tIns="0" rIns="0" bIns="0" rtlCol="0" anchor="b">
            <a:spAutoFit/>
          </a:bodyPr>
          <a:lstStyle/>
          <a:p>
            <a:pPr algn="ctr"/>
            <a:r>
              <a:rPr lang="en-US" sz="1400" b="1">
                <a:solidFill>
                  <a:srgbClr val="00B050"/>
                </a:solidFill>
              </a:rPr>
              <a:t>CUI</a:t>
            </a:r>
          </a:p>
        </p:txBody>
      </p:sp>
      <p:sp>
        <p:nvSpPr>
          <p:cNvPr id="6" name="TextBox 5">
            <a:extLst>
              <a:ext uri="{FF2B5EF4-FFF2-40B4-BE49-F238E27FC236}">
                <a16:creationId xmlns:a16="http://schemas.microsoft.com/office/drawing/2014/main" id="{D4C974F1-8C7E-A3AA-CFB8-4D1931322188}"/>
              </a:ext>
            </a:extLst>
          </p:cNvPr>
          <p:cNvSpPr txBox="1"/>
          <p:nvPr userDrawn="1"/>
        </p:nvSpPr>
        <p:spPr>
          <a:xfrm>
            <a:off x="5862607" y="6624203"/>
            <a:ext cx="466787" cy="216635"/>
          </a:xfrm>
          <a:prstGeom prst="rect">
            <a:avLst/>
          </a:prstGeom>
          <a:noFill/>
        </p:spPr>
        <p:txBody>
          <a:bodyPr wrap="square" lIns="0" tIns="0" rIns="0" bIns="0" rtlCol="0" anchor="b">
            <a:spAutoFit/>
          </a:bodyPr>
          <a:lstStyle/>
          <a:p>
            <a:pPr algn="ctr"/>
            <a:r>
              <a:rPr lang="en-US" sz="1400" b="1">
                <a:solidFill>
                  <a:srgbClr val="00B050"/>
                </a:solidFill>
              </a:rPr>
              <a:t>CUI</a:t>
            </a:r>
          </a:p>
        </p:txBody>
      </p:sp>
      <p:sp>
        <p:nvSpPr>
          <p:cNvPr id="7" name="Text Placeholder 3">
            <a:extLst>
              <a:ext uri="{FF2B5EF4-FFF2-40B4-BE49-F238E27FC236}">
                <a16:creationId xmlns:a16="http://schemas.microsoft.com/office/drawing/2014/main" id="{4F1F7A21-0DBA-C465-E0AA-72DD009C817B}"/>
              </a:ext>
            </a:extLst>
          </p:cNvPr>
          <p:cNvSpPr>
            <a:spLocks noGrp="1"/>
          </p:cNvSpPr>
          <p:nvPr>
            <p:ph type="body" sz="quarter" idx="20" hasCustomPrompt="1"/>
          </p:nvPr>
        </p:nvSpPr>
        <p:spPr>
          <a:xfrm>
            <a:off x="2816126" y="5408613"/>
            <a:ext cx="3403920" cy="1220787"/>
          </a:xfrm>
        </p:spPr>
        <p:txBody>
          <a:bodyPr wrap="none" lIns="0" rIns="0" anchor="ctr">
            <a:normAutofit/>
          </a:bodyPr>
          <a:lstStyle>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21041307"/>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showMasterSp="0" preserve="1" userDrawn="1">
  <p:cSld name="Title - 3 Pics (vertical)">
    <p:bg>
      <p:bgPr>
        <a:solidFill>
          <a:schemeClr val="tx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5556BFFC-FD6D-D4CC-D857-29E26DC42C8B}"/>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20657" y="0"/>
            <a:ext cx="12188389" cy="6858000"/>
          </a:xfrm>
          <a:prstGeom prst="rect">
            <a:avLst/>
          </a:prstGeom>
        </p:spPr>
      </p:pic>
      <p:sp>
        <p:nvSpPr>
          <p:cNvPr id="16" name="TextBox 15"/>
          <p:cNvSpPr txBox="1"/>
          <p:nvPr userDrawn="1"/>
        </p:nvSpPr>
        <p:spPr>
          <a:xfrm>
            <a:off x="266700" y="5217495"/>
            <a:ext cx="4337105" cy="357790"/>
          </a:xfrm>
          <a:prstGeom prst="rect">
            <a:avLst/>
          </a:prstGeom>
          <a:noFill/>
          <a:ln>
            <a:solidFill>
              <a:schemeClr val="accent3"/>
            </a:solidFill>
          </a:ln>
        </p:spPr>
        <p:txBody>
          <a:bodyPr wrap="square" lIns="91440" tIns="0">
            <a:spAutoFit/>
          </a:bodyPr>
          <a:lstStyle/>
          <a:p>
            <a:r>
              <a:rPr lang="en-US" altLang="en-US" sz="675" i="1">
                <a:solidFill>
                  <a:schemeClr val="tx2"/>
                </a:solidFill>
              </a:rPr>
              <a:t>“</a:t>
            </a:r>
            <a:r>
              <a:rPr lang="en-US" sz="675" i="1">
                <a:solidFill>
                  <a:schemeClr val="tx2"/>
                </a:solidFill>
              </a:rPr>
              <a:t>The views, opinions and findings contained in this report are those of the authors(s) and should not be construed as an official Department of the Army position, policy or decision, unless so designated by other official documentation.</a:t>
            </a:r>
            <a:r>
              <a:rPr lang="en-US" altLang="en-US" sz="675" i="1">
                <a:solidFill>
                  <a:schemeClr val="tx2"/>
                </a:solidFill>
              </a:rPr>
              <a:t>”</a:t>
            </a:r>
            <a:endParaRPr lang="en-US" sz="675" i="1">
              <a:solidFill>
                <a:schemeClr val="tx2"/>
              </a:solidFill>
            </a:endParaRPr>
          </a:p>
        </p:txBody>
      </p:sp>
      <p:sp>
        <p:nvSpPr>
          <p:cNvPr id="18" name="Picture Placeholder 16"/>
          <p:cNvSpPr>
            <a:spLocks noGrp="1" noChangeAspect="1"/>
          </p:cNvSpPr>
          <p:nvPr>
            <p:ph type="pic" sz="quarter" idx="13"/>
          </p:nvPr>
        </p:nvSpPr>
        <p:spPr>
          <a:xfrm>
            <a:off x="8500460" y="3880886"/>
            <a:ext cx="3424840" cy="2548885"/>
          </a:xfrm>
          <a:prstGeom prst="rect">
            <a:avLst/>
          </a:prstGeom>
          <a:solidFill>
            <a:schemeClr val="tx2"/>
          </a:solidFill>
          <a:ln>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defRPr>
            </a:lvl1pPr>
          </a:lstStyle>
          <a:p>
            <a:r>
              <a:rPr lang="en-US"/>
              <a:t>Click icon to add picture</a:t>
            </a:r>
          </a:p>
        </p:txBody>
      </p:sp>
      <p:sp>
        <p:nvSpPr>
          <p:cNvPr id="19" name="Picture Placeholder 16"/>
          <p:cNvSpPr>
            <a:spLocks noGrp="1" noChangeAspect="1"/>
          </p:cNvSpPr>
          <p:nvPr>
            <p:ph type="pic" sz="quarter" idx="14"/>
          </p:nvPr>
        </p:nvSpPr>
        <p:spPr>
          <a:xfrm>
            <a:off x="8500460" y="1227138"/>
            <a:ext cx="3424840" cy="2548885"/>
          </a:xfrm>
          <a:prstGeom prst="rect">
            <a:avLst/>
          </a:prstGeom>
          <a:solidFill>
            <a:schemeClr val="tx2"/>
          </a:solidFill>
          <a:ln>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defRPr>
            </a:lvl1pPr>
          </a:lstStyle>
          <a:p>
            <a:r>
              <a:rPr lang="en-US"/>
              <a:t>Click icon to add picture</a:t>
            </a:r>
          </a:p>
        </p:txBody>
      </p:sp>
      <p:sp>
        <p:nvSpPr>
          <p:cNvPr id="20" name="Picture Placeholder 16"/>
          <p:cNvSpPr>
            <a:spLocks noGrp="1" noChangeAspect="1"/>
          </p:cNvSpPr>
          <p:nvPr>
            <p:ph type="pic" sz="quarter" idx="15"/>
          </p:nvPr>
        </p:nvSpPr>
        <p:spPr>
          <a:xfrm>
            <a:off x="4726057" y="1227138"/>
            <a:ext cx="3689406" cy="5211649"/>
          </a:xfrm>
          <a:prstGeom prst="rect">
            <a:avLst/>
          </a:prstGeom>
          <a:solidFill>
            <a:schemeClr val="tx2"/>
          </a:solidFill>
          <a:ln>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defRPr>
            </a:lvl1pPr>
          </a:lstStyle>
          <a:p>
            <a:r>
              <a:rPr lang="en-US"/>
              <a:t>Click icon to add picture</a:t>
            </a:r>
          </a:p>
        </p:txBody>
      </p:sp>
      <p:sp>
        <p:nvSpPr>
          <p:cNvPr id="2" name="Title 1"/>
          <p:cNvSpPr>
            <a:spLocks noGrp="1"/>
          </p:cNvSpPr>
          <p:nvPr>
            <p:ph type="title"/>
          </p:nvPr>
        </p:nvSpPr>
        <p:spPr>
          <a:xfrm>
            <a:off x="266700" y="246490"/>
            <a:ext cx="11658600" cy="858437"/>
          </a:xfrm>
          <a:noFill/>
          <a:ln w="12700">
            <a:solidFill>
              <a:schemeClr val="accent3"/>
            </a:solidFill>
          </a:ln>
        </p:spPr>
        <p:txBody>
          <a:bodyPr/>
          <a:lstStyle>
            <a:lvl1pPr>
              <a:defRPr>
                <a:ln>
                  <a:noFill/>
                </a:ln>
                <a:solidFill>
                  <a:schemeClr val="accent3"/>
                </a:solidFill>
              </a:defRPr>
            </a:lvl1pPr>
          </a:lstStyle>
          <a:p>
            <a:r>
              <a:rPr lang="en-US"/>
              <a:t>Click to edit Master title style</a:t>
            </a:r>
          </a:p>
        </p:txBody>
      </p:sp>
      <p:sp>
        <p:nvSpPr>
          <p:cNvPr id="4" name="Text Placeholder 3"/>
          <p:cNvSpPr>
            <a:spLocks noGrp="1"/>
          </p:cNvSpPr>
          <p:nvPr>
            <p:ph type="body" sz="quarter" idx="16"/>
          </p:nvPr>
        </p:nvSpPr>
        <p:spPr>
          <a:xfrm>
            <a:off x="266700" y="1227138"/>
            <a:ext cx="4337105" cy="3957637"/>
          </a:xfrm>
          <a:ln>
            <a:solidFill>
              <a:schemeClr val="accent3"/>
            </a:solidFill>
          </a:ln>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6" name="Picture 5" descr="A picture containing qr code&#10;&#10;Description automatically generated">
            <a:extLst>
              <a:ext uri="{FF2B5EF4-FFF2-40B4-BE49-F238E27FC236}">
                <a16:creationId xmlns:a16="http://schemas.microsoft.com/office/drawing/2014/main" id="{C912A723-62E0-165E-E69D-37E2F11B60E2}"/>
              </a:ext>
            </a:extLst>
          </p:cNvPr>
          <p:cNvPicPr>
            <a:picLocks noChangeAspect="1"/>
          </p:cNvPicPr>
          <p:nvPr userDrawn="1"/>
        </p:nvPicPr>
        <p:blipFill>
          <a:blip r:embed="rId3"/>
          <a:stretch>
            <a:fillRect/>
          </a:stretch>
        </p:blipFill>
        <p:spPr>
          <a:xfrm>
            <a:off x="190500" y="5602330"/>
            <a:ext cx="2402348" cy="1065985"/>
          </a:xfrm>
          <a:prstGeom prst="rect">
            <a:avLst/>
          </a:prstGeom>
        </p:spPr>
      </p:pic>
      <p:sp>
        <p:nvSpPr>
          <p:cNvPr id="3" name="TextBox 2">
            <a:extLst>
              <a:ext uri="{FF2B5EF4-FFF2-40B4-BE49-F238E27FC236}">
                <a16:creationId xmlns:a16="http://schemas.microsoft.com/office/drawing/2014/main" id="{DC078E2E-5692-69A7-3932-C9B95BFB1455}"/>
              </a:ext>
            </a:extLst>
          </p:cNvPr>
          <p:cNvSpPr txBox="1"/>
          <p:nvPr userDrawn="1"/>
        </p:nvSpPr>
        <p:spPr>
          <a:xfrm>
            <a:off x="5862607" y="24910"/>
            <a:ext cx="466787" cy="216635"/>
          </a:xfrm>
          <a:prstGeom prst="rect">
            <a:avLst/>
          </a:prstGeom>
          <a:noFill/>
        </p:spPr>
        <p:txBody>
          <a:bodyPr wrap="square" lIns="0" tIns="0" rIns="0" bIns="0" rtlCol="0" anchor="b">
            <a:spAutoFit/>
          </a:bodyPr>
          <a:lstStyle/>
          <a:p>
            <a:pPr algn="ctr"/>
            <a:r>
              <a:rPr lang="en-US" sz="1400" b="1">
                <a:solidFill>
                  <a:srgbClr val="00B050"/>
                </a:solidFill>
              </a:rPr>
              <a:t>CUI</a:t>
            </a:r>
          </a:p>
        </p:txBody>
      </p:sp>
      <p:sp>
        <p:nvSpPr>
          <p:cNvPr id="7" name="TextBox 6">
            <a:extLst>
              <a:ext uri="{FF2B5EF4-FFF2-40B4-BE49-F238E27FC236}">
                <a16:creationId xmlns:a16="http://schemas.microsoft.com/office/drawing/2014/main" id="{34ACF833-FF07-52A0-1A00-9B26C0517ACC}"/>
              </a:ext>
            </a:extLst>
          </p:cNvPr>
          <p:cNvSpPr txBox="1"/>
          <p:nvPr userDrawn="1"/>
        </p:nvSpPr>
        <p:spPr>
          <a:xfrm>
            <a:off x="5862607" y="6624203"/>
            <a:ext cx="466787" cy="216635"/>
          </a:xfrm>
          <a:prstGeom prst="rect">
            <a:avLst/>
          </a:prstGeom>
          <a:noFill/>
        </p:spPr>
        <p:txBody>
          <a:bodyPr wrap="square" lIns="0" tIns="0" rIns="0" bIns="0" rtlCol="0" anchor="b">
            <a:spAutoFit/>
          </a:bodyPr>
          <a:lstStyle/>
          <a:p>
            <a:pPr algn="ctr"/>
            <a:r>
              <a:rPr lang="en-US" sz="1400" b="1">
                <a:solidFill>
                  <a:srgbClr val="00B050"/>
                </a:solidFill>
              </a:rPr>
              <a:t>CUI</a:t>
            </a:r>
          </a:p>
        </p:txBody>
      </p:sp>
      <p:sp>
        <p:nvSpPr>
          <p:cNvPr id="8" name="Text Placeholder 3">
            <a:extLst>
              <a:ext uri="{FF2B5EF4-FFF2-40B4-BE49-F238E27FC236}">
                <a16:creationId xmlns:a16="http://schemas.microsoft.com/office/drawing/2014/main" id="{150C02F4-0DF1-F443-5C88-4EA1D8A61E60}"/>
              </a:ext>
            </a:extLst>
          </p:cNvPr>
          <p:cNvSpPr>
            <a:spLocks noGrp="1"/>
          </p:cNvSpPr>
          <p:nvPr>
            <p:ph type="body" sz="quarter" idx="20" hasCustomPrompt="1"/>
          </p:nvPr>
        </p:nvSpPr>
        <p:spPr>
          <a:xfrm>
            <a:off x="2816126" y="5408613"/>
            <a:ext cx="3403920" cy="1220787"/>
          </a:xfrm>
        </p:spPr>
        <p:txBody>
          <a:bodyPr wrap="none" lIns="0" rIns="0" anchor="ctr">
            <a:normAutofit/>
          </a:bodyPr>
          <a:lstStyle>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195702940"/>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showMasterSp="0" preserve="1" userDrawn="1">
  <p:cSld name="Picture with Caption">
    <p:bg>
      <p:bgPr>
        <a:solidFill>
          <a:schemeClr val="tx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C0F2E2B7-DF31-70A6-E4D2-4624E105957F}"/>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20657" y="0"/>
            <a:ext cx="12188389" cy="6858000"/>
          </a:xfrm>
          <a:prstGeom prst="rect">
            <a:avLst/>
          </a:prstGeom>
        </p:spPr>
      </p:pic>
      <p:sp>
        <p:nvSpPr>
          <p:cNvPr id="2" name="Title 1">
            <a:extLst>
              <a:ext uri="{FF2B5EF4-FFF2-40B4-BE49-F238E27FC236}">
                <a16:creationId xmlns:a16="http://schemas.microsoft.com/office/drawing/2014/main" id="{4141B23B-C834-C81E-D8E7-0BA48DA2587E}"/>
              </a:ext>
            </a:extLst>
          </p:cNvPr>
          <p:cNvSpPr>
            <a:spLocks noGrp="1"/>
          </p:cNvSpPr>
          <p:nvPr>
            <p:ph type="title"/>
          </p:nvPr>
        </p:nvSpPr>
        <p:spPr>
          <a:xfrm>
            <a:off x="839788" y="457200"/>
            <a:ext cx="3932237" cy="1600200"/>
          </a:xfrm>
          <a:ln>
            <a:solidFill>
              <a:schemeClr val="accent3"/>
            </a:solidFill>
          </a:ln>
        </p:spPr>
        <p:txBody>
          <a:bodyPr anchor="b"/>
          <a:lstStyle>
            <a:lvl1pPr>
              <a:defRPr sz="3200">
                <a:solidFill>
                  <a:schemeClr val="accent3"/>
                </a:solidFill>
              </a:defRPr>
            </a:lvl1pPr>
          </a:lstStyle>
          <a:p>
            <a:r>
              <a:rPr lang="en-US"/>
              <a:t>Click to edit Master title style</a:t>
            </a:r>
          </a:p>
        </p:txBody>
      </p:sp>
      <p:sp>
        <p:nvSpPr>
          <p:cNvPr id="3" name="Picture Placeholder 2">
            <a:extLst>
              <a:ext uri="{FF2B5EF4-FFF2-40B4-BE49-F238E27FC236}">
                <a16:creationId xmlns:a16="http://schemas.microsoft.com/office/drawing/2014/main" id="{2AAF989E-3D4E-5DEB-5949-C26E481EBBD7}"/>
              </a:ext>
            </a:extLst>
          </p:cNvPr>
          <p:cNvSpPr>
            <a:spLocks noGrp="1"/>
          </p:cNvSpPr>
          <p:nvPr>
            <p:ph type="pic" idx="1"/>
          </p:nvPr>
        </p:nvSpPr>
        <p:spPr>
          <a:xfrm>
            <a:off x="5183188" y="457200"/>
            <a:ext cx="6172200" cy="5038825"/>
          </a:xfrm>
          <a:solidFill>
            <a:schemeClr val="tx2"/>
          </a:solidFill>
        </p:spPr>
        <p:txBody>
          <a:bodyPr/>
          <a:lstStyle>
            <a:lvl1pPr marL="0" indent="0">
              <a:buNone/>
              <a:defRPr sz="3200">
                <a:solidFill>
                  <a:schemeClr val="tx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43D5C51-ECC5-2E2F-3751-18DE050DFD6B}"/>
              </a:ext>
            </a:extLst>
          </p:cNvPr>
          <p:cNvSpPr>
            <a:spLocks noGrp="1"/>
          </p:cNvSpPr>
          <p:nvPr>
            <p:ph type="body" sz="half" idx="2"/>
          </p:nvPr>
        </p:nvSpPr>
        <p:spPr>
          <a:xfrm>
            <a:off x="839788" y="2194560"/>
            <a:ext cx="3932237" cy="3301465"/>
          </a:xfrm>
          <a:ln>
            <a:solidFill>
              <a:schemeClr val="accent3"/>
            </a:solidFill>
          </a:ln>
        </p:spPr>
        <p:txBody>
          <a:bodyPr/>
          <a:lstStyle>
            <a:lvl1pPr marL="0" indent="0">
              <a:buNone/>
              <a:defRPr sz="1600">
                <a:solidFill>
                  <a:schemeClr val="tx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pic>
        <p:nvPicPr>
          <p:cNvPr id="8" name="Picture 7" descr="A picture containing qr code&#10;&#10;Description automatically generated">
            <a:extLst>
              <a:ext uri="{FF2B5EF4-FFF2-40B4-BE49-F238E27FC236}">
                <a16:creationId xmlns:a16="http://schemas.microsoft.com/office/drawing/2014/main" id="{352CF3A3-D550-E6AC-ECAB-2839AC0D0355}"/>
              </a:ext>
            </a:extLst>
          </p:cNvPr>
          <p:cNvPicPr>
            <a:picLocks noChangeAspect="1"/>
          </p:cNvPicPr>
          <p:nvPr userDrawn="1"/>
        </p:nvPicPr>
        <p:blipFill>
          <a:blip r:embed="rId3"/>
          <a:stretch>
            <a:fillRect/>
          </a:stretch>
        </p:blipFill>
        <p:spPr>
          <a:xfrm>
            <a:off x="190500" y="5602330"/>
            <a:ext cx="2402348" cy="1065985"/>
          </a:xfrm>
          <a:prstGeom prst="rect">
            <a:avLst/>
          </a:prstGeom>
        </p:spPr>
      </p:pic>
      <p:sp>
        <p:nvSpPr>
          <p:cNvPr id="5" name="TextBox 4">
            <a:extLst>
              <a:ext uri="{FF2B5EF4-FFF2-40B4-BE49-F238E27FC236}">
                <a16:creationId xmlns:a16="http://schemas.microsoft.com/office/drawing/2014/main" id="{F607A8A6-FDF1-80E7-F46D-BC408816EE42}"/>
              </a:ext>
            </a:extLst>
          </p:cNvPr>
          <p:cNvSpPr txBox="1"/>
          <p:nvPr userDrawn="1"/>
        </p:nvSpPr>
        <p:spPr>
          <a:xfrm>
            <a:off x="5862607" y="24910"/>
            <a:ext cx="466787" cy="216635"/>
          </a:xfrm>
          <a:prstGeom prst="rect">
            <a:avLst/>
          </a:prstGeom>
          <a:noFill/>
        </p:spPr>
        <p:txBody>
          <a:bodyPr wrap="square" lIns="0" tIns="0" rIns="0" bIns="0" rtlCol="0" anchor="b">
            <a:spAutoFit/>
          </a:bodyPr>
          <a:lstStyle/>
          <a:p>
            <a:pPr algn="ctr"/>
            <a:r>
              <a:rPr lang="en-US" sz="1400" b="1">
                <a:solidFill>
                  <a:srgbClr val="00B050"/>
                </a:solidFill>
              </a:rPr>
              <a:t>CUI</a:t>
            </a:r>
          </a:p>
        </p:txBody>
      </p:sp>
      <p:sp>
        <p:nvSpPr>
          <p:cNvPr id="6" name="TextBox 5">
            <a:extLst>
              <a:ext uri="{FF2B5EF4-FFF2-40B4-BE49-F238E27FC236}">
                <a16:creationId xmlns:a16="http://schemas.microsoft.com/office/drawing/2014/main" id="{E4982A8D-99E5-0832-4DAF-99DAD01113E7}"/>
              </a:ext>
            </a:extLst>
          </p:cNvPr>
          <p:cNvSpPr txBox="1"/>
          <p:nvPr userDrawn="1"/>
        </p:nvSpPr>
        <p:spPr>
          <a:xfrm>
            <a:off x="5862607" y="6624203"/>
            <a:ext cx="466787" cy="216635"/>
          </a:xfrm>
          <a:prstGeom prst="rect">
            <a:avLst/>
          </a:prstGeom>
          <a:noFill/>
        </p:spPr>
        <p:txBody>
          <a:bodyPr wrap="square" lIns="0" tIns="0" rIns="0" bIns="0" rtlCol="0" anchor="b">
            <a:spAutoFit/>
          </a:bodyPr>
          <a:lstStyle/>
          <a:p>
            <a:pPr algn="ctr"/>
            <a:r>
              <a:rPr lang="en-US" sz="1400" b="1">
                <a:solidFill>
                  <a:srgbClr val="00B050"/>
                </a:solidFill>
              </a:rPr>
              <a:t>CUI</a:t>
            </a:r>
          </a:p>
        </p:txBody>
      </p:sp>
      <p:sp>
        <p:nvSpPr>
          <p:cNvPr id="9" name="Text Placeholder 3">
            <a:extLst>
              <a:ext uri="{FF2B5EF4-FFF2-40B4-BE49-F238E27FC236}">
                <a16:creationId xmlns:a16="http://schemas.microsoft.com/office/drawing/2014/main" id="{F679BBB8-117C-A6C5-51B9-0962CFEA68C3}"/>
              </a:ext>
            </a:extLst>
          </p:cNvPr>
          <p:cNvSpPr>
            <a:spLocks noGrp="1"/>
          </p:cNvSpPr>
          <p:nvPr>
            <p:ph type="body" sz="quarter" idx="20" hasCustomPrompt="1"/>
          </p:nvPr>
        </p:nvSpPr>
        <p:spPr>
          <a:xfrm>
            <a:off x="2816126" y="5408613"/>
            <a:ext cx="3403920" cy="1220787"/>
          </a:xfrm>
        </p:spPr>
        <p:txBody>
          <a:bodyPr wrap="none" lIns="0" rIns="0" anchor="ctr">
            <a:normAutofit/>
          </a:bodyPr>
          <a:lstStyle>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46368048"/>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type="picTx" preserve="1">
  <p:cSld name="1_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23093E-F997-9C1A-6F41-94195AEDCE3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8D6622E9-B548-9861-17FE-B80B6A60E33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0552F3AF-A319-231F-545F-18799EF83E0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32B70C4-3999-81B3-9B74-C670362B9650}"/>
              </a:ext>
            </a:extLst>
          </p:cNvPr>
          <p:cNvSpPr>
            <a:spLocks noGrp="1"/>
          </p:cNvSpPr>
          <p:nvPr>
            <p:ph type="dt" sz="half" idx="10"/>
          </p:nvPr>
        </p:nvSpPr>
        <p:spPr/>
        <p:txBody>
          <a:bodyPr/>
          <a:lstStyle/>
          <a:p>
            <a:endParaRPr lang="en-US"/>
          </a:p>
        </p:txBody>
      </p:sp>
      <p:sp>
        <p:nvSpPr>
          <p:cNvPr id="6" name="Footer Placeholder 5">
            <a:extLst>
              <a:ext uri="{FF2B5EF4-FFF2-40B4-BE49-F238E27FC236}">
                <a16:creationId xmlns:a16="http://schemas.microsoft.com/office/drawing/2014/main" id="{5EF19D12-2F54-317E-96F3-9AAA761DFA05}"/>
              </a:ext>
            </a:extLst>
          </p:cNvPr>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404025056"/>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6" name="Content Placeholder 5"/>
          <p:cNvSpPr>
            <a:spLocks noGrp="1"/>
          </p:cNvSpPr>
          <p:nvPr>
            <p:ph sz="quarter" idx="10"/>
          </p:nvPr>
        </p:nvSpPr>
        <p:spPr>
          <a:xfrm>
            <a:off x="266700" y="1028700"/>
            <a:ext cx="11658600" cy="56007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379E246-DB27-040E-95D2-B26EAF143D30}"/>
              </a:ext>
            </a:extLst>
          </p:cNvPr>
          <p:cNvSpPr>
            <a:spLocks noGrp="1"/>
          </p:cNvSpPr>
          <p:nvPr>
            <p:ph type="dt" sz="half" idx="11"/>
          </p:nvPr>
        </p:nvSpPr>
        <p:spPr/>
        <p:txBody>
          <a:bodyPr/>
          <a:lstStyle/>
          <a:p>
            <a:endParaRPr lang="en-US"/>
          </a:p>
        </p:txBody>
      </p:sp>
      <p:sp>
        <p:nvSpPr>
          <p:cNvPr id="7" name="Footer Placeholder 6">
            <a:extLst>
              <a:ext uri="{FF2B5EF4-FFF2-40B4-BE49-F238E27FC236}">
                <a16:creationId xmlns:a16="http://schemas.microsoft.com/office/drawing/2014/main" id="{CFD0F5C1-A6E1-A37D-C392-0E742FAC1C2F}"/>
              </a:ext>
            </a:extLst>
          </p:cNvPr>
          <p:cNvSpPr>
            <a:spLocks noGrp="1"/>
          </p:cNvSpPr>
          <p:nvPr>
            <p:ph type="ftr" sz="quarter" idx="12"/>
          </p:nvPr>
        </p:nvSpPr>
        <p:spPr/>
        <p:txBody>
          <a:bodyPr/>
          <a:lstStyle/>
          <a:p>
            <a:endParaRPr lang="en-US"/>
          </a:p>
        </p:txBody>
      </p:sp>
      <p:sp>
        <p:nvSpPr>
          <p:cNvPr id="2" name="Title 1">
            <a:extLst>
              <a:ext uri="{FF2B5EF4-FFF2-40B4-BE49-F238E27FC236}">
                <a16:creationId xmlns:a16="http://schemas.microsoft.com/office/drawing/2014/main" id="{62A64504-0669-5CF0-805D-174C1EFD60F6}"/>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536757078"/>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Title and Content - 2 Columns">
    <p:spTree>
      <p:nvGrpSpPr>
        <p:cNvPr id="1" name=""/>
        <p:cNvGrpSpPr/>
        <p:nvPr/>
      </p:nvGrpSpPr>
      <p:grpSpPr>
        <a:xfrm>
          <a:off x="0" y="0"/>
          <a:ext cx="0" cy="0"/>
          <a:chOff x="0" y="0"/>
          <a:chExt cx="0" cy="0"/>
        </a:xfrm>
      </p:grpSpPr>
      <p:sp>
        <p:nvSpPr>
          <p:cNvPr id="8" name="Content Placeholder 3"/>
          <p:cNvSpPr>
            <a:spLocks noGrp="1"/>
          </p:cNvSpPr>
          <p:nvPr>
            <p:ph sz="quarter" idx="10"/>
          </p:nvPr>
        </p:nvSpPr>
        <p:spPr>
          <a:xfrm>
            <a:off x="266700" y="1028700"/>
            <a:ext cx="11658600" cy="5600700"/>
          </a:xfrm>
        </p:spPr>
        <p:txBody>
          <a:bodyPr numCol="2"/>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EE4B1084-AF70-E7DA-2842-9FB9FFF0804B}"/>
              </a:ext>
            </a:extLst>
          </p:cNvPr>
          <p:cNvSpPr>
            <a:spLocks noGrp="1"/>
          </p:cNvSpPr>
          <p:nvPr>
            <p:ph type="title"/>
          </p:nvPr>
        </p:nvSpPr>
        <p:spPr/>
        <p:txBody>
          <a:bodyPr/>
          <a:lstStyle/>
          <a:p>
            <a:r>
              <a:rPr lang="en-US"/>
              <a:t>Click to edit Master title style</a:t>
            </a:r>
          </a:p>
        </p:txBody>
      </p:sp>
      <p:sp>
        <p:nvSpPr>
          <p:cNvPr id="5" name="Date Placeholder 4">
            <a:extLst>
              <a:ext uri="{FF2B5EF4-FFF2-40B4-BE49-F238E27FC236}">
                <a16:creationId xmlns:a16="http://schemas.microsoft.com/office/drawing/2014/main" id="{76C7A763-F7D0-2074-5F3F-2D1DA1226607}"/>
              </a:ext>
            </a:extLst>
          </p:cNvPr>
          <p:cNvSpPr>
            <a:spLocks noGrp="1"/>
          </p:cNvSpPr>
          <p:nvPr>
            <p:ph type="dt" sz="half" idx="11"/>
          </p:nvPr>
        </p:nvSpPr>
        <p:spPr/>
        <p:txBody>
          <a:bodyPr/>
          <a:lstStyle/>
          <a:p>
            <a:endParaRPr lang="en-US"/>
          </a:p>
        </p:txBody>
      </p:sp>
      <p:sp>
        <p:nvSpPr>
          <p:cNvPr id="6" name="Footer Placeholder 5">
            <a:extLst>
              <a:ext uri="{FF2B5EF4-FFF2-40B4-BE49-F238E27FC236}">
                <a16:creationId xmlns:a16="http://schemas.microsoft.com/office/drawing/2014/main" id="{BB5C1216-5C4C-C44D-DE08-88D5BFB6266F}"/>
              </a:ext>
            </a:extLst>
          </p:cNvPr>
          <p:cNvSpPr>
            <a:spLocks noGrp="1"/>
          </p:cNvSpPr>
          <p:nvPr>
            <p:ph type="ftr" sz="quarter" idx="12"/>
          </p:nvPr>
        </p:nvSpPr>
        <p:spPr/>
        <p:txBody>
          <a:bodyPr/>
          <a:lstStyle/>
          <a:p>
            <a:endParaRPr lang="en-US"/>
          </a:p>
        </p:txBody>
      </p:sp>
    </p:spTree>
    <p:extLst>
      <p:ext uri="{BB962C8B-B14F-4D97-AF65-F5344CB8AC3E}">
        <p14:creationId xmlns:p14="http://schemas.microsoft.com/office/powerpoint/2010/main" val="2368177934"/>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Title and Content - 3 Columns">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a:t>Click to edit Master title style</a:t>
            </a:r>
          </a:p>
        </p:txBody>
      </p:sp>
      <p:sp>
        <p:nvSpPr>
          <p:cNvPr id="9" name="Content Placeholder 3"/>
          <p:cNvSpPr>
            <a:spLocks noGrp="1"/>
          </p:cNvSpPr>
          <p:nvPr>
            <p:ph sz="quarter" idx="12"/>
          </p:nvPr>
        </p:nvSpPr>
        <p:spPr>
          <a:xfrm>
            <a:off x="266700" y="1028700"/>
            <a:ext cx="11658600" cy="5600700"/>
          </a:xfrm>
        </p:spPr>
        <p:txBody>
          <a:bodyPr numCol="3"/>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AFC9BA2-EC81-5287-D39F-725A5EC32471}"/>
              </a:ext>
            </a:extLst>
          </p:cNvPr>
          <p:cNvSpPr>
            <a:spLocks noGrp="1"/>
          </p:cNvSpPr>
          <p:nvPr>
            <p:ph type="dt" sz="half" idx="13"/>
          </p:nvPr>
        </p:nvSpPr>
        <p:spPr/>
        <p:txBody>
          <a:bodyPr/>
          <a:lstStyle/>
          <a:p>
            <a:endParaRPr lang="en-US"/>
          </a:p>
        </p:txBody>
      </p:sp>
      <p:sp>
        <p:nvSpPr>
          <p:cNvPr id="6" name="Footer Placeholder 5">
            <a:extLst>
              <a:ext uri="{FF2B5EF4-FFF2-40B4-BE49-F238E27FC236}">
                <a16:creationId xmlns:a16="http://schemas.microsoft.com/office/drawing/2014/main" id="{FE97BF52-3E27-86B6-23FC-B495D58A6360}"/>
              </a:ext>
            </a:extLst>
          </p:cNvPr>
          <p:cNvSpPr>
            <a:spLocks noGrp="1"/>
          </p:cNvSpPr>
          <p:nvPr>
            <p:ph type="ftr" sz="quarter" idx="14"/>
          </p:nvPr>
        </p:nvSpPr>
        <p:spPr/>
        <p:txBody>
          <a:bodyPr/>
          <a:lstStyle/>
          <a:p>
            <a:endParaRPr lang="en-US"/>
          </a:p>
        </p:txBody>
      </p:sp>
    </p:spTree>
    <p:extLst>
      <p:ext uri="{BB962C8B-B14F-4D97-AF65-F5344CB8AC3E}">
        <p14:creationId xmlns:p14="http://schemas.microsoft.com/office/powerpoint/2010/main" val="1508437404"/>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Title and Picture with Caption">
    <p:spTree>
      <p:nvGrpSpPr>
        <p:cNvPr id="1" name=""/>
        <p:cNvGrpSpPr/>
        <p:nvPr/>
      </p:nvGrpSpPr>
      <p:grpSpPr>
        <a:xfrm>
          <a:off x="0" y="0"/>
          <a:ext cx="0" cy="0"/>
          <a:chOff x="0" y="0"/>
          <a:chExt cx="0" cy="0"/>
        </a:xfrm>
      </p:grpSpPr>
      <p:sp>
        <p:nvSpPr>
          <p:cNvPr id="21" name="Text Placeholder 2"/>
          <p:cNvSpPr>
            <a:spLocks noGrp="1"/>
          </p:cNvSpPr>
          <p:nvPr>
            <p:ph idx="1"/>
          </p:nvPr>
        </p:nvSpPr>
        <p:spPr bwMode="auto">
          <a:xfrm>
            <a:off x="266700" y="6191103"/>
            <a:ext cx="11658600" cy="438297"/>
          </a:xfrm>
          <a:prstGeom prst="rect">
            <a:avLst/>
          </a:prstGeom>
          <a:noFill/>
          <a:ln w="9525">
            <a:noFill/>
            <a:miter lim="800000"/>
            <a:headEnd/>
            <a:tailEnd/>
          </a:ln>
        </p:spPr>
        <p:txBody>
          <a:bodyPr lIns="91440" tIns="0" numCol="1"/>
          <a:lstStyle>
            <a:lvl1pPr marL="0" indent="0">
              <a:buNone/>
              <a:defRPr sz="900">
                <a:solidFill>
                  <a:schemeClr val="tx1">
                    <a:lumMod val="75000"/>
                    <a:lumOff val="25000"/>
                  </a:schemeClr>
                </a:solidFill>
              </a:defRPr>
            </a:lvl1pPr>
            <a:lvl2pPr>
              <a:defRPr sz="1350">
                <a:solidFill>
                  <a:srgbClr val="83847A"/>
                </a:solidFill>
              </a:defRPr>
            </a:lvl2pPr>
            <a:lvl3pPr>
              <a:defRPr sz="1125">
                <a:solidFill>
                  <a:srgbClr val="83847A"/>
                </a:solidFill>
              </a:defRPr>
            </a:lvl3pPr>
            <a:lvl4pPr>
              <a:defRPr sz="1125">
                <a:solidFill>
                  <a:srgbClr val="83847A"/>
                </a:solidFill>
              </a:defRPr>
            </a:lvl4pPr>
            <a:lvl5pPr>
              <a:defRPr sz="1125">
                <a:solidFill>
                  <a:srgbClr val="83847A"/>
                </a:solidFill>
              </a:defRPr>
            </a:lvl5pPr>
          </a:lstStyle>
          <a:p>
            <a:pPr lvl="0"/>
            <a:r>
              <a:rPr lang="en-US" noProof="0"/>
              <a:t>Click to edit Master text styles</a:t>
            </a:r>
          </a:p>
        </p:txBody>
      </p:sp>
      <p:sp>
        <p:nvSpPr>
          <p:cNvPr id="4" name="Title 3"/>
          <p:cNvSpPr>
            <a:spLocks noGrp="1"/>
          </p:cNvSpPr>
          <p:nvPr>
            <p:ph type="title"/>
          </p:nvPr>
        </p:nvSpPr>
        <p:spPr/>
        <p:txBody>
          <a:bodyPr/>
          <a:lstStyle/>
          <a:p>
            <a:r>
              <a:rPr lang="en-US"/>
              <a:t>Click to edit Master title style</a:t>
            </a:r>
          </a:p>
        </p:txBody>
      </p:sp>
      <p:sp>
        <p:nvSpPr>
          <p:cNvPr id="10" name="Content Placeholder 3"/>
          <p:cNvSpPr>
            <a:spLocks noGrp="1"/>
          </p:cNvSpPr>
          <p:nvPr>
            <p:ph sz="quarter" idx="12"/>
          </p:nvPr>
        </p:nvSpPr>
        <p:spPr>
          <a:xfrm>
            <a:off x="266700" y="1028700"/>
            <a:ext cx="11658600" cy="508634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Date Placeholder 1">
            <a:extLst>
              <a:ext uri="{FF2B5EF4-FFF2-40B4-BE49-F238E27FC236}">
                <a16:creationId xmlns:a16="http://schemas.microsoft.com/office/drawing/2014/main" id="{67CF58A5-50A2-4609-9528-306C52949FE4}"/>
              </a:ext>
            </a:extLst>
          </p:cNvPr>
          <p:cNvSpPr>
            <a:spLocks noGrp="1"/>
          </p:cNvSpPr>
          <p:nvPr>
            <p:ph type="dt" sz="half" idx="13"/>
          </p:nvPr>
        </p:nvSpPr>
        <p:spPr>
          <a:xfrm>
            <a:off x="8842515" y="6653150"/>
            <a:ext cx="2761673" cy="137160"/>
          </a:xfrm>
          <a:prstGeom prst="rect">
            <a:avLst/>
          </a:prstGeom>
        </p:spPr>
        <p:txBody>
          <a:bodyPr/>
          <a:lstStyle/>
          <a:p>
            <a:endParaRPr lang="en-US"/>
          </a:p>
        </p:txBody>
      </p:sp>
      <p:sp>
        <p:nvSpPr>
          <p:cNvPr id="3" name="Footer Placeholder 2">
            <a:extLst>
              <a:ext uri="{FF2B5EF4-FFF2-40B4-BE49-F238E27FC236}">
                <a16:creationId xmlns:a16="http://schemas.microsoft.com/office/drawing/2014/main" id="{13141E4A-7726-4CDD-AEE9-576AC0A57297}"/>
              </a:ext>
            </a:extLst>
          </p:cNvPr>
          <p:cNvSpPr>
            <a:spLocks noGrp="1"/>
          </p:cNvSpPr>
          <p:nvPr>
            <p:ph type="ftr" sz="quarter" idx="14"/>
          </p:nvPr>
        </p:nvSpPr>
        <p:spPr>
          <a:xfrm>
            <a:off x="266700" y="6653150"/>
            <a:ext cx="2901373" cy="137160"/>
          </a:xfrm>
          <a:prstGeom prst="rect">
            <a:avLst/>
          </a:prstGeom>
        </p:spPr>
        <p:txBody>
          <a:bodyPr/>
          <a:lstStyle/>
          <a:p>
            <a:endParaRPr lang="en-US"/>
          </a:p>
        </p:txBody>
      </p:sp>
    </p:spTree>
    <p:extLst>
      <p:ext uri="{BB962C8B-B14F-4D97-AF65-F5344CB8AC3E}">
        <p14:creationId xmlns:p14="http://schemas.microsoft.com/office/powerpoint/2010/main" val="1439278527"/>
      </p:ext>
    </p:extLst>
  </p:cSld>
  <p:clrMapOvr>
    <a:masterClrMapping/>
  </p:clrMapOvr>
  <p:extLst>
    <p:ext uri="{DCECCB84-F9BA-43D5-87BE-67443E8EF086}">
      <p15:sldGuideLst xmlns:p15="http://schemas.microsoft.com/office/powerpoint/2012/main"/>
    </p:ext>
  </p:extLst>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userDrawn="1">
  <p:cSld name="Title - 2 Sections">
    <p:spTree>
      <p:nvGrpSpPr>
        <p:cNvPr id="1" name=""/>
        <p:cNvGrpSpPr/>
        <p:nvPr/>
      </p:nvGrpSpPr>
      <p:grpSpPr>
        <a:xfrm>
          <a:off x="0" y="0"/>
          <a:ext cx="0" cy="0"/>
          <a:chOff x="0" y="0"/>
          <a:chExt cx="0" cy="0"/>
        </a:xfrm>
      </p:grpSpPr>
      <p:sp>
        <p:nvSpPr>
          <p:cNvPr id="3" name="Content Placeholder 2"/>
          <p:cNvSpPr>
            <a:spLocks noGrp="1"/>
          </p:cNvSpPr>
          <p:nvPr>
            <p:ph sz="quarter" idx="15"/>
          </p:nvPr>
        </p:nvSpPr>
        <p:spPr>
          <a:xfrm>
            <a:off x="266700" y="1028700"/>
            <a:ext cx="5721406" cy="56007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p:cNvSpPr>
            <a:spLocks noGrp="1"/>
          </p:cNvSpPr>
          <p:nvPr>
            <p:ph type="title"/>
          </p:nvPr>
        </p:nvSpPr>
        <p:spPr/>
        <p:txBody>
          <a:bodyPr/>
          <a:lstStyle/>
          <a:p>
            <a:r>
              <a:rPr lang="en-US"/>
              <a:t>Click to edit Master title style</a:t>
            </a:r>
          </a:p>
        </p:txBody>
      </p:sp>
      <p:sp>
        <p:nvSpPr>
          <p:cNvPr id="11" name="Content Placeholder 2"/>
          <p:cNvSpPr>
            <a:spLocks noGrp="1"/>
          </p:cNvSpPr>
          <p:nvPr>
            <p:ph sz="quarter" idx="19"/>
          </p:nvPr>
        </p:nvSpPr>
        <p:spPr>
          <a:xfrm>
            <a:off x="6203894" y="1028700"/>
            <a:ext cx="5721406" cy="56007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Date Placeholder 5">
            <a:extLst>
              <a:ext uri="{FF2B5EF4-FFF2-40B4-BE49-F238E27FC236}">
                <a16:creationId xmlns:a16="http://schemas.microsoft.com/office/drawing/2014/main" id="{BEC9A928-C3DF-2C22-44D2-6CEAF37A2452}"/>
              </a:ext>
            </a:extLst>
          </p:cNvPr>
          <p:cNvSpPr>
            <a:spLocks noGrp="1"/>
          </p:cNvSpPr>
          <p:nvPr>
            <p:ph type="dt" sz="half" idx="20"/>
          </p:nvPr>
        </p:nvSpPr>
        <p:spPr/>
        <p:txBody>
          <a:bodyPr/>
          <a:lstStyle/>
          <a:p>
            <a:endParaRPr lang="en-US"/>
          </a:p>
        </p:txBody>
      </p:sp>
      <p:sp>
        <p:nvSpPr>
          <p:cNvPr id="7" name="Footer Placeholder 6">
            <a:extLst>
              <a:ext uri="{FF2B5EF4-FFF2-40B4-BE49-F238E27FC236}">
                <a16:creationId xmlns:a16="http://schemas.microsoft.com/office/drawing/2014/main" id="{F7247472-A8F5-BC75-9086-8D91A7F6A294}"/>
              </a:ext>
            </a:extLst>
          </p:cNvPr>
          <p:cNvSpPr>
            <a:spLocks noGrp="1"/>
          </p:cNvSpPr>
          <p:nvPr>
            <p:ph type="ftr" sz="quarter" idx="21"/>
          </p:nvPr>
        </p:nvSpPr>
        <p:spPr/>
        <p:txBody>
          <a:bodyPr/>
          <a:lstStyle/>
          <a:p>
            <a:endParaRPr lang="en-US"/>
          </a:p>
        </p:txBody>
      </p:sp>
    </p:spTree>
    <p:extLst>
      <p:ext uri="{BB962C8B-B14F-4D97-AF65-F5344CB8AC3E}">
        <p14:creationId xmlns:p14="http://schemas.microsoft.com/office/powerpoint/2010/main" val="2998738387"/>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userDrawn="1">
  <p:cSld name="Title - Sub-Head 2 Sections">
    <p:spTree>
      <p:nvGrpSpPr>
        <p:cNvPr id="1" name=""/>
        <p:cNvGrpSpPr/>
        <p:nvPr/>
      </p:nvGrpSpPr>
      <p:grpSpPr>
        <a:xfrm>
          <a:off x="0" y="0"/>
          <a:ext cx="0" cy="0"/>
          <a:chOff x="0" y="0"/>
          <a:chExt cx="0" cy="0"/>
        </a:xfrm>
      </p:grpSpPr>
      <p:sp>
        <p:nvSpPr>
          <p:cNvPr id="9" name="Text Placeholder 3"/>
          <p:cNvSpPr>
            <a:spLocks noGrp="1"/>
          </p:cNvSpPr>
          <p:nvPr>
            <p:ph type="body" sz="quarter" idx="13"/>
          </p:nvPr>
        </p:nvSpPr>
        <p:spPr>
          <a:xfrm>
            <a:off x="266700" y="1028700"/>
            <a:ext cx="5719572" cy="666241"/>
          </a:xfrm>
        </p:spPr>
        <p:txBody>
          <a:bodyPr bIns="0" anchor="b"/>
          <a:lstStyle>
            <a:lvl1pPr>
              <a:defRPr sz="1500">
                <a:solidFill>
                  <a:schemeClr val="tx1">
                    <a:lumMod val="75000"/>
                    <a:lumOff val="25000"/>
                  </a:schemeClr>
                </a:solidFill>
              </a:defRPr>
            </a:lvl1pPr>
          </a:lstStyle>
          <a:p>
            <a:pPr lvl="0"/>
            <a:r>
              <a:rPr lang="en-US"/>
              <a:t>Click to edit Master text styles</a:t>
            </a:r>
          </a:p>
        </p:txBody>
      </p:sp>
      <p:sp>
        <p:nvSpPr>
          <p:cNvPr id="2" name="Title 1"/>
          <p:cNvSpPr>
            <a:spLocks noGrp="1"/>
          </p:cNvSpPr>
          <p:nvPr>
            <p:ph type="title"/>
          </p:nvPr>
        </p:nvSpPr>
        <p:spPr/>
        <p:txBody>
          <a:bodyPr/>
          <a:lstStyle/>
          <a:p>
            <a:r>
              <a:rPr lang="en-US"/>
              <a:t>Click to edit Master title style</a:t>
            </a:r>
          </a:p>
        </p:txBody>
      </p:sp>
      <p:sp>
        <p:nvSpPr>
          <p:cNvPr id="13" name="Content Placeholder 2"/>
          <p:cNvSpPr>
            <a:spLocks noGrp="1"/>
          </p:cNvSpPr>
          <p:nvPr>
            <p:ph sz="quarter" idx="16"/>
          </p:nvPr>
        </p:nvSpPr>
        <p:spPr>
          <a:xfrm>
            <a:off x="266700" y="1743075"/>
            <a:ext cx="5721406" cy="4886325"/>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Content Placeholder 2"/>
          <p:cNvSpPr>
            <a:spLocks noGrp="1"/>
          </p:cNvSpPr>
          <p:nvPr>
            <p:ph sz="quarter" idx="19"/>
          </p:nvPr>
        </p:nvSpPr>
        <p:spPr>
          <a:xfrm>
            <a:off x="6203894" y="1743075"/>
            <a:ext cx="5721406" cy="4886325"/>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Text Placeholder 3"/>
          <p:cNvSpPr>
            <a:spLocks noGrp="1"/>
          </p:cNvSpPr>
          <p:nvPr>
            <p:ph type="body" sz="quarter" idx="20"/>
          </p:nvPr>
        </p:nvSpPr>
        <p:spPr>
          <a:xfrm>
            <a:off x="6205728" y="1028700"/>
            <a:ext cx="5719572" cy="666241"/>
          </a:xfrm>
        </p:spPr>
        <p:txBody>
          <a:bodyPr bIns="0" anchor="b"/>
          <a:lstStyle>
            <a:lvl1pPr>
              <a:defRPr sz="1500">
                <a:solidFill>
                  <a:schemeClr val="tx1">
                    <a:lumMod val="75000"/>
                    <a:lumOff val="25000"/>
                  </a:schemeClr>
                </a:solidFill>
              </a:defRPr>
            </a:lvl1pPr>
          </a:lstStyle>
          <a:p>
            <a:pPr lvl="0"/>
            <a:r>
              <a:rPr lang="en-US"/>
              <a:t>Click to edit Master text styles</a:t>
            </a:r>
          </a:p>
        </p:txBody>
      </p:sp>
      <p:sp>
        <p:nvSpPr>
          <p:cNvPr id="5" name="Date Placeholder 4">
            <a:extLst>
              <a:ext uri="{FF2B5EF4-FFF2-40B4-BE49-F238E27FC236}">
                <a16:creationId xmlns:a16="http://schemas.microsoft.com/office/drawing/2014/main" id="{4FDAD6DC-C062-D2A7-C4D4-57F4C0FFAD4D}"/>
              </a:ext>
            </a:extLst>
          </p:cNvPr>
          <p:cNvSpPr>
            <a:spLocks noGrp="1"/>
          </p:cNvSpPr>
          <p:nvPr>
            <p:ph type="dt" sz="half" idx="21"/>
          </p:nvPr>
        </p:nvSpPr>
        <p:spPr/>
        <p:txBody>
          <a:bodyPr/>
          <a:lstStyle/>
          <a:p>
            <a:endParaRPr lang="en-US"/>
          </a:p>
        </p:txBody>
      </p:sp>
      <p:sp>
        <p:nvSpPr>
          <p:cNvPr id="6" name="Footer Placeholder 5">
            <a:extLst>
              <a:ext uri="{FF2B5EF4-FFF2-40B4-BE49-F238E27FC236}">
                <a16:creationId xmlns:a16="http://schemas.microsoft.com/office/drawing/2014/main" id="{7AA18071-1438-F3E3-FC9F-3F401EE7FED1}"/>
              </a:ext>
            </a:extLst>
          </p:cNvPr>
          <p:cNvSpPr>
            <a:spLocks noGrp="1"/>
          </p:cNvSpPr>
          <p:nvPr>
            <p:ph type="ftr" sz="quarter" idx="22"/>
          </p:nvPr>
        </p:nvSpPr>
        <p:spPr/>
        <p:txBody>
          <a:bodyPr/>
          <a:lstStyle/>
          <a:p>
            <a:endParaRPr lang="en-US"/>
          </a:p>
        </p:txBody>
      </p:sp>
    </p:spTree>
    <p:extLst>
      <p:ext uri="{BB962C8B-B14F-4D97-AF65-F5344CB8AC3E}">
        <p14:creationId xmlns:p14="http://schemas.microsoft.com/office/powerpoint/2010/main" val="524119381"/>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userDrawn="1">
  <p:cSld name="Title - 2 Odd Sections">
    <p:spTree>
      <p:nvGrpSpPr>
        <p:cNvPr id="1" name=""/>
        <p:cNvGrpSpPr/>
        <p:nvPr/>
      </p:nvGrpSpPr>
      <p:grpSpPr>
        <a:xfrm>
          <a:off x="0" y="0"/>
          <a:ext cx="0" cy="0"/>
          <a:chOff x="0" y="0"/>
          <a:chExt cx="0" cy="0"/>
        </a:xfrm>
      </p:grpSpPr>
      <p:sp>
        <p:nvSpPr>
          <p:cNvPr id="3" name="Content Placeholder 2"/>
          <p:cNvSpPr>
            <a:spLocks noGrp="1"/>
          </p:cNvSpPr>
          <p:nvPr>
            <p:ph sz="quarter" idx="15"/>
          </p:nvPr>
        </p:nvSpPr>
        <p:spPr>
          <a:xfrm>
            <a:off x="266700" y="1028700"/>
            <a:ext cx="3779318" cy="56007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2"/>
          <p:cNvSpPr>
            <a:spLocks noGrp="1"/>
          </p:cNvSpPr>
          <p:nvPr>
            <p:ph sz="quarter" idx="16"/>
          </p:nvPr>
        </p:nvSpPr>
        <p:spPr>
          <a:xfrm>
            <a:off x="4256410" y="1028700"/>
            <a:ext cx="7668889" cy="56007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p:cNvSpPr>
            <a:spLocks noGrp="1"/>
          </p:cNvSpPr>
          <p:nvPr>
            <p:ph type="title"/>
          </p:nvPr>
        </p:nvSpPr>
        <p:spPr/>
        <p:txBody>
          <a:bodyPr/>
          <a:lstStyle/>
          <a:p>
            <a:r>
              <a:rPr lang="en-US"/>
              <a:t>Click to edit Master title style</a:t>
            </a:r>
          </a:p>
        </p:txBody>
      </p:sp>
      <p:sp>
        <p:nvSpPr>
          <p:cNvPr id="6" name="Date Placeholder 5">
            <a:extLst>
              <a:ext uri="{FF2B5EF4-FFF2-40B4-BE49-F238E27FC236}">
                <a16:creationId xmlns:a16="http://schemas.microsoft.com/office/drawing/2014/main" id="{10D79471-1A0E-36EB-1B94-DDE0CE561EA3}"/>
              </a:ext>
            </a:extLst>
          </p:cNvPr>
          <p:cNvSpPr>
            <a:spLocks noGrp="1"/>
          </p:cNvSpPr>
          <p:nvPr>
            <p:ph type="dt" sz="half" idx="17"/>
          </p:nvPr>
        </p:nvSpPr>
        <p:spPr/>
        <p:txBody>
          <a:bodyPr/>
          <a:lstStyle/>
          <a:p>
            <a:endParaRPr lang="en-US"/>
          </a:p>
        </p:txBody>
      </p:sp>
      <p:sp>
        <p:nvSpPr>
          <p:cNvPr id="7" name="Footer Placeholder 6">
            <a:extLst>
              <a:ext uri="{FF2B5EF4-FFF2-40B4-BE49-F238E27FC236}">
                <a16:creationId xmlns:a16="http://schemas.microsoft.com/office/drawing/2014/main" id="{5876C5F4-629A-E5A4-73FB-E8465BDB57BF}"/>
              </a:ext>
            </a:extLst>
          </p:cNvPr>
          <p:cNvSpPr>
            <a:spLocks noGrp="1"/>
          </p:cNvSpPr>
          <p:nvPr>
            <p:ph type="ftr" sz="quarter" idx="18"/>
          </p:nvPr>
        </p:nvSpPr>
        <p:spPr/>
        <p:txBody>
          <a:bodyPr/>
          <a:lstStyle/>
          <a:p>
            <a:endParaRPr lang="en-US"/>
          </a:p>
        </p:txBody>
      </p:sp>
    </p:spTree>
    <p:extLst>
      <p:ext uri="{BB962C8B-B14F-4D97-AF65-F5344CB8AC3E}">
        <p14:creationId xmlns:p14="http://schemas.microsoft.com/office/powerpoint/2010/main" val="2331716612"/>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userDrawn="1">
  <p:cSld name="1_Title - 2 Odd Section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11" name="Content Placeholder 2"/>
          <p:cNvSpPr>
            <a:spLocks noGrp="1"/>
          </p:cNvSpPr>
          <p:nvPr>
            <p:ph sz="quarter" idx="15"/>
          </p:nvPr>
        </p:nvSpPr>
        <p:spPr>
          <a:xfrm>
            <a:off x="8145982" y="1028700"/>
            <a:ext cx="3779318" cy="56007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2"/>
          <p:cNvSpPr>
            <a:spLocks noGrp="1"/>
          </p:cNvSpPr>
          <p:nvPr>
            <p:ph sz="quarter" idx="16"/>
          </p:nvPr>
        </p:nvSpPr>
        <p:spPr>
          <a:xfrm>
            <a:off x="266700" y="1028700"/>
            <a:ext cx="7668888" cy="56007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B58768C3-8315-3411-54A8-2C8239251263}"/>
              </a:ext>
            </a:extLst>
          </p:cNvPr>
          <p:cNvSpPr>
            <a:spLocks noGrp="1"/>
          </p:cNvSpPr>
          <p:nvPr>
            <p:ph type="dt" sz="half" idx="17"/>
          </p:nvPr>
        </p:nvSpPr>
        <p:spPr/>
        <p:txBody>
          <a:bodyPr/>
          <a:lstStyle/>
          <a:p>
            <a:endParaRPr lang="en-US"/>
          </a:p>
        </p:txBody>
      </p:sp>
      <p:sp>
        <p:nvSpPr>
          <p:cNvPr id="6" name="Footer Placeholder 5">
            <a:extLst>
              <a:ext uri="{FF2B5EF4-FFF2-40B4-BE49-F238E27FC236}">
                <a16:creationId xmlns:a16="http://schemas.microsoft.com/office/drawing/2014/main" id="{28938FEB-D648-AE71-0FA1-805FFC832488}"/>
              </a:ext>
            </a:extLst>
          </p:cNvPr>
          <p:cNvSpPr>
            <a:spLocks noGrp="1"/>
          </p:cNvSpPr>
          <p:nvPr>
            <p:ph type="ftr" sz="quarter" idx="18"/>
          </p:nvPr>
        </p:nvSpPr>
        <p:spPr/>
        <p:txBody>
          <a:bodyPr/>
          <a:lstStyle/>
          <a:p>
            <a:endParaRPr lang="en-US"/>
          </a:p>
        </p:txBody>
      </p:sp>
    </p:spTree>
    <p:extLst>
      <p:ext uri="{BB962C8B-B14F-4D97-AF65-F5344CB8AC3E}">
        <p14:creationId xmlns:p14="http://schemas.microsoft.com/office/powerpoint/2010/main" val="2624684873"/>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userDrawn="1">
  <p:cSld name="Title - Quad-Chart">
    <p:spTree>
      <p:nvGrpSpPr>
        <p:cNvPr id="1" name=""/>
        <p:cNvGrpSpPr/>
        <p:nvPr/>
      </p:nvGrpSpPr>
      <p:grpSpPr>
        <a:xfrm>
          <a:off x="0" y="0"/>
          <a:ext cx="0" cy="0"/>
          <a:chOff x="0" y="0"/>
          <a:chExt cx="0" cy="0"/>
        </a:xfrm>
      </p:grpSpPr>
      <p:sp>
        <p:nvSpPr>
          <p:cNvPr id="3" name="Content Placeholder 2"/>
          <p:cNvSpPr>
            <a:spLocks noGrp="1"/>
          </p:cNvSpPr>
          <p:nvPr>
            <p:ph sz="quarter" idx="15"/>
          </p:nvPr>
        </p:nvSpPr>
        <p:spPr>
          <a:xfrm>
            <a:off x="266700" y="1028700"/>
            <a:ext cx="5753100" cy="26670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4" name="Straight Connector 3"/>
          <p:cNvCxnSpPr/>
          <p:nvPr userDrawn="1"/>
        </p:nvCxnSpPr>
        <p:spPr>
          <a:xfrm>
            <a:off x="381000" y="3775869"/>
            <a:ext cx="11430000" cy="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userDrawn="1"/>
        </p:nvCxnSpPr>
        <p:spPr>
          <a:xfrm>
            <a:off x="6096000" y="1028700"/>
            <a:ext cx="0" cy="560070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p>
        </p:txBody>
      </p:sp>
      <p:sp>
        <p:nvSpPr>
          <p:cNvPr id="16" name="Content Placeholder 2"/>
          <p:cNvSpPr>
            <a:spLocks noGrp="1"/>
          </p:cNvSpPr>
          <p:nvPr>
            <p:ph sz="quarter" idx="22"/>
          </p:nvPr>
        </p:nvSpPr>
        <p:spPr>
          <a:xfrm>
            <a:off x="266700" y="3855720"/>
            <a:ext cx="5753100" cy="277368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Content Placeholder 2"/>
          <p:cNvSpPr>
            <a:spLocks noGrp="1"/>
          </p:cNvSpPr>
          <p:nvPr>
            <p:ph sz="quarter" idx="23"/>
          </p:nvPr>
        </p:nvSpPr>
        <p:spPr>
          <a:xfrm>
            <a:off x="6172200" y="1028700"/>
            <a:ext cx="5753100" cy="26670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Content Placeholder 2"/>
          <p:cNvSpPr>
            <a:spLocks noGrp="1"/>
          </p:cNvSpPr>
          <p:nvPr>
            <p:ph sz="quarter" idx="24"/>
          </p:nvPr>
        </p:nvSpPr>
        <p:spPr>
          <a:xfrm>
            <a:off x="6172200" y="3855720"/>
            <a:ext cx="5753100" cy="277368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5AAE838-AA12-FA5F-5DA0-1ABB713993D9}"/>
              </a:ext>
            </a:extLst>
          </p:cNvPr>
          <p:cNvSpPr>
            <a:spLocks noGrp="1"/>
          </p:cNvSpPr>
          <p:nvPr>
            <p:ph type="dt" sz="half" idx="25"/>
          </p:nvPr>
        </p:nvSpPr>
        <p:spPr/>
        <p:txBody>
          <a:bodyPr/>
          <a:lstStyle/>
          <a:p>
            <a:endParaRPr lang="en-US"/>
          </a:p>
        </p:txBody>
      </p:sp>
      <p:sp>
        <p:nvSpPr>
          <p:cNvPr id="8" name="Footer Placeholder 7">
            <a:extLst>
              <a:ext uri="{FF2B5EF4-FFF2-40B4-BE49-F238E27FC236}">
                <a16:creationId xmlns:a16="http://schemas.microsoft.com/office/drawing/2014/main" id="{AE34FB74-F548-AD28-A10C-D5391FE1CF47}"/>
              </a:ext>
            </a:extLst>
          </p:cNvPr>
          <p:cNvSpPr>
            <a:spLocks noGrp="1"/>
          </p:cNvSpPr>
          <p:nvPr>
            <p:ph type="ftr" sz="quarter" idx="26"/>
          </p:nvPr>
        </p:nvSpPr>
        <p:spPr/>
        <p:txBody>
          <a:bodyPr/>
          <a:lstStyle/>
          <a:p>
            <a:endParaRPr lang="en-US"/>
          </a:p>
        </p:txBody>
      </p:sp>
    </p:spTree>
    <p:extLst>
      <p:ext uri="{BB962C8B-B14F-4D97-AF65-F5344CB8AC3E}">
        <p14:creationId xmlns:p14="http://schemas.microsoft.com/office/powerpoint/2010/main" val="2024212555"/>
      </p:ext>
    </p:extLst>
  </p:cSld>
  <p:clrMapOvr>
    <a:masterClrMapping/>
  </p:clrMapOvr>
  <p:extLst>
    <p:ext uri="{DCECCB84-F9BA-43D5-87BE-67443E8EF086}">
      <p15:sldGuideLst xmlns:p15="http://schemas.microsoft.com/office/powerpoint/2012/main">
        <p15:guide id="1" orient="horz" pos="2328">
          <p15:clr>
            <a:srgbClr val="FBAE40"/>
          </p15:clr>
        </p15:guide>
        <p15:guide id="2" orient="horz" pos="2424">
          <p15:clr>
            <a:srgbClr val="FBAE40"/>
          </p15:clr>
        </p15:guide>
        <p15:guide id="3" pos="3888">
          <p15:clr>
            <a:srgbClr val="FBAE40"/>
          </p15:clr>
        </p15:guide>
        <p15:guide id="4" pos="3792">
          <p15:clr>
            <a:srgbClr val="FBAE40"/>
          </p15:clr>
        </p15:guide>
      </p15:sldGuideLst>
    </p:ext>
  </p:extLst>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userDrawn="1">
  <p:cSld name="Title - Custom-Quad">
    <p:spTree>
      <p:nvGrpSpPr>
        <p:cNvPr id="1" name=""/>
        <p:cNvGrpSpPr/>
        <p:nvPr/>
      </p:nvGrpSpPr>
      <p:grpSpPr>
        <a:xfrm>
          <a:off x="0" y="0"/>
          <a:ext cx="0" cy="0"/>
          <a:chOff x="0" y="0"/>
          <a:chExt cx="0" cy="0"/>
        </a:xfrm>
      </p:grpSpPr>
      <p:cxnSp>
        <p:nvCxnSpPr>
          <p:cNvPr id="4" name="Straight Connector 3"/>
          <p:cNvCxnSpPr/>
          <p:nvPr userDrawn="1"/>
        </p:nvCxnSpPr>
        <p:spPr>
          <a:xfrm>
            <a:off x="381000" y="3430819"/>
            <a:ext cx="11430000" cy="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userDrawn="1"/>
        </p:nvCxnSpPr>
        <p:spPr>
          <a:xfrm>
            <a:off x="6096000" y="1028700"/>
            <a:ext cx="0" cy="560070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sp>
        <p:nvSpPr>
          <p:cNvPr id="18" name="Content Placeholder 4"/>
          <p:cNvSpPr>
            <a:spLocks noGrp="1"/>
          </p:cNvSpPr>
          <p:nvPr>
            <p:ph sz="quarter" idx="24"/>
          </p:nvPr>
        </p:nvSpPr>
        <p:spPr>
          <a:xfrm>
            <a:off x="6172200" y="3543300"/>
            <a:ext cx="5753100" cy="30861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ontent Placeholder 3"/>
          <p:cNvSpPr>
            <a:spLocks noGrp="1"/>
          </p:cNvSpPr>
          <p:nvPr>
            <p:ph sz="quarter" idx="22"/>
          </p:nvPr>
        </p:nvSpPr>
        <p:spPr>
          <a:xfrm>
            <a:off x="266700" y="3543300"/>
            <a:ext cx="5753100" cy="30861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Content Placeholder 2"/>
          <p:cNvSpPr>
            <a:spLocks noGrp="1"/>
          </p:cNvSpPr>
          <p:nvPr>
            <p:ph sz="quarter" idx="23"/>
          </p:nvPr>
        </p:nvSpPr>
        <p:spPr>
          <a:xfrm>
            <a:off x="6172200" y="1028700"/>
            <a:ext cx="5753100" cy="2283843"/>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Content Placeholder 1"/>
          <p:cNvSpPr>
            <a:spLocks noGrp="1"/>
          </p:cNvSpPr>
          <p:nvPr>
            <p:ph sz="quarter" idx="15"/>
          </p:nvPr>
        </p:nvSpPr>
        <p:spPr>
          <a:xfrm>
            <a:off x="266700" y="1028700"/>
            <a:ext cx="5753100" cy="2283843"/>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p:cNvSpPr>
            <a:spLocks noGrp="1"/>
          </p:cNvSpPr>
          <p:nvPr>
            <p:ph type="title"/>
          </p:nvPr>
        </p:nvSpPr>
        <p:spPr/>
        <p:txBody>
          <a:bodyPr/>
          <a:lstStyle/>
          <a:p>
            <a:r>
              <a:rPr lang="en-US"/>
              <a:t>Click to edit Master title style</a:t>
            </a:r>
          </a:p>
        </p:txBody>
      </p:sp>
      <p:sp>
        <p:nvSpPr>
          <p:cNvPr id="5" name="Date Placeholder 4">
            <a:extLst>
              <a:ext uri="{FF2B5EF4-FFF2-40B4-BE49-F238E27FC236}">
                <a16:creationId xmlns:a16="http://schemas.microsoft.com/office/drawing/2014/main" id="{AADB0298-AAE9-38A5-935C-537E8444E40C}"/>
              </a:ext>
            </a:extLst>
          </p:cNvPr>
          <p:cNvSpPr>
            <a:spLocks noGrp="1"/>
          </p:cNvSpPr>
          <p:nvPr>
            <p:ph type="dt" sz="half" idx="25"/>
          </p:nvPr>
        </p:nvSpPr>
        <p:spPr/>
        <p:txBody>
          <a:bodyPr/>
          <a:lstStyle/>
          <a:p>
            <a:endParaRPr lang="en-US"/>
          </a:p>
        </p:txBody>
      </p:sp>
      <p:sp>
        <p:nvSpPr>
          <p:cNvPr id="6" name="Footer Placeholder 5">
            <a:extLst>
              <a:ext uri="{FF2B5EF4-FFF2-40B4-BE49-F238E27FC236}">
                <a16:creationId xmlns:a16="http://schemas.microsoft.com/office/drawing/2014/main" id="{D52C905D-E7A5-5841-E24E-8E8D9EAF35CE}"/>
              </a:ext>
            </a:extLst>
          </p:cNvPr>
          <p:cNvSpPr>
            <a:spLocks noGrp="1"/>
          </p:cNvSpPr>
          <p:nvPr>
            <p:ph type="ftr" sz="quarter" idx="26"/>
          </p:nvPr>
        </p:nvSpPr>
        <p:spPr/>
        <p:txBody>
          <a:bodyPr/>
          <a:lstStyle/>
          <a:p>
            <a:endParaRPr lang="en-US"/>
          </a:p>
        </p:txBody>
      </p:sp>
    </p:spTree>
    <p:extLst>
      <p:ext uri="{BB962C8B-B14F-4D97-AF65-F5344CB8AC3E}">
        <p14:creationId xmlns:p14="http://schemas.microsoft.com/office/powerpoint/2010/main" val="1978226686"/>
      </p:ext>
    </p:extLst>
  </p:cSld>
  <p:clrMapOvr>
    <a:masterClrMapping/>
  </p:clrMapOvr>
  <p:extLst>
    <p:ext uri="{DCECCB84-F9BA-43D5-87BE-67443E8EF086}">
      <p15:sldGuideLst xmlns:p15="http://schemas.microsoft.com/office/powerpoint/2012/main">
        <p15:guide id="1" orient="horz" pos="2088">
          <p15:clr>
            <a:srgbClr val="FBAE40"/>
          </p15:clr>
        </p15:guide>
        <p15:guide id="2" orient="horz" pos="2232">
          <p15:clr>
            <a:srgbClr val="FBAE40"/>
          </p15:clr>
        </p15:guide>
        <p15:guide id="3" pos="3888">
          <p15:clr>
            <a:srgbClr val="FBAE40"/>
          </p15:clr>
        </p15:guide>
        <p15:guide id="4" pos="3792">
          <p15:clr>
            <a:srgbClr val="FBAE40"/>
          </p15:clr>
        </p15:guide>
      </p15:sldGuideLst>
    </p:ext>
  </p:extLst>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userDrawn="1">
  <p:cSld name="Title - Tri-Chart Bottom">
    <p:spTree>
      <p:nvGrpSpPr>
        <p:cNvPr id="1" name=""/>
        <p:cNvGrpSpPr/>
        <p:nvPr/>
      </p:nvGrpSpPr>
      <p:grpSpPr>
        <a:xfrm>
          <a:off x="0" y="0"/>
          <a:ext cx="0" cy="0"/>
          <a:chOff x="0" y="0"/>
          <a:chExt cx="0" cy="0"/>
        </a:xfrm>
      </p:grpSpPr>
      <p:sp>
        <p:nvSpPr>
          <p:cNvPr id="16" name="Content Placeholder 3"/>
          <p:cNvSpPr>
            <a:spLocks noGrp="1"/>
          </p:cNvSpPr>
          <p:nvPr>
            <p:ph sz="quarter" idx="22"/>
          </p:nvPr>
        </p:nvSpPr>
        <p:spPr>
          <a:xfrm>
            <a:off x="266700" y="3855720"/>
            <a:ext cx="11658600" cy="277368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Content Placeholder 2"/>
          <p:cNvSpPr>
            <a:spLocks noGrp="1"/>
          </p:cNvSpPr>
          <p:nvPr>
            <p:ph sz="quarter" idx="23"/>
          </p:nvPr>
        </p:nvSpPr>
        <p:spPr>
          <a:xfrm>
            <a:off x="6172200" y="1028700"/>
            <a:ext cx="5753100" cy="26670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Content Placeholder 1"/>
          <p:cNvSpPr>
            <a:spLocks noGrp="1"/>
          </p:cNvSpPr>
          <p:nvPr>
            <p:ph sz="quarter" idx="15"/>
          </p:nvPr>
        </p:nvSpPr>
        <p:spPr>
          <a:xfrm>
            <a:off x="266700" y="1028700"/>
            <a:ext cx="5753100" cy="26670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p:cNvSpPr>
            <a:spLocks noGrp="1"/>
          </p:cNvSpPr>
          <p:nvPr>
            <p:ph type="title"/>
          </p:nvPr>
        </p:nvSpPr>
        <p:spPr/>
        <p:txBody>
          <a:bodyPr/>
          <a:lstStyle/>
          <a:p>
            <a:r>
              <a:rPr lang="en-US"/>
              <a:t>Click to edit Master title style</a:t>
            </a:r>
          </a:p>
        </p:txBody>
      </p:sp>
      <p:sp>
        <p:nvSpPr>
          <p:cNvPr id="4" name="Date Placeholder 3">
            <a:extLst>
              <a:ext uri="{FF2B5EF4-FFF2-40B4-BE49-F238E27FC236}">
                <a16:creationId xmlns:a16="http://schemas.microsoft.com/office/drawing/2014/main" id="{3246758A-EC6C-2E6D-7C25-EBF35B1A110D}"/>
              </a:ext>
            </a:extLst>
          </p:cNvPr>
          <p:cNvSpPr>
            <a:spLocks noGrp="1"/>
          </p:cNvSpPr>
          <p:nvPr>
            <p:ph type="dt" sz="half" idx="24"/>
          </p:nvPr>
        </p:nvSpPr>
        <p:spPr/>
        <p:txBody>
          <a:bodyPr/>
          <a:lstStyle/>
          <a:p>
            <a:endParaRPr lang="en-US"/>
          </a:p>
        </p:txBody>
      </p:sp>
      <p:sp>
        <p:nvSpPr>
          <p:cNvPr id="5" name="Footer Placeholder 4">
            <a:extLst>
              <a:ext uri="{FF2B5EF4-FFF2-40B4-BE49-F238E27FC236}">
                <a16:creationId xmlns:a16="http://schemas.microsoft.com/office/drawing/2014/main" id="{656A35E6-84D0-522D-F6FA-96313C01D057}"/>
              </a:ext>
            </a:extLst>
          </p:cNvPr>
          <p:cNvSpPr>
            <a:spLocks noGrp="1"/>
          </p:cNvSpPr>
          <p:nvPr>
            <p:ph type="ftr" sz="quarter" idx="25"/>
          </p:nvPr>
        </p:nvSpPr>
        <p:spPr/>
        <p:txBody>
          <a:bodyPr/>
          <a:lstStyle/>
          <a:p>
            <a:endParaRPr lang="en-US"/>
          </a:p>
        </p:txBody>
      </p:sp>
    </p:spTree>
    <p:extLst>
      <p:ext uri="{BB962C8B-B14F-4D97-AF65-F5344CB8AC3E}">
        <p14:creationId xmlns:p14="http://schemas.microsoft.com/office/powerpoint/2010/main" val="2049539758"/>
      </p:ext>
    </p:extLst>
  </p:cSld>
  <p:clrMapOvr>
    <a:masterClrMapping/>
  </p:clrMapOvr>
  <p:extLst>
    <p:ext uri="{DCECCB84-F9BA-43D5-87BE-67443E8EF086}">
      <p15:sldGuideLst xmlns:p15="http://schemas.microsoft.com/office/powerpoint/2012/main">
        <p15:guide id="1" orient="horz" pos="2328">
          <p15:clr>
            <a:srgbClr val="FBAE40"/>
          </p15:clr>
        </p15:guide>
        <p15:guide id="2" orient="horz" pos="2424">
          <p15:clr>
            <a:srgbClr val="FBAE40"/>
          </p15:clr>
        </p15:guide>
        <p15:guide id="3" pos="3888">
          <p15:clr>
            <a:srgbClr val="FBAE40"/>
          </p15:clr>
        </p15:guide>
        <p15:guide id="4" pos="3792">
          <p15:clr>
            <a:srgbClr val="FBAE40"/>
          </p15:clr>
        </p15:guide>
      </p15:sldGuideLst>
    </p:ext>
  </p:extLst>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userDrawn="1">
  <p:cSld name="Title - Tri-Chart Top">
    <p:spTree>
      <p:nvGrpSpPr>
        <p:cNvPr id="1" name=""/>
        <p:cNvGrpSpPr/>
        <p:nvPr/>
      </p:nvGrpSpPr>
      <p:grpSpPr>
        <a:xfrm>
          <a:off x="0" y="0"/>
          <a:ext cx="0" cy="0"/>
          <a:chOff x="0" y="0"/>
          <a:chExt cx="0" cy="0"/>
        </a:xfrm>
      </p:grpSpPr>
      <p:sp>
        <p:nvSpPr>
          <p:cNvPr id="17" name="Content Placeholder 3"/>
          <p:cNvSpPr>
            <a:spLocks noGrp="1"/>
          </p:cNvSpPr>
          <p:nvPr>
            <p:ph sz="quarter" idx="23"/>
          </p:nvPr>
        </p:nvSpPr>
        <p:spPr>
          <a:xfrm>
            <a:off x="6172200" y="3848100"/>
            <a:ext cx="5753100" cy="27813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Content Placeholder 2"/>
          <p:cNvSpPr>
            <a:spLocks noGrp="1"/>
          </p:cNvSpPr>
          <p:nvPr>
            <p:ph sz="quarter" idx="15"/>
          </p:nvPr>
        </p:nvSpPr>
        <p:spPr>
          <a:xfrm>
            <a:off x="266700" y="3848100"/>
            <a:ext cx="5753100" cy="27813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ontent Placeholder 1"/>
          <p:cNvSpPr>
            <a:spLocks noGrp="1"/>
          </p:cNvSpPr>
          <p:nvPr>
            <p:ph sz="quarter" idx="22"/>
          </p:nvPr>
        </p:nvSpPr>
        <p:spPr>
          <a:xfrm>
            <a:off x="266700" y="1024178"/>
            <a:ext cx="11658600" cy="26670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p:cNvSpPr>
            <a:spLocks noGrp="1"/>
          </p:cNvSpPr>
          <p:nvPr>
            <p:ph type="title"/>
          </p:nvPr>
        </p:nvSpPr>
        <p:spPr/>
        <p:txBody>
          <a:bodyPr/>
          <a:lstStyle/>
          <a:p>
            <a:r>
              <a:rPr lang="en-US"/>
              <a:t>Click to edit Master title style</a:t>
            </a:r>
          </a:p>
        </p:txBody>
      </p:sp>
      <p:sp>
        <p:nvSpPr>
          <p:cNvPr id="4" name="Date Placeholder 3">
            <a:extLst>
              <a:ext uri="{FF2B5EF4-FFF2-40B4-BE49-F238E27FC236}">
                <a16:creationId xmlns:a16="http://schemas.microsoft.com/office/drawing/2014/main" id="{CE138066-C767-E96E-E21F-B1E4478B0958}"/>
              </a:ext>
            </a:extLst>
          </p:cNvPr>
          <p:cNvSpPr>
            <a:spLocks noGrp="1"/>
          </p:cNvSpPr>
          <p:nvPr>
            <p:ph type="dt" sz="half" idx="24"/>
          </p:nvPr>
        </p:nvSpPr>
        <p:spPr/>
        <p:txBody>
          <a:bodyPr/>
          <a:lstStyle/>
          <a:p>
            <a:endParaRPr lang="en-US"/>
          </a:p>
        </p:txBody>
      </p:sp>
      <p:sp>
        <p:nvSpPr>
          <p:cNvPr id="5" name="Footer Placeholder 4">
            <a:extLst>
              <a:ext uri="{FF2B5EF4-FFF2-40B4-BE49-F238E27FC236}">
                <a16:creationId xmlns:a16="http://schemas.microsoft.com/office/drawing/2014/main" id="{E18328B5-C225-08E6-86C5-18BB6982BC1B}"/>
              </a:ext>
            </a:extLst>
          </p:cNvPr>
          <p:cNvSpPr>
            <a:spLocks noGrp="1"/>
          </p:cNvSpPr>
          <p:nvPr>
            <p:ph type="ftr" sz="quarter" idx="25"/>
          </p:nvPr>
        </p:nvSpPr>
        <p:spPr/>
        <p:txBody>
          <a:bodyPr/>
          <a:lstStyle/>
          <a:p>
            <a:endParaRPr lang="en-US"/>
          </a:p>
        </p:txBody>
      </p:sp>
    </p:spTree>
    <p:extLst>
      <p:ext uri="{BB962C8B-B14F-4D97-AF65-F5344CB8AC3E}">
        <p14:creationId xmlns:p14="http://schemas.microsoft.com/office/powerpoint/2010/main" val="3877110228"/>
      </p:ext>
    </p:extLst>
  </p:cSld>
  <p:clrMapOvr>
    <a:masterClrMapping/>
  </p:clrMapOvr>
  <p:extLst>
    <p:ext uri="{DCECCB84-F9BA-43D5-87BE-67443E8EF086}">
      <p15:sldGuideLst xmlns:p15="http://schemas.microsoft.com/office/powerpoint/2012/main">
        <p15:guide id="1" orient="horz" pos="2328">
          <p15:clr>
            <a:srgbClr val="FBAE40"/>
          </p15:clr>
        </p15:guide>
        <p15:guide id="2" orient="horz" pos="2424">
          <p15:clr>
            <a:srgbClr val="FBAE40"/>
          </p15:clr>
        </p15:guide>
        <p15:guide id="3" pos="3888">
          <p15:clr>
            <a:srgbClr val="FBAE40"/>
          </p15:clr>
        </p15:guide>
        <p15:guide id="4" pos="3792">
          <p15:clr>
            <a:srgbClr val="FBAE40"/>
          </p15:clr>
        </p15:guide>
      </p15:sldGuideLst>
    </p:ext>
  </p:extLst>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userDrawn="1">
  <p:cSld name="Title - N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5" name="Date Placeholder 4">
            <a:extLst>
              <a:ext uri="{FF2B5EF4-FFF2-40B4-BE49-F238E27FC236}">
                <a16:creationId xmlns:a16="http://schemas.microsoft.com/office/drawing/2014/main" id="{D7835296-7DAA-2D03-3C74-8EDBE0C7DFA4}"/>
              </a:ext>
            </a:extLst>
          </p:cNvPr>
          <p:cNvSpPr>
            <a:spLocks noGrp="1"/>
          </p:cNvSpPr>
          <p:nvPr>
            <p:ph type="dt" sz="half" idx="10"/>
          </p:nvPr>
        </p:nvSpPr>
        <p:spPr/>
        <p:txBody>
          <a:bodyPr/>
          <a:lstStyle/>
          <a:p>
            <a:endParaRPr lang="en-US"/>
          </a:p>
        </p:txBody>
      </p:sp>
      <p:sp>
        <p:nvSpPr>
          <p:cNvPr id="6" name="Footer Placeholder 5">
            <a:extLst>
              <a:ext uri="{FF2B5EF4-FFF2-40B4-BE49-F238E27FC236}">
                <a16:creationId xmlns:a16="http://schemas.microsoft.com/office/drawing/2014/main" id="{AEFD207A-CF9B-5273-AAA1-5371D3714C11}"/>
              </a:ext>
            </a:extLst>
          </p:cNvPr>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3314992884"/>
      </p:ext>
    </p:extLst>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p:cSld name="Blank with graphics">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BF40FE8E-720F-2CF0-A515-A1F0A76E6C20}"/>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8C5645D9-CB9C-72DC-4655-0357D988FE70}"/>
              </a:ext>
            </a:extLst>
          </p:cNvPr>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1587537154"/>
      </p:ext>
    </p:extLst>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userDrawn="1">
  <p:cSld name="1_Blank w/ background no graphics">
    <p:spTree>
      <p:nvGrpSpPr>
        <p:cNvPr id="1" name=""/>
        <p:cNvGrpSpPr/>
        <p:nvPr/>
      </p:nvGrpSpPr>
      <p:grpSpPr>
        <a:xfrm>
          <a:off x="0" y="0"/>
          <a:ext cx="0" cy="0"/>
          <a:chOff x="0" y="0"/>
          <a:chExt cx="0" cy="0"/>
        </a:xfrm>
      </p:grpSpPr>
      <p:sp>
        <p:nvSpPr>
          <p:cNvPr id="8" name="Content Placeholder 7"/>
          <p:cNvSpPr>
            <a:spLocks noGrp="1"/>
          </p:cNvSpPr>
          <p:nvPr>
            <p:ph sz="quarter" idx="12"/>
          </p:nvPr>
        </p:nvSpPr>
        <p:spPr>
          <a:xfrm>
            <a:off x="76200" y="66675"/>
            <a:ext cx="12020549" cy="6723635"/>
          </a:xfrm>
          <a:prstGeom prst="roundRect">
            <a:avLst>
              <a:gd name="adj" fmla="val 2256"/>
            </a:avLst>
          </a:prstGeom>
          <a:noFill/>
          <a:ln w="3175">
            <a:noFill/>
          </a:ln>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973CC44D-C4E5-B148-8424-D309BAD434F9}"/>
              </a:ext>
            </a:extLst>
          </p:cNvPr>
          <p:cNvSpPr>
            <a:spLocks noGrp="1"/>
          </p:cNvSpPr>
          <p:nvPr>
            <p:ph type="dt" sz="half" idx="13"/>
          </p:nvPr>
        </p:nvSpPr>
        <p:spPr/>
        <p:txBody>
          <a:bodyPr/>
          <a:lstStyle/>
          <a:p>
            <a:endParaRPr lang="en-US"/>
          </a:p>
        </p:txBody>
      </p:sp>
      <p:sp>
        <p:nvSpPr>
          <p:cNvPr id="4" name="Footer Placeholder 3">
            <a:extLst>
              <a:ext uri="{FF2B5EF4-FFF2-40B4-BE49-F238E27FC236}">
                <a16:creationId xmlns:a16="http://schemas.microsoft.com/office/drawing/2014/main" id="{B5E87FB6-092D-2261-C61B-A13F398BD061}"/>
              </a:ext>
            </a:extLst>
          </p:cNvPr>
          <p:cNvSpPr>
            <a:spLocks noGrp="1"/>
          </p:cNvSpPr>
          <p:nvPr>
            <p:ph type="ftr" sz="quarter" idx="14"/>
          </p:nvPr>
        </p:nvSpPr>
        <p:spPr/>
        <p:txBody>
          <a:bodyPr/>
          <a:lstStyle/>
          <a:p>
            <a:endParaRPr lang="en-US"/>
          </a:p>
        </p:txBody>
      </p:sp>
      <p:sp>
        <p:nvSpPr>
          <p:cNvPr id="5" name="Title 4">
            <a:extLst>
              <a:ext uri="{FF2B5EF4-FFF2-40B4-BE49-F238E27FC236}">
                <a16:creationId xmlns:a16="http://schemas.microsoft.com/office/drawing/2014/main" id="{AA3CD5E4-A5C4-AFB4-80AA-82539154DD3C}"/>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651643150"/>
      </p:ext>
    </p:extLst>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showMasterSp="0" preserve="1">
  <p:cSld name="White Blank">
    <p:bg>
      <p:bgPr>
        <a:solidFill>
          <a:schemeClr val="tx2"/>
        </a:solidFill>
        <a:effectLst/>
      </p:bgPr>
    </p:bg>
    <p:spTree>
      <p:nvGrpSpPr>
        <p:cNvPr id="1" name=""/>
        <p:cNvGrpSpPr/>
        <p:nvPr/>
      </p:nvGrpSpPr>
      <p:grpSpPr>
        <a:xfrm>
          <a:off x="0" y="0"/>
          <a:ext cx="0" cy="0"/>
          <a:chOff x="0" y="0"/>
          <a:chExt cx="0" cy="0"/>
        </a:xfrm>
      </p:grpSpPr>
      <p:sp>
        <p:nvSpPr>
          <p:cNvPr id="2" name="Text Box 14">
            <a:extLst>
              <a:ext uri="{FF2B5EF4-FFF2-40B4-BE49-F238E27FC236}">
                <a16:creationId xmlns:a16="http://schemas.microsoft.com/office/drawing/2014/main" id="{FBBAD3CE-397E-AB37-EDAD-8632BE0AA2DA}"/>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solidFill>
                  <a:schemeClr val="tx1">
                    <a:lumMod val="50000"/>
                    <a:lumOff val="50000"/>
                  </a:schemeClr>
                </a:solidFill>
              </a:rPr>
              <a:pPr algn="r">
                <a:spcBef>
                  <a:spcPct val="50000"/>
                </a:spcBef>
                <a:defRPr/>
              </a:pPr>
              <a:t>‹#›</a:t>
            </a:fld>
            <a:endParaRPr lang="en-US" sz="1100" b="0" baseline="0">
              <a:solidFill>
                <a:schemeClr val="tx1">
                  <a:lumMod val="50000"/>
                  <a:lumOff val="50000"/>
                </a:schemeClr>
              </a:solidFill>
            </a:endParaRPr>
          </a:p>
        </p:txBody>
      </p:sp>
      <p:sp>
        <p:nvSpPr>
          <p:cNvPr id="4" name="Date Placeholder 3">
            <a:extLst>
              <a:ext uri="{FF2B5EF4-FFF2-40B4-BE49-F238E27FC236}">
                <a16:creationId xmlns:a16="http://schemas.microsoft.com/office/drawing/2014/main" id="{BE1E501C-5AFD-BA9E-01BC-6D3F0A876CDA}"/>
              </a:ext>
            </a:extLst>
          </p:cNvPr>
          <p:cNvSpPr>
            <a:spLocks noGrp="1"/>
          </p:cNvSpPr>
          <p:nvPr>
            <p:ph type="dt" sz="half" idx="10"/>
          </p:nvPr>
        </p:nvSpPr>
        <p:spPr/>
        <p:txBody>
          <a:bodyPr/>
          <a:lstStyle>
            <a:lvl1pPr>
              <a:defRPr>
                <a:solidFill>
                  <a:schemeClr val="tx1">
                    <a:lumMod val="50000"/>
                    <a:lumOff val="50000"/>
                  </a:schemeClr>
                </a:solidFill>
              </a:defRPr>
            </a:lvl1pPr>
          </a:lstStyle>
          <a:p>
            <a:endParaRPr lang="en-US"/>
          </a:p>
        </p:txBody>
      </p:sp>
      <p:sp>
        <p:nvSpPr>
          <p:cNvPr id="7" name="Footer Placeholder 6">
            <a:extLst>
              <a:ext uri="{FF2B5EF4-FFF2-40B4-BE49-F238E27FC236}">
                <a16:creationId xmlns:a16="http://schemas.microsoft.com/office/drawing/2014/main" id="{BD51F885-1610-859A-C99A-21311C9FAB15}"/>
              </a:ext>
            </a:extLst>
          </p:cNvPr>
          <p:cNvSpPr>
            <a:spLocks noGrp="1"/>
          </p:cNvSpPr>
          <p:nvPr>
            <p:ph type="ftr" sz="quarter" idx="11"/>
          </p:nvPr>
        </p:nvSpPr>
        <p:spPr/>
        <p:txBody>
          <a:bodyPr/>
          <a:lstStyle>
            <a:lvl1pPr>
              <a:defRPr>
                <a:solidFill>
                  <a:schemeClr val="tx1">
                    <a:lumMod val="50000"/>
                    <a:lumOff val="50000"/>
                  </a:schemeClr>
                </a:solidFill>
              </a:defRPr>
            </a:lvl1pPr>
          </a:lstStyle>
          <a:p>
            <a:endParaRPr lang="en-US"/>
          </a:p>
        </p:txBody>
      </p:sp>
    </p:spTree>
    <p:extLst>
      <p:ext uri="{BB962C8B-B14F-4D97-AF65-F5344CB8AC3E}">
        <p14:creationId xmlns:p14="http://schemas.microsoft.com/office/powerpoint/2010/main" val="3097512708"/>
      </p:ext>
    </p:extLst>
  </p:cSld>
  <p:clrMapOvr>
    <a:masterClrMapping/>
  </p:clrMapOvr>
  <p:hf hdr="0" dt="0"/>
</p:sldLayout>
</file>

<file path=ppt/slideLayouts/slideLayout99.xml><?xml version="1.0" encoding="utf-8"?>
<p:sldLayout xmlns:a="http://schemas.openxmlformats.org/drawingml/2006/main" xmlns:r="http://schemas.openxmlformats.org/officeDocument/2006/relationships" xmlns:p="http://schemas.openxmlformats.org/presentationml/2006/main" showMasterSp="0" preserve="1">
  <p:cSld name="1_White Blank">
    <p:bg>
      <p:bgPr>
        <a:solidFill>
          <a:schemeClr val="bg1">
            <a:lumMod val="40000"/>
            <a:lumOff val="60000"/>
          </a:schemeClr>
        </a:solidFill>
        <a:effectLst/>
      </p:bgPr>
    </p:bg>
    <p:spTree>
      <p:nvGrpSpPr>
        <p:cNvPr id="1" name=""/>
        <p:cNvGrpSpPr/>
        <p:nvPr/>
      </p:nvGrpSpPr>
      <p:grpSpPr>
        <a:xfrm>
          <a:off x="0" y="0"/>
          <a:ext cx="0" cy="0"/>
          <a:chOff x="0" y="0"/>
          <a:chExt cx="0" cy="0"/>
        </a:xfrm>
      </p:grpSpPr>
      <p:sp>
        <p:nvSpPr>
          <p:cNvPr id="2" name="Text Box 14">
            <a:extLst>
              <a:ext uri="{FF2B5EF4-FFF2-40B4-BE49-F238E27FC236}">
                <a16:creationId xmlns:a16="http://schemas.microsoft.com/office/drawing/2014/main" id="{5559FF84-4EB7-248C-A9A3-21393A68E553}"/>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solidFill>
                  <a:schemeClr val="tx1">
                    <a:lumMod val="50000"/>
                    <a:lumOff val="50000"/>
                  </a:schemeClr>
                </a:solidFill>
              </a:rPr>
              <a:pPr algn="r">
                <a:spcBef>
                  <a:spcPct val="50000"/>
                </a:spcBef>
                <a:defRPr/>
              </a:pPr>
              <a:t>‹#›</a:t>
            </a:fld>
            <a:endParaRPr lang="en-US" sz="1100" b="0" baseline="0">
              <a:solidFill>
                <a:schemeClr val="tx1">
                  <a:lumMod val="50000"/>
                  <a:lumOff val="50000"/>
                </a:schemeClr>
              </a:solidFill>
            </a:endParaRPr>
          </a:p>
        </p:txBody>
      </p:sp>
      <p:sp>
        <p:nvSpPr>
          <p:cNvPr id="4" name="Date Placeholder 3">
            <a:extLst>
              <a:ext uri="{FF2B5EF4-FFF2-40B4-BE49-F238E27FC236}">
                <a16:creationId xmlns:a16="http://schemas.microsoft.com/office/drawing/2014/main" id="{92A3D6AC-9998-6147-A3AF-01786A8BC7B5}"/>
              </a:ext>
            </a:extLst>
          </p:cNvPr>
          <p:cNvSpPr>
            <a:spLocks noGrp="1"/>
          </p:cNvSpPr>
          <p:nvPr>
            <p:ph type="dt" sz="half" idx="10"/>
          </p:nvPr>
        </p:nvSpPr>
        <p:spPr/>
        <p:txBody>
          <a:bodyPr/>
          <a:lstStyle>
            <a:lvl1pPr>
              <a:defRPr>
                <a:solidFill>
                  <a:schemeClr val="tx1">
                    <a:lumMod val="50000"/>
                    <a:lumOff val="50000"/>
                  </a:schemeClr>
                </a:solidFill>
              </a:defRPr>
            </a:lvl1pPr>
          </a:lstStyle>
          <a:p>
            <a:endParaRPr lang="en-US"/>
          </a:p>
        </p:txBody>
      </p:sp>
      <p:sp>
        <p:nvSpPr>
          <p:cNvPr id="5" name="Footer Placeholder 4">
            <a:extLst>
              <a:ext uri="{FF2B5EF4-FFF2-40B4-BE49-F238E27FC236}">
                <a16:creationId xmlns:a16="http://schemas.microsoft.com/office/drawing/2014/main" id="{9E61DC4E-D996-A484-FCFC-B8F377D377A1}"/>
              </a:ext>
            </a:extLst>
          </p:cNvPr>
          <p:cNvSpPr>
            <a:spLocks noGrp="1"/>
          </p:cNvSpPr>
          <p:nvPr>
            <p:ph type="ftr" sz="quarter" idx="11"/>
          </p:nvPr>
        </p:nvSpPr>
        <p:spPr/>
        <p:txBody>
          <a:bodyPr/>
          <a:lstStyle>
            <a:lvl1pPr>
              <a:defRPr>
                <a:solidFill>
                  <a:schemeClr val="tx1">
                    <a:lumMod val="50000"/>
                    <a:lumOff val="50000"/>
                  </a:schemeClr>
                </a:solidFill>
              </a:defRPr>
            </a:lvl1pPr>
          </a:lstStyle>
          <a:p>
            <a:endParaRPr lang="en-US"/>
          </a:p>
        </p:txBody>
      </p:sp>
    </p:spTree>
    <p:extLst>
      <p:ext uri="{BB962C8B-B14F-4D97-AF65-F5344CB8AC3E}">
        <p14:creationId xmlns:p14="http://schemas.microsoft.com/office/powerpoint/2010/main" val="3679205202"/>
      </p:ext>
    </p:extLst>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showMasterSp="0" preserve="1" userDrawn="1">
  <p:cSld name="Black Blank">
    <p:bg>
      <p:bgPr>
        <a:solidFill>
          <a:schemeClr val="tx1"/>
        </a:solidFill>
        <a:effectLst/>
      </p:bgPr>
    </p:bg>
    <p:spTree>
      <p:nvGrpSpPr>
        <p:cNvPr id="1" name=""/>
        <p:cNvGrpSpPr/>
        <p:nvPr/>
      </p:nvGrpSpPr>
      <p:grpSpPr>
        <a:xfrm>
          <a:off x="0" y="0"/>
          <a:ext cx="0" cy="0"/>
          <a:chOff x="0" y="0"/>
          <a:chExt cx="0" cy="0"/>
        </a:xfrm>
      </p:grpSpPr>
      <p:sp>
        <p:nvSpPr>
          <p:cNvPr id="2" name="Text Box 14">
            <a:extLst>
              <a:ext uri="{FF2B5EF4-FFF2-40B4-BE49-F238E27FC236}">
                <a16:creationId xmlns:a16="http://schemas.microsoft.com/office/drawing/2014/main" id="{6B1EDEA3-517F-FC35-5A19-094E3BE709A0}"/>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solidFill>
                  <a:schemeClr val="tx2"/>
                </a:solidFill>
              </a:rPr>
              <a:pPr algn="r">
                <a:spcBef>
                  <a:spcPct val="50000"/>
                </a:spcBef>
                <a:defRPr/>
              </a:pPr>
              <a:t>‹#›</a:t>
            </a:fld>
            <a:endParaRPr lang="en-US" sz="1100" b="0" baseline="0">
              <a:solidFill>
                <a:schemeClr val="tx2"/>
              </a:solidFill>
            </a:endParaRPr>
          </a:p>
        </p:txBody>
      </p:sp>
      <p:sp>
        <p:nvSpPr>
          <p:cNvPr id="4" name="Date Placeholder 3">
            <a:extLst>
              <a:ext uri="{FF2B5EF4-FFF2-40B4-BE49-F238E27FC236}">
                <a16:creationId xmlns:a16="http://schemas.microsoft.com/office/drawing/2014/main" id="{B429D516-C317-CDC1-DADB-0B020CDC0237}"/>
              </a:ext>
            </a:extLst>
          </p:cNvPr>
          <p:cNvSpPr>
            <a:spLocks noGrp="1"/>
          </p:cNvSpPr>
          <p:nvPr>
            <p:ph type="dt" sz="half" idx="10"/>
          </p:nvPr>
        </p:nvSpPr>
        <p:spPr/>
        <p:txBody>
          <a:bodyPr/>
          <a:lstStyle>
            <a:lvl1pPr>
              <a:defRPr>
                <a:solidFill>
                  <a:schemeClr val="tx2"/>
                </a:solidFill>
              </a:defRPr>
            </a:lvl1pPr>
          </a:lstStyle>
          <a:p>
            <a:endParaRPr lang="en-US"/>
          </a:p>
        </p:txBody>
      </p:sp>
      <p:sp>
        <p:nvSpPr>
          <p:cNvPr id="5" name="Footer Placeholder 4">
            <a:extLst>
              <a:ext uri="{FF2B5EF4-FFF2-40B4-BE49-F238E27FC236}">
                <a16:creationId xmlns:a16="http://schemas.microsoft.com/office/drawing/2014/main" id="{CCEEA777-D26F-FC0E-BCB6-7D77B101103A}"/>
              </a:ext>
            </a:extLst>
          </p:cNvPr>
          <p:cNvSpPr>
            <a:spLocks noGrp="1"/>
          </p:cNvSpPr>
          <p:nvPr>
            <p:ph type="ftr" sz="quarter" idx="11"/>
          </p:nvPr>
        </p:nvSpPr>
        <p:spPr/>
        <p:txBody>
          <a:bodyPr/>
          <a:lstStyle>
            <a:lvl1pPr>
              <a:defRPr>
                <a:solidFill>
                  <a:schemeClr val="tx2"/>
                </a:solidFill>
              </a:defRPr>
            </a:lvl1pPr>
          </a:lstStyle>
          <a:p>
            <a:endParaRPr lang="en-US"/>
          </a:p>
        </p:txBody>
      </p:sp>
    </p:spTree>
    <p:extLst>
      <p:ext uri="{BB962C8B-B14F-4D97-AF65-F5344CB8AC3E}">
        <p14:creationId xmlns:p14="http://schemas.microsoft.com/office/powerpoint/2010/main" val="3657638817"/>
      </p:ext>
    </p:extLst>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showMasterSp="0" preserve="1" userDrawn="1">
  <p:cSld name="1_Background no graphics">
    <p:bg>
      <p:bgPr>
        <a:gradFill flip="none" rotWithShape="1">
          <a:gsLst>
            <a:gs pos="80000">
              <a:schemeClr val="tx2"/>
            </a:gs>
            <a:gs pos="90000">
              <a:schemeClr val="tx2">
                <a:alpha val="45000"/>
              </a:schemeClr>
            </a:gs>
            <a:gs pos="95000">
              <a:schemeClr val="bg2">
                <a:lumMod val="90000"/>
              </a:schemeClr>
            </a:gs>
          </a:gsLst>
          <a:path path="circle">
            <a:fillToRect l="100000" t="100000"/>
          </a:path>
          <a:tileRect r="-100000" b="-100000"/>
        </a:gradFill>
        <a:effectLst/>
      </p:bgPr>
    </p:bg>
    <p:spTree>
      <p:nvGrpSpPr>
        <p:cNvPr id="1" name=""/>
        <p:cNvGrpSpPr/>
        <p:nvPr/>
      </p:nvGrpSpPr>
      <p:grpSpPr>
        <a:xfrm>
          <a:off x="0" y="0"/>
          <a:ext cx="0" cy="0"/>
          <a:chOff x="0" y="0"/>
          <a:chExt cx="0" cy="0"/>
        </a:xfrm>
      </p:grpSpPr>
      <p:sp>
        <p:nvSpPr>
          <p:cNvPr id="2" name="Text Box 14">
            <a:extLst>
              <a:ext uri="{FF2B5EF4-FFF2-40B4-BE49-F238E27FC236}">
                <a16:creationId xmlns:a16="http://schemas.microsoft.com/office/drawing/2014/main" id="{0BFA849C-531C-7595-39B1-5EC87690F476}"/>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solidFill>
                  <a:schemeClr val="tx1"/>
                </a:solidFill>
              </a:rPr>
              <a:pPr algn="r">
                <a:spcBef>
                  <a:spcPct val="50000"/>
                </a:spcBef>
                <a:defRPr/>
              </a:pPr>
              <a:t>‹#›</a:t>
            </a:fld>
            <a:endParaRPr lang="en-US" sz="1100" b="0" baseline="0">
              <a:solidFill>
                <a:schemeClr val="tx1"/>
              </a:solidFill>
            </a:endParaRPr>
          </a:p>
        </p:txBody>
      </p:sp>
      <p:sp>
        <p:nvSpPr>
          <p:cNvPr id="4" name="Date Placeholder 3">
            <a:extLst>
              <a:ext uri="{FF2B5EF4-FFF2-40B4-BE49-F238E27FC236}">
                <a16:creationId xmlns:a16="http://schemas.microsoft.com/office/drawing/2014/main" id="{85935D2E-75B7-4B2F-83E6-4B2460140D3F}"/>
              </a:ext>
            </a:extLst>
          </p:cNvPr>
          <p:cNvSpPr>
            <a:spLocks noGrp="1"/>
          </p:cNvSpPr>
          <p:nvPr>
            <p:ph type="dt" sz="half" idx="10"/>
          </p:nvPr>
        </p:nvSpPr>
        <p:spPr/>
        <p:txBody>
          <a:bodyPr/>
          <a:lstStyle>
            <a:lvl1pPr>
              <a:defRPr>
                <a:solidFill>
                  <a:schemeClr val="bg2">
                    <a:lumMod val="50000"/>
                  </a:schemeClr>
                </a:solidFill>
              </a:defRPr>
            </a:lvl1pPr>
          </a:lstStyle>
          <a:p>
            <a:endParaRPr lang="en-US"/>
          </a:p>
        </p:txBody>
      </p:sp>
      <p:sp>
        <p:nvSpPr>
          <p:cNvPr id="5" name="Footer Placeholder 4">
            <a:extLst>
              <a:ext uri="{FF2B5EF4-FFF2-40B4-BE49-F238E27FC236}">
                <a16:creationId xmlns:a16="http://schemas.microsoft.com/office/drawing/2014/main" id="{C5AC37A7-6517-1C05-89FB-ACDA8ECF89DF}"/>
              </a:ext>
            </a:extLst>
          </p:cNvPr>
          <p:cNvSpPr>
            <a:spLocks noGrp="1"/>
          </p:cNvSpPr>
          <p:nvPr>
            <p:ph type="ftr" sz="quarter" idx="11"/>
          </p:nvPr>
        </p:nvSpPr>
        <p:spPr/>
        <p:txBody>
          <a:bodyPr/>
          <a:lstStyle>
            <a:lvl1pPr>
              <a:defRPr>
                <a:solidFill>
                  <a:schemeClr val="bg2">
                    <a:lumMod val="50000"/>
                  </a:schemeClr>
                </a:solidFill>
              </a:defRPr>
            </a:lvl1pPr>
          </a:lstStyle>
          <a:p>
            <a:endParaRPr lang="en-US"/>
          </a:p>
        </p:txBody>
      </p:sp>
    </p:spTree>
    <p:extLst>
      <p:ext uri="{BB962C8B-B14F-4D97-AF65-F5344CB8AC3E}">
        <p14:creationId xmlns:p14="http://schemas.microsoft.com/office/powerpoint/2010/main" val="352995160"/>
      </p:ext>
    </p:extLst>
  </p:cSld>
  <p:clrMapOvr>
    <a:masterClrMapping/>
  </p:clrMapOvr>
</p:sldLayout>
</file>

<file path=ppt/slideLayouts/slideLayout102.xml><?xml version="1.0" encoding="utf-8"?>
<p:sldLayout xmlns:a="http://schemas.openxmlformats.org/drawingml/2006/main" xmlns:r="http://schemas.openxmlformats.org/officeDocument/2006/relationships" xmlns:p="http://schemas.openxmlformats.org/presentationml/2006/main" showMasterSp="0" preserve="1" userDrawn="1">
  <p:cSld name="Section Header">
    <p:bg>
      <p:bgPr>
        <a:solidFill>
          <a:schemeClr val="tx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37843223-5086-843F-D346-CCDD12959DF3}"/>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1805" y="0"/>
            <a:ext cx="12188389" cy="6858000"/>
          </a:xfrm>
          <a:prstGeom prst="rect">
            <a:avLst/>
          </a:prstGeom>
        </p:spPr>
      </p:pic>
      <p:sp>
        <p:nvSpPr>
          <p:cNvPr id="14" name="Title Placeholder 1"/>
          <p:cNvSpPr>
            <a:spLocks noGrp="1"/>
          </p:cNvSpPr>
          <p:nvPr>
            <p:ph type="title"/>
          </p:nvPr>
        </p:nvSpPr>
        <p:spPr bwMode="auto">
          <a:xfrm>
            <a:off x="266700" y="2286001"/>
            <a:ext cx="11658600" cy="1285874"/>
          </a:xfrm>
          <a:prstGeom prst="rect">
            <a:avLst/>
          </a:prstGeom>
          <a:noFill/>
          <a:ln w="9525">
            <a:solidFill>
              <a:schemeClr val="accent3"/>
            </a:solidFill>
            <a:miter lim="800000"/>
            <a:headEnd/>
            <a:tailEnd/>
          </a:ln>
        </p:spPr>
        <p:txBody>
          <a:bodyPr anchor="b"/>
          <a:lstStyle>
            <a:lvl1pPr>
              <a:defRPr sz="3200" b="0" baseline="0">
                <a:solidFill>
                  <a:schemeClr val="accent3"/>
                </a:solidFill>
              </a:defRPr>
            </a:lvl1pPr>
          </a:lstStyle>
          <a:p>
            <a:pPr lvl="0"/>
            <a:r>
              <a:rPr lang="en-US"/>
              <a:t>Click to edit Master title style</a:t>
            </a:r>
          </a:p>
        </p:txBody>
      </p:sp>
      <p:sp>
        <p:nvSpPr>
          <p:cNvPr id="6" name="Text Placeholder 5"/>
          <p:cNvSpPr>
            <a:spLocks noGrp="1"/>
          </p:cNvSpPr>
          <p:nvPr>
            <p:ph type="body" sz="quarter" idx="12"/>
          </p:nvPr>
        </p:nvSpPr>
        <p:spPr>
          <a:xfrm>
            <a:off x="266700" y="3687764"/>
            <a:ext cx="8496300" cy="854075"/>
          </a:xfrm>
          <a:ln>
            <a:solidFill>
              <a:schemeClr val="accent3"/>
            </a:solidFill>
          </a:ln>
        </p:spPr>
        <p:txBody>
          <a:bodyPr anchor="ctr"/>
          <a:lstStyle>
            <a:lvl1pPr marL="0" indent="0">
              <a:defRPr>
                <a:solidFill>
                  <a:schemeClr val="tx2"/>
                </a:solidFill>
              </a:defRPr>
            </a:lvl1pPr>
          </a:lstStyle>
          <a:p>
            <a:pPr lvl="0"/>
            <a:r>
              <a:rPr lang="en-US"/>
              <a:t>Click to edit Master text styles</a:t>
            </a:r>
          </a:p>
        </p:txBody>
      </p:sp>
      <p:sp>
        <p:nvSpPr>
          <p:cNvPr id="2" name="Date Placeholder 1">
            <a:extLst>
              <a:ext uri="{FF2B5EF4-FFF2-40B4-BE49-F238E27FC236}">
                <a16:creationId xmlns:a16="http://schemas.microsoft.com/office/drawing/2014/main" id="{98D00C84-D329-4DD4-96D7-92CD4C330181}"/>
              </a:ext>
            </a:extLst>
          </p:cNvPr>
          <p:cNvSpPr>
            <a:spLocks noGrp="1"/>
          </p:cNvSpPr>
          <p:nvPr>
            <p:ph type="dt" sz="half" idx="13"/>
          </p:nvPr>
        </p:nvSpPr>
        <p:spPr>
          <a:xfrm>
            <a:off x="8763000" y="3697289"/>
            <a:ext cx="3161228" cy="844550"/>
          </a:xfrm>
          <a:prstGeom prst="rect">
            <a:avLst/>
          </a:prstGeom>
          <a:ln>
            <a:solidFill>
              <a:schemeClr val="accent3"/>
            </a:solidFill>
          </a:ln>
        </p:spPr>
        <p:txBody>
          <a:bodyPr/>
          <a:lstStyle>
            <a:lvl1pPr algn="ctr">
              <a:defRPr sz="2000">
                <a:solidFill>
                  <a:schemeClr val="accent3"/>
                </a:solidFill>
              </a:defRPr>
            </a:lvl1pPr>
          </a:lstStyle>
          <a:p>
            <a:endParaRPr lang="en-US"/>
          </a:p>
        </p:txBody>
      </p:sp>
      <p:sp>
        <p:nvSpPr>
          <p:cNvPr id="3" name="Text Box 14">
            <a:extLst>
              <a:ext uri="{FF2B5EF4-FFF2-40B4-BE49-F238E27FC236}">
                <a16:creationId xmlns:a16="http://schemas.microsoft.com/office/drawing/2014/main" id="{71C01142-E0C8-B2A1-CF08-DDC0741713EA}"/>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pPr algn="r">
                <a:spcBef>
                  <a:spcPct val="50000"/>
                </a:spcBef>
                <a:defRPr/>
              </a:pPr>
              <a:t>‹#›</a:t>
            </a:fld>
            <a:endParaRPr lang="en-US" sz="1100" b="0" baseline="0"/>
          </a:p>
        </p:txBody>
      </p:sp>
      <p:pic>
        <p:nvPicPr>
          <p:cNvPr id="11" name="Picture 10" descr="A picture containing qr code&#10;&#10;Description automatically generated">
            <a:extLst>
              <a:ext uri="{FF2B5EF4-FFF2-40B4-BE49-F238E27FC236}">
                <a16:creationId xmlns:a16="http://schemas.microsoft.com/office/drawing/2014/main" id="{C7BD8055-FF8F-646E-4F9E-84B4A33A92B9}"/>
              </a:ext>
            </a:extLst>
          </p:cNvPr>
          <p:cNvPicPr>
            <a:picLocks noChangeAspect="1"/>
          </p:cNvPicPr>
          <p:nvPr userDrawn="1"/>
        </p:nvPicPr>
        <p:blipFill>
          <a:blip r:embed="rId3"/>
          <a:stretch>
            <a:fillRect/>
          </a:stretch>
        </p:blipFill>
        <p:spPr>
          <a:xfrm>
            <a:off x="190500" y="5602330"/>
            <a:ext cx="2402348" cy="1065985"/>
          </a:xfrm>
          <a:prstGeom prst="rect">
            <a:avLst/>
          </a:prstGeom>
        </p:spPr>
      </p:pic>
    </p:spTree>
    <p:extLst>
      <p:ext uri="{BB962C8B-B14F-4D97-AF65-F5344CB8AC3E}">
        <p14:creationId xmlns:p14="http://schemas.microsoft.com/office/powerpoint/2010/main" val="95901129"/>
      </p:ext>
    </p:extLst>
  </p:cSld>
  <p:clrMapOvr>
    <a:masterClrMapping/>
  </p:clrMapOvr>
</p:sldLayout>
</file>

<file path=ppt/slideLayouts/slideLayout103.xml><?xml version="1.0" encoding="utf-8"?>
<p:sldLayout xmlns:a="http://schemas.openxmlformats.org/drawingml/2006/main" xmlns:r="http://schemas.openxmlformats.org/officeDocument/2006/relationships" xmlns:p="http://schemas.openxmlformats.org/presentationml/2006/main" showMasterSp="0" preserve="1" userDrawn="1">
  <p:cSld name="Section header - no Sub-Head">
    <p:bg>
      <p:bgPr>
        <a:solidFill>
          <a:schemeClr val="tx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A9860E5-FB16-921B-9978-59B24F56F9F5}"/>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1805" y="0"/>
            <a:ext cx="12188389" cy="6858000"/>
          </a:xfrm>
          <a:prstGeom prst="rect">
            <a:avLst/>
          </a:prstGeom>
        </p:spPr>
      </p:pic>
      <p:sp>
        <p:nvSpPr>
          <p:cNvPr id="14" name="Title Placeholder 1"/>
          <p:cNvSpPr>
            <a:spLocks noGrp="1"/>
          </p:cNvSpPr>
          <p:nvPr>
            <p:ph type="title"/>
          </p:nvPr>
        </p:nvSpPr>
        <p:spPr bwMode="auto">
          <a:xfrm>
            <a:off x="266700" y="2286001"/>
            <a:ext cx="11658600" cy="1285874"/>
          </a:xfrm>
          <a:prstGeom prst="rect">
            <a:avLst/>
          </a:prstGeom>
          <a:noFill/>
          <a:ln w="9525">
            <a:solidFill>
              <a:schemeClr val="accent3"/>
            </a:solidFill>
            <a:miter lim="800000"/>
            <a:headEnd/>
            <a:tailEnd/>
          </a:ln>
        </p:spPr>
        <p:txBody>
          <a:bodyPr anchor="ctr"/>
          <a:lstStyle>
            <a:lvl1pPr>
              <a:defRPr sz="3200" baseline="0">
                <a:solidFill>
                  <a:schemeClr val="accent3"/>
                </a:solidFill>
              </a:defRPr>
            </a:lvl1pPr>
          </a:lstStyle>
          <a:p>
            <a:pPr lvl="0"/>
            <a:r>
              <a:rPr lang="en-US"/>
              <a:t>Click to edit Master title style</a:t>
            </a:r>
          </a:p>
        </p:txBody>
      </p:sp>
      <p:sp>
        <p:nvSpPr>
          <p:cNvPr id="3" name="Text Box 14">
            <a:extLst>
              <a:ext uri="{FF2B5EF4-FFF2-40B4-BE49-F238E27FC236}">
                <a16:creationId xmlns:a16="http://schemas.microsoft.com/office/drawing/2014/main" id="{B8FD0A53-E9E1-93CC-5F3F-ED183C4566E7}"/>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pPr algn="r">
                <a:spcBef>
                  <a:spcPct val="50000"/>
                </a:spcBef>
                <a:defRPr/>
              </a:pPr>
              <a:t>‹#›</a:t>
            </a:fld>
            <a:endParaRPr lang="en-US" sz="1100" b="0" baseline="0"/>
          </a:p>
        </p:txBody>
      </p:sp>
      <p:pic>
        <p:nvPicPr>
          <p:cNvPr id="6" name="Picture 5" descr="A picture containing qr code&#10;&#10;Description automatically generated">
            <a:extLst>
              <a:ext uri="{FF2B5EF4-FFF2-40B4-BE49-F238E27FC236}">
                <a16:creationId xmlns:a16="http://schemas.microsoft.com/office/drawing/2014/main" id="{1100FC8E-3C81-583C-9A23-08A75A2C4FEC}"/>
              </a:ext>
            </a:extLst>
          </p:cNvPr>
          <p:cNvPicPr>
            <a:picLocks noChangeAspect="1"/>
          </p:cNvPicPr>
          <p:nvPr userDrawn="1"/>
        </p:nvPicPr>
        <p:blipFill>
          <a:blip r:embed="rId3"/>
          <a:stretch>
            <a:fillRect/>
          </a:stretch>
        </p:blipFill>
        <p:spPr>
          <a:xfrm>
            <a:off x="190500" y="5602330"/>
            <a:ext cx="2402348" cy="1065985"/>
          </a:xfrm>
          <a:prstGeom prst="rect">
            <a:avLst/>
          </a:prstGeom>
        </p:spPr>
      </p:pic>
      <p:sp>
        <p:nvSpPr>
          <p:cNvPr id="7" name="Date Placeholder 1">
            <a:extLst>
              <a:ext uri="{FF2B5EF4-FFF2-40B4-BE49-F238E27FC236}">
                <a16:creationId xmlns:a16="http://schemas.microsoft.com/office/drawing/2014/main" id="{22B933D6-5752-A997-866D-7335507E65DB}"/>
              </a:ext>
            </a:extLst>
          </p:cNvPr>
          <p:cNvSpPr>
            <a:spLocks noGrp="1"/>
          </p:cNvSpPr>
          <p:nvPr>
            <p:ph type="dt" sz="half" idx="13"/>
          </p:nvPr>
        </p:nvSpPr>
        <p:spPr>
          <a:xfrm>
            <a:off x="9163627" y="3709924"/>
            <a:ext cx="2761673" cy="385825"/>
          </a:xfrm>
          <a:prstGeom prst="rect">
            <a:avLst/>
          </a:prstGeom>
          <a:ln>
            <a:solidFill>
              <a:schemeClr val="accent3"/>
            </a:solidFill>
          </a:ln>
        </p:spPr>
        <p:txBody>
          <a:bodyPr/>
          <a:lstStyle>
            <a:lvl1pPr algn="ctr">
              <a:defRPr sz="2000">
                <a:solidFill>
                  <a:schemeClr val="accent3"/>
                </a:solidFill>
              </a:defRPr>
            </a:lvl1pPr>
          </a:lstStyle>
          <a:p>
            <a:endParaRPr lang="en-US"/>
          </a:p>
        </p:txBody>
      </p:sp>
    </p:spTree>
    <p:extLst>
      <p:ext uri="{BB962C8B-B14F-4D97-AF65-F5344CB8AC3E}">
        <p14:creationId xmlns:p14="http://schemas.microsoft.com/office/powerpoint/2010/main" val="1175092640"/>
      </p:ext>
    </p:extLst>
  </p:cSld>
  <p:clrMapOvr>
    <a:masterClrMapping/>
  </p:clrMapOvr>
</p:sldLayout>
</file>

<file path=ppt/slideLayouts/slideLayout104.xml><?xml version="1.0" encoding="utf-8"?>
<p:sldLayout xmlns:a="http://schemas.openxmlformats.org/drawingml/2006/main" xmlns:r="http://schemas.openxmlformats.org/officeDocument/2006/relationships" xmlns:p="http://schemas.openxmlformats.org/presentationml/2006/main" showMasterSp="0" preserve="1" userDrawn="1">
  <p:cSld name="Section - Content Only">
    <p:bg>
      <p:bgPr>
        <a:solidFill>
          <a:schemeClr val="tx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FDB948E-B4CD-A49A-882A-F350D2A911BE}"/>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1805" y="0"/>
            <a:ext cx="12188389" cy="6858000"/>
          </a:xfrm>
          <a:prstGeom prst="rect">
            <a:avLst/>
          </a:prstGeom>
        </p:spPr>
      </p:pic>
      <p:sp>
        <p:nvSpPr>
          <p:cNvPr id="4" name="Content Placeholder 3"/>
          <p:cNvSpPr>
            <a:spLocks noGrp="1"/>
          </p:cNvSpPr>
          <p:nvPr>
            <p:ph sz="quarter" idx="12"/>
          </p:nvPr>
        </p:nvSpPr>
        <p:spPr>
          <a:xfrm>
            <a:off x="266700" y="2157413"/>
            <a:ext cx="11658600" cy="1798637"/>
          </a:xfrm>
          <a:ln>
            <a:solidFill>
              <a:schemeClr val="accent3"/>
            </a:solidFill>
          </a:ln>
        </p:spPr>
        <p:txBody>
          <a:bodyPr anchor="ctr"/>
          <a:lstStyle>
            <a:lvl1pPr>
              <a:defRPr>
                <a:solidFill>
                  <a:schemeClr val="accent3"/>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Date Placeholder 1">
            <a:extLst>
              <a:ext uri="{FF2B5EF4-FFF2-40B4-BE49-F238E27FC236}">
                <a16:creationId xmlns:a16="http://schemas.microsoft.com/office/drawing/2014/main" id="{930F58C1-4114-4FD3-B651-E3BC6C7CBC47}"/>
              </a:ext>
            </a:extLst>
          </p:cNvPr>
          <p:cNvSpPr>
            <a:spLocks noGrp="1"/>
          </p:cNvSpPr>
          <p:nvPr>
            <p:ph type="dt" sz="half" idx="13"/>
          </p:nvPr>
        </p:nvSpPr>
        <p:spPr>
          <a:xfrm>
            <a:off x="9163627" y="4043299"/>
            <a:ext cx="2761673" cy="385825"/>
          </a:xfrm>
          <a:prstGeom prst="rect">
            <a:avLst/>
          </a:prstGeom>
          <a:ln>
            <a:solidFill>
              <a:schemeClr val="accent3"/>
            </a:solidFill>
          </a:ln>
        </p:spPr>
        <p:txBody>
          <a:bodyPr/>
          <a:lstStyle>
            <a:lvl1pPr algn="ctr">
              <a:defRPr sz="2000">
                <a:solidFill>
                  <a:schemeClr val="accent3"/>
                </a:solidFill>
              </a:defRPr>
            </a:lvl1pPr>
          </a:lstStyle>
          <a:p>
            <a:endParaRPr lang="en-US"/>
          </a:p>
        </p:txBody>
      </p:sp>
      <p:sp>
        <p:nvSpPr>
          <p:cNvPr id="3" name="Text Box 14">
            <a:extLst>
              <a:ext uri="{FF2B5EF4-FFF2-40B4-BE49-F238E27FC236}">
                <a16:creationId xmlns:a16="http://schemas.microsoft.com/office/drawing/2014/main" id="{4B9A921A-5A1E-39D1-94FE-6E1E04C028AC}"/>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pPr algn="r">
                <a:spcBef>
                  <a:spcPct val="50000"/>
                </a:spcBef>
                <a:defRPr/>
              </a:pPr>
              <a:t>‹#›</a:t>
            </a:fld>
            <a:endParaRPr lang="en-US" sz="1100" b="0" baseline="0"/>
          </a:p>
        </p:txBody>
      </p:sp>
      <p:pic>
        <p:nvPicPr>
          <p:cNvPr id="6" name="Picture 5" descr="A picture containing qr code&#10;&#10;Description automatically generated">
            <a:extLst>
              <a:ext uri="{FF2B5EF4-FFF2-40B4-BE49-F238E27FC236}">
                <a16:creationId xmlns:a16="http://schemas.microsoft.com/office/drawing/2014/main" id="{30F6006C-DEAA-A93E-62A5-A2759A856E6B}"/>
              </a:ext>
            </a:extLst>
          </p:cNvPr>
          <p:cNvPicPr>
            <a:picLocks noChangeAspect="1"/>
          </p:cNvPicPr>
          <p:nvPr userDrawn="1"/>
        </p:nvPicPr>
        <p:blipFill>
          <a:blip r:embed="rId3"/>
          <a:stretch>
            <a:fillRect/>
          </a:stretch>
        </p:blipFill>
        <p:spPr>
          <a:xfrm>
            <a:off x="190500" y="5602330"/>
            <a:ext cx="2402348" cy="1065985"/>
          </a:xfrm>
          <a:prstGeom prst="rect">
            <a:avLst/>
          </a:prstGeom>
        </p:spPr>
      </p:pic>
    </p:spTree>
    <p:extLst>
      <p:ext uri="{BB962C8B-B14F-4D97-AF65-F5344CB8AC3E}">
        <p14:creationId xmlns:p14="http://schemas.microsoft.com/office/powerpoint/2010/main" val="1504254406"/>
      </p:ext>
    </p:extLst>
  </p:cSld>
  <p:clrMapOvr>
    <a:masterClrMapping/>
  </p:clrMapOvr>
</p:sldLayout>
</file>

<file path=ppt/slideLayouts/slideLayout105.xml><?xml version="1.0" encoding="utf-8"?>
<p:sldLayout xmlns:a="http://schemas.openxmlformats.org/drawingml/2006/main" xmlns:r="http://schemas.openxmlformats.org/officeDocument/2006/relationships" xmlns:p="http://schemas.openxmlformats.org/presentationml/2006/main" showMasterSp="0" preserve="1" userDrawn="1">
  <p:cSld name="Title - 2 Pics">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6A2CA99E-4AAA-5371-9462-7AD3D7D937C7}"/>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11232" y="0"/>
            <a:ext cx="12188389" cy="6858000"/>
          </a:xfrm>
          <a:prstGeom prst="rect">
            <a:avLst/>
          </a:prstGeom>
        </p:spPr>
      </p:pic>
      <p:sp>
        <p:nvSpPr>
          <p:cNvPr id="14" name="Title 5"/>
          <p:cNvSpPr>
            <a:spLocks noGrp="1"/>
          </p:cNvSpPr>
          <p:nvPr>
            <p:ph type="title"/>
          </p:nvPr>
        </p:nvSpPr>
        <p:spPr>
          <a:xfrm>
            <a:off x="266700" y="265872"/>
            <a:ext cx="5829300" cy="1671543"/>
          </a:xfrm>
          <a:noFill/>
          <a:ln w="19050">
            <a:solidFill>
              <a:schemeClr val="accent3"/>
            </a:solidFill>
          </a:ln>
        </p:spPr>
        <p:txBody>
          <a:bodyPr/>
          <a:lstStyle>
            <a:lvl1pPr>
              <a:defRPr>
                <a:solidFill>
                  <a:schemeClr val="accent3"/>
                </a:solidFill>
              </a:defRPr>
            </a:lvl1pPr>
          </a:lstStyle>
          <a:p>
            <a:r>
              <a:rPr lang="en-US"/>
              <a:t>Click to edit Master title style</a:t>
            </a:r>
          </a:p>
        </p:txBody>
      </p:sp>
      <p:sp>
        <p:nvSpPr>
          <p:cNvPr id="15" name="Picture Placeholder 16"/>
          <p:cNvSpPr>
            <a:spLocks noGrp="1" noChangeAspect="1"/>
          </p:cNvSpPr>
          <p:nvPr>
            <p:ph type="pic" sz="quarter" idx="13"/>
          </p:nvPr>
        </p:nvSpPr>
        <p:spPr>
          <a:xfrm>
            <a:off x="6220046" y="265872"/>
            <a:ext cx="5705253" cy="3081131"/>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a:t>Click icon to add picture</a:t>
            </a:r>
          </a:p>
        </p:txBody>
      </p:sp>
      <p:sp>
        <p:nvSpPr>
          <p:cNvPr id="16" name="Picture Placeholder 16"/>
          <p:cNvSpPr>
            <a:spLocks noGrp="1" noChangeAspect="1"/>
          </p:cNvSpPr>
          <p:nvPr>
            <p:ph type="pic" sz="quarter" idx="14"/>
          </p:nvPr>
        </p:nvSpPr>
        <p:spPr>
          <a:xfrm>
            <a:off x="6220046" y="3528391"/>
            <a:ext cx="5705253" cy="3081131"/>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a:t>Click icon to add picture</a:t>
            </a:r>
          </a:p>
        </p:txBody>
      </p:sp>
      <p:sp>
        <p:nvSpPr>
          <p:cNvPr id="7" name="Text Placeholder 6"/>
          <p:cNvSpPr>
            <a:spLocks noGrp="1"/>
          </p:cNvSpPr>
          <p:nvPr>
            <p:ph type="body" sz="quarter" idx="15"/>
          </p:nvPr>
        </p:nvSpPr>
        <p:spPr>
          <a:xfrm>
            <a:off x="266700" y="2059389"/>
            <a:ext cx="5816600" cy="3307950"/>
          </a:xfrm>
          <a:ln>
            <a:solidFill>
              <a:schemeClr val="accent3"/>
            </a:solidFill>
          </a:ln>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5" name="Picture 4" descr="A picture containing qr code&#10;&#10;Description automatically generated">
            <a:extLst>
              <a:ext uri="{FF2B5EF4-FFF2-40B4-BE49-F238E27FC236}">
                <a16:creationId xmlns:a16="http://schemas.microsoft.com/office/drawing/2014/main" id="{CC1A89D0-0707-593E-6331-0996B0CFBFA9}"/>
              </a:ext>
            </a:extLst>
          </p:cNvPr>
          <p:cNvPicPr>
            <a:picLocks noChangeAspect="1"/>
          </p:cNvPicPr>
          <p:nvPr userDrawn="1"/>
        </p:nvPicPr>
        <p:blipFill>
          <a:blip r:embed="rId3"/>
          <a:stretch>
            <a:fillRect/>
          </a:stretch>
        </p:blipFill>
        <p:spPr>
          <a:xfrm>
            <a:off x="190500" y="5602330"/>
            <a:ext cx="2402348" cy="1065985"/>
          </a:xfrm>
          <a:prstGeom prst="rect">
            <a:avLst/>
          </a:prstGeom>
        </p:spPr>
      </p:pic>
    </p:spTree>
    <p:extLst>
      <p:ext uri="{BB962C8B-B14F-4D97-AF65-F5344CB8AC3E}">
        <p14:creationId xmlns:p14="http://schemas.microsoft.com/office/powerpoint/2010/main" val="2300267976"/>
      </p:ext>
    </p:extLst>
  </p:cSld>
  <p:clrMapOvr>
    <a:masterClrMapping/>
  </p:clrMapOvr>
</p:sldLayout>
</file>

<file path=ppt/slideLayouts/slideLayout106.xml><?xml version="1.0" encoding="utf-8"?>
<p:sldLayout xmlns:a="http://schemas.openxmlformats.org/drawingml/2006/main" xmlns:r="http://schemas.openxmlformats.org/officeDocument/2006/relationships" xmlns:p="http://schemas.openxmlformats.org/presentationml/2006/main" showMasterSp="0" preserve="1" userDrawn="1">
  <p:cSld name="Title - 3 Pics (horizontal)">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08A2208-647F-606B-8F64-F37557D56788}"/>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1805" y="0"/>
            <a:ext cx="12188389" cy="6858000"/>
          </a:xfrm>
          <a:prstGeom prst="rect">
            <a:avLst/>
          </a:prstGeom>
        </p:spPr>
      </p:pic>
      <p:sp>
        <p:nvSpPr>
          <p:cNvPr id="14" name="Title 5"/>
          <p:cNvSpPr>
            <a:spLocks noGrp="1"/>
          </p:cNvSpPr>
          <p:nvPr>
            <p:ph type="title"/>
          </p:nvPr>
        </p:nvSpPr>
        <p:spPr>
          <a:xfrm>
            <a:off x="266700" y="260931"/>
            <a:ext cx="5821279" cy="1671543"/>
          </a:xfrm>
          <a:noFill/>
          <a:ln w="12700">
            <a:solidFill>
              <a:schemeClr val="accent3"/>
            </a:solidFill>
          </a:ln>
        </p:spPr>
        <p:txBody>
          <a:bodyPr/>
          <a:lstStyle>
            <a:lvl1pPr>
              <a:defRPr>
                <a:solidFill>
                  <a:schemeClr val="accent3"/>
                </a:solidFill>
              </a:defRPr>
            </a:lvl1pPr>
          </a:lstStyle>
          <a:p>
            <a:r>
              <a:rPr lang="en-US"/>
              <a:t>Click to edit Master title style</a:t>
            </a:r>
          </a:p>
        </p:txBody>
      </p:sp>
      <p:sp>
        <p:nvSpPr>
          <p:cNvPr id="15" name="Picture Placeholder 16"/>
          <p:cNvSpPr>
            <a:spLocks noGrp="1" noChangeAspect="1"/>
          </p:cNvSpPr>
          <p:nvPr>
            <p:ph type="pic" sz="quarter" idx="13"/>
          </p:nvPr>
        </p:nvSpPr>
        <p:spPr>
          <a:xfrm>
            <a:off x="6346659" y="260931"/>
            <a:ext cx="5578641" cy="3081131"/>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a:t>Click icon to add picture</a:t>
            </a:r>
          </a:p>
        </p:txBody>
      </p:sp>
      <p:sp>
        <p:nvSpPr>
          <p:cNvPr id="9" name="Picture Placeholder 16"/>
          <p:cNvSpPr>
            <a:spLocks noGrp="1"/>
          </p:cNvSpPr>
          <p:nvPr>
            <p:ph type="pic" sz="quarter" idx="15"/>
          </p:nvPr>
        </p:nvSpPr>
        <p:spPr>
          <a:xfrm>
            <a:off x="8610600" y="3507454"/>
            <a:ext cx="3314700" cy="3093720"/>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a:t>Click icon to add picture</a:t>
            </a:r>
          </a:p>
        </p:txBody>
      </p:sp>
      <p:sp>
        <p:nvSpPr>
          <p:cNvPr id="3" name="Content Placeholder 2"/>
          <p:cNvSpPr>
            <a:spLocks noGrp="1"/>
          </p:cNvSpPr>
          <p:nvPr>
            <p:ph sz="quarter" idx="17"/>
          </p:nvPr>
        </p:nvSpPr>
        <p:spPr>
          <a:xfrm>
            <a:off x="266700" y="2058988"/>
            <a:ext cx="5808663" cy="3308350"/>
          </a:xfrm>
          <a:ln>
            <a:solidFill>
              <a:schemeClr val="accent3"/>
            </a:solidFill>
          </a:ln>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Picture Placeholder 16"/>
          <p:cNvSpPr>
            <a:spLocks noGrp="1"/>
          </p:cNvSpPr>
          <p:nvPr>
            <p:ph type="pic" sz="quarter" idx="16"/>
          </p:nvPr>
        </p:nvSpPr>
        <p:spPr>
          <a:xfrm>
            <a:off x="5140944" y="3507454"/>
            <a:ext cx="3314700" cy="3093720"/>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a:t>Click icon to add picture</a:t>
            </a:r>
          </a:p>
        </p:txBody>
      </p:sp>
      <p:pic>
        <p:nvPicPr>
          <p:cNvPr id="5" name="Picture 4" descr="A picture containing qr code&#10;&#10;Description automatically generated">
            <a:extLst>
              <a:ext uri="{FF2B5EF4-FFF2-40B4-BE49-F238E27FC236}">
                <a16:creationId xmlns:a16="http://schemas.microsoft.com/office/drawing/2014/main" id="{B1CCCAD0-1673-986A-13CB-641150EDAA17}"/>
              </a:ext>
            </a:extLst>
          </p:cNvPr>
          <p:cNvPicPr>
            <a:picLocks noChangeAspect="1"/>
          </p:cNvPicPr>
          <p:nvPr userDrawn="1"/>
        </p:nvPicPr>
        <p:blipFill>
          <a:blip r:embed="rId3"/>
          <a:stretch>
            <a:fillRect/>
          </a:stretch>
        </p:blipFill>
        <p:spPr>
          <a:xfrm>
            <a:off x="190500" y="5602330"/>
            <a:ext cx="2402348" cy="1065985"/>
          </a:xfrm>
          <a:prstGeom prst="rect">
            <a:avLst/>
          </a:prstGeom>
        </p:spPr>
      </p:pic>
    </p:spTree>
    <p:extLst>
      <p:ext uri="{BB962C8B-B14F-4D97-AF65-F5344CB8AC3E}">
        <p14:creationId xmlns:p14="http://schemas.microsoft.com/office/powerpoint/2010/main" val="753160821"/>
      </p:ext>
    </p:extLst>
  </p:cSld>
  <p:clrMapOvr>
    <a:masterClrMapping/>
  </p:clrMapOvr>
</p:sldLayout>
</file>

<file path=ppt/slideLayouts/slideLayout107.xml><?xml version="1.0" encoding="utf-8"?>
<p:sldLayout xmlns:a="http://schemas.openxmlformats.org/drawingml/2006/main" xmlns:r="http://schemas.openxmlformats.org/officeDocument/2006/relationships" xmlns:p="http://schemas.openxmlformats.org/presentationml/2006/main" showMasterSp="0" preserve="1" userDrawn="1">
  <p:cSld name="Title - 4 Pics">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972CCC1-BFFC-C6EA-3790-7E99857DF180}"/>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1805" y="0"/>
            <a:ext cx="12188389" cy="6858000"/>
          </a:xfrm>
          <a:prstGeom prst="rect">
            <a:avLst/>
          </a:prstGeom>
        </p:spPr>
      </p:pic>
      <p:sp>
        <p:nvSpPr>
          <p:cNvPr id="3" name="Text Placeholder 2"/>
          <p:cNvSpPr>
            <a:spLocks noGrp="1"/>
          </p:cNvSpPr>
          <p:nvPr>
            <p:ph type="body" sz="quarter" idx="19"/>
          </p:nvPr>
        </p:nvSpPr>
        <p:spPr>
          <a:xfrm>
            <a:off x="381000" y="2059387"/>
            <a:ext cx="4867275" cy="3315887"/>
          </a:xfrm>
          <a:ln>
            <a:solidFill>
              <a:schemeClr val="accent3"/>
            </a:solidFill>
          </a:ln>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Picture Placeholder 16"/>
          <p:cNvSpPr>
            <a:spLocks noGrp="1"/>
          </p:cNvSpPr>
          <p:nvPr>
            <p:ph type="pic" sz="quarter" idx="15"/>
          </p:nvPr>
        </p:nvSpPr>
        <p:spPr>
          <a:xfrm>
            <a:off x="8723481" y="3423957"/>
            <a:ext cx="3201819" cy="2988364"/>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a:t>Click icon to add picture</a:t>
            </a:r>
          </a:p>
        </p:txBody>
      </p:sp>
      <p:sp>
        <p:nvSpPr>
          <p:cNvPr id="19" name="Picture Placeholder 16"/>
          <p:cNvSpPr>
            <a:spLocks noGrp="1"/>
          </p:cNvSpPr>
          <p:nvPr>
            <p:ph type="pic" sz="quarter" idx="16"/>
          </p:nvPr>
        </p:nvSpPr>
        <p:spPr>
          <a:xfrm>
            <a:off x="5371264" y="3423957"/>
            <a:ext cx="3201819" cy="2988364"/>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a:t>Click icon to add picture</a:t>
            </a:r>
          </a:p>
        </p:txBody>
      </p:sp>
      <p:sp>
        <p:nvSpPr>
          <p:cNvPr id="20" name="Picture Placeholder 16"/>
          <p:cNvSpPr>
            <a:spLocks noGrp="1"/>
          </p:cNvSpPr>
          <p:nvPr>
            <p:ph type="pic" sz="quarter" idx="17"/>
          </p:nvPr>
        </p:nvSpPr>
        <p:spPr>
          <a:xfrm>
            <a:off x="8723481" y="265872"/>
            <a:ext cx="3201819" cy="2988364"/>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a:t>Click icon to add picture</a:t>
            </a:r>
          </a:p>
        </p:txBody>
      </p:sp>
      <p:sp>
        <p:nvSpPr>
          <p:cNvPr id="14" name="Title 5"/>
          <p:cNvSpPr>
            <a:spLocks noGrp="1"/>
          </p:cNvSpPr>
          <p:nvPr>
            <p:ph type="title"/>
          </p:nvPr>
        </p:nvSpPr>
        <p:spPr>
          <a:xfrm>
            <a:off x="381000" y="265872"/>
            <a:ext cx="4866861" cy="1671543"/>
          </a:xfrm>
          <a:noFill/>
          <a:ln w="12700">
            <a:solidFill>
              <a:schemeClr val="accent3"/>
            </a:solidFill>
          </a:ln>
        </p:spPr>
        <p:txBody>
          <a:bodyPr/>
          <a:lstStyle>
            <a:lvl1pPr>
              <a:defRPr>
                <a:solidFill>
                  <a:schemeClr val="accent3"/>
                </a:solidFill>
              </a:defRPr>
            </a:lvl1pPr>
          </a:lstStyle>
          <a:p>
            <a:r>
              <a:rPr lang="en-US"/>
              <a:t>Click to edit Master title style</a:t>
            </a:r>
          </a:p>
        </p:txBody>
      </p:sp>
      <p:sp>
        <p:nvSpPr>
          <p:cNvPr id="21" name="Picture Placeholder 16"/>
          <p:cNvSpPr>
            <a:spLocks noGrp="1"/>
          </p:cNvSpPr>
          <p:nvPr>
            <p:ph type="pic" sz="quarter" idx="18"/>
          </p:nvPr>
        </p:nvSpPr>
        <p:spPr>
          <a:xfrm>
            <a:off x="5371264" y="265872"/>
            <a:ext cx="3201819" cy="2988364"/>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a:t>Click icon to add picture</a:t>
            </a:r>
          </a:p>
        </p:txBody>
      </p:sp>
      <p:pic>
        <p:nvPicPr>
          <p:cNvPr id="5" name="Picture 4" descr="A picture containing qr code&#10;&#10;Description automatically generated">
            <a:extLst>
              <a:ext uri="{FF2B5EF4-FFF2-40B4-BE49-F238E27FC236}">
                <a16:creationId xmlns:a16="http://schemas.microsoft.com/office/drawing/2014/main" id="{6E24EF9F-84E9-63AF-E2E6-C9F20CDDF17F}"/>
              </a:ext>
            </a:extLst>
          </p:cNvPr>
          <p:cNvPicPr>
            <a:picLocks noChangeAspect="1"/>
          </p:cNvPicPr>
          <p:nvPr userDrawn="1"/>
        </p:nvPicPr>
        <p:blipFill>
          <a:blip r:embed="rId3"/>
          <a:stretch>
            <a:fillRect/>
          </a:stretch>
        </p:blipFill>
        <p:spPr>
          <a:xfrm>
            <a:off x="190500" y="5602330"/>
            <a:ext cx="2402348" cy="1065985"/>
          </a:xfrm>
          <a:prstGeom prst="rect">
            <a:avLst/>
          </a:prstGeom>
        </p:spPr>
      </p:pic>
    </p:spTree>
    <p:extLst>
      <p:ext uri="{BB962C8B-B14F-4D97-AF65-F5344CB8AC3E}">
        <p14:creationId xmlns:p14="http://schemas.microsoft.com/office/powerpoint/2010/main" val="572105366"/>
      </p:ext>
    </p:extLst>
  </p:cSld>
  <p:clrMapOvr>
    <a:masterClrMapping/>
  </p:clrMapOvr>
</p:sldLayout>
</file>

<file path=ppt/slideLayouts/slideLayout108.xml><?xml version="1.0" encoding="utf-8"?>
<p:sldLayout xmlns:a="http://schemas.openxmlformats.org/drawingml/2006/main" xmlns:r="http://schemas.openxmlformats.org/officeDocument/2006/relationships" xmlns:p="http://schemas.openxmlformats.org/presentationml/2006/main" showMasterSp="0" preserve="1" userDrawn="1">
  <p:cSld name="Title - 3 Pics (vertical)">
    <p:bg>
      <p:bgPr>
        <a:solidFill>
          <a:schemeClr val="tx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5556BFFC-FD6D-D4CC-D857-29E26DC42C8B}"/>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20657" y="0"/>
            <a:ext cx="12188389" cy="6858000"/>
          </a:xfrm>
          <a:prstGeom prst="rect">
            <a:avLst/>
          </a:prstGeom>
        </p:spPr>
      </p:pic>
      <p:sp>
        <p:nvSpPr>
          <p:cNvPr id="16" name="TextBox 15"/>
          <p:cNvSpPr txBox="1"/>
          <p:nvPr userDrawn="1"/>
        </p:nvSpPr>
        <p:spPr>
          <a:xfrm>
            <a:off x="266700" y="5217495"/>
            <a:ext cx="4337105" cy="357790"/>
          </a:xfrm>
          <a:prstGeom prst="rect">
            <a:avLst/>
          </a:prstGeom>
          <a:noFill/>
          <a:ln>
            <a:solidFill>
              <a:schemeClr val="accent3"/>
            </a:solidFill>
          </a:ln>
        </p:spPr>
        <p:txBody>
          <a:bodyPr wrap="square" lIns="91440" tIns="0">
            <a:spAutoFit/>
          </a:bodyPr>
          <a:lstStyle/>
          <a:p>
            <a:r>
              <a:rPr lang="en-US" altLang="en-US" sz="675" i="1">
                <a:solidFill>
                  <a:schemeClr val="tx2"/>
                </a:solidFill>
              </a:rPr>
              <a:t>“</a:t>
            </a:r>
            <a:r>
              <a:rPr lang="en-US" sz="675" i="1">
                <a:solidFill>
                  <a:schemeClr val="tx2"/>
                </a:solidFill>
              </a:rPr>
              <a:t>The views, opinions and findings contained in this report are those of the authors(s) and should not be construed as an official Department of the Army position, policy or decision, unless so designated by other official documentation.</a:t>
            </a:r>
            <a:r>
              <a:rPr lang="en-US" altLang="en-US" sz="675" i="1">
                <a:solidFill>
                  <a:schemeClr val="tx2"/>
                </a:solidFill>
              </a:rPr>
              <a:t>”</a:t>
            </a:r>
            <a:endParaRPr lang="en-US" sz="675" i="1">
              <a:solidFill>
                <a:schemeClr val="tx2"/>
              </a:solidFill>
            </a:endParaRPr>
          </a:p>
        </p:txBody>
      </p:sp>
      <p:sp>
        <p:nvSpPr>
          <p:cNvPr id="18" name="Picture Placeholder 16"/>
          <p:cNvSpPr>
            <a:spLocks noGrp="1" noChangeAspect="1"/>
          </p:cNvSpPr>
          <p:nvPr>
            <p:ph type="pic" sz="quarter" idx="13"/>
          </p:nvPr>
        </p:nvSpPr>
        <p:spPr>
          <a:xfrm>
            <a:off x="8500460" y="3880886"/>
            <a:ext cx="3424840" cy="2548885"/>
          </a:xfrm>
          <a:prstGeom prst="rect">
            <a:avLst/>
          </a:prstGeom>
          <a:solidFill>
            <a:schemeClr val="tx2"/>
          </a:solidFill>
          <a:ln>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defRPr>
            </a:lvl1pPr>
          </a:lstStyle>
          <a:p>
            <a:r>
              <a:rPr lang="en-US"/>
              <a:t>Click icon to add picture</a:t>
            </a:r>
          </a:p>
        </p:txBody>
      </p:sp>
      <p:sp>
        <p:nvSpPr>
          <p:cNvPr id="19" name="Picture Placeholder 16"/>
          <p:cNvSpPr>
            <a:spLocks noGrp="1" noChangeAspect="1"/>
          </p:cNvSpPr>
          <p:nvPr>
            <p:ph type="pic" sz="quarter" idx="14"/>
          </p:nvPr>
        </p:nvSpPr>
        <p:spPr>
          <a:xfrm>
            <a:off x="8500460" y="1227138"/>
            <a:ext cx="3424840" cy="2548885"/>
          </a:xfrm>
          <a:prstGeom prst="rect">
            <a:avLst/>
          </a:prstGeom>
          <a:solidFill>
            <a:schemeClr val="tx2"/>
          </a:solidFill>
          <a:ln>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defRPr>
            </a:lvl1pPr>
          </a:lstStyle>
          <a:p>
            <a:r>
              <a:rPr lang="en-US"/>
              <a:t>Click icon to add picture</a:t>
            </a:r>
          </a:p>
        </p:txBody>
      </p:sp>
      <p:sp>
        <p:nvSpPr>
          <p:cNvPr id="20" name="Picture Placeholder 16"/>
          <p:cNvSpPr>
            <a:spLocks noGrp="1" noChangeAspect="1"/>
          </p:cNvSpPr>
          <p:nvPr>
            <p:ph type="pic" sz="quarter" idx="15"/>
          </p:nvPr>
        </p:nvSpPr>
        <p:spPr>
          <a:xfrm>
            <a:off x="4726057" y="1227138"/>
            <a:ext cx="3689406" cy="5211649"/>
          </a:xfrm>
          <a:prstGeom prst="rect">
            <a:avLst/>
          </a:prstGeom>
          <a:solidFill>
            <a:schemeClr val="tx2"/>
          </a:solidFill>
          <a:ln>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defRPr>
            </a:lvl1pPr>
          </a:lstStyle>
          <a:p>
            <a:r>
              <a:rPr lang="en-US"/>
              <a:t>Click icon to add picture</a:t>
            </a:r>
          </a:p>
        </p:txBody>
      </p:sp>
      <p:sp>
        <p:nvSpPr>
          <p:cNvPr id="2" name="Title 1"/>
          <p:cNvSpPr>
            <a:spLocks noGrp="1"/>
          </p:cNvSpPr>
          <p:nvPr>
            <p:ph type="title"/>
          </p:nvPr>
        </p:nvSpPr>
        <p:spPr>
          <a:xfrm>
            <a:off x="266700" y="246490"/>
            <a:ext cx="11658600" cy="858437"/>
          </a:xfrm>
          <a:noFill/>
          <a:ln w="12700">
            <a:solidFill>
              <a:schemeClr val="accent3"/>
            </a:solidFill>
          </a:ln>
        </p:spPr>
        <p:txBody>
          <a:bodyPr/>
          <a:lstStyle>
            <a:lvl1pPr>
              <a:defRPr>
                <a:ln>
                  <a:noFill/>
                </a:ln>
                <a:solidFill>
                  <a:schemeClr val="accent3"/>
                </a:solidFill>
              </a:defRPr>
            </a:lvl1pPr>
          </a:lstStyle>
          <a:p>
            <a:r>
              <a:rPr lang="en-US"/>
              <a:t>Click to edit Master title style</a:t>
            </a:r>
          </a:p>
        </p:txBody>
      </p:sp>
      <p:sp>
        <p:nvSpPr>
          <p:cNvPr id="4" name="Text Placeholder 3"/>
          <p:cNvSpPr>
            <a:spLocks noGrp="1"/>
          </p:cNvSpPr>
          <p:nvPr>
            <p:ph type="body" sz="quarter" idx="16"/>
          </p:nvPr>
        </p:nvSpPr>
        <p:spPr>
          <a:xfrm>
            <a:off x="266700" y="1227138"/>
            <a:ext cx="4337105" cy="3957637"/>
          </a:xfrm>
          <a:ln>
            <a:solidFill>
              <a:schemeClr val="accent3"/>
            </a:solidFill>
          </a:ln>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6" name="Picture 5" descr="A picture containing qr code&#10;&#10;Description automatically generated">
            <a:extLst>
              <a:ext uri="{FF2B5EF4-FFF2-40B4-BE49-F238E27FC236}">
                <a16:creationId xmlns:a16="http://schemas.microsoft.com/office/drawing/2014/main" id="{C912A723-62E0-165E-E69D-37E2F11B60E2}"/>
              </a:ext>
            </a:extLst>
          </p:cNvPr>
          <p:cNvPicPr>
            <a:picLocks noChangeAspect="1"/>
          </p:cNvPicPr>
          <p:nvPr userDrawn="1"/>
        </p:nvPicPr>
        <p:blipFill>
          <a:blip r:embed="rId3"/>
          <a:stretch>
            <a:fillRect/>
          </a:stretch>
        </p:blipFill>
        <p:spPr>
          <a:xfrm>
            <a:off x="190500" y="5602330"/>
            <a:ext cx="2402348" cy="1065985"/>
          </a:xfrm>
          <a:prstGeom prst="rect">
            <a:avLst/>
          </a:prstGeom>
        </p:spPr>
      </p:pic>
    </p:spTree>
    <p:extLst>
      <p:ext uri="{BB962C8B-B14F-4D97-AF65-F5344CB8AC3E}">
        <p14:creationId xmlns:p14="http://schemas.microsoft.com/office/powerpoint/2010/main" val="3121855244"/>
      </p:ext>
    </p:extLst>
  </p:cSld>
  <p:clrMapOvr>
    <a:masterClrMapping/>
  </p:clrMapOvr>
</p:sldLayout>
</file>

<file path=ppt/slideLayouts/slideLayout10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Pr>
        <a:solidFill>
          <a:schemeClr val="tx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C0F2E2B7-DF31-70A6-E4D2-4624E105957F}"/>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20657" y="0"/>
            <a:ext cx="12188389" cy="6858000"/>
          </a:xfrm>
          <a:prstGeom prst="rect">
            <a:avLst/>
          </a:prstGeom>
        </p:spPr>
      </p:pic>
      <p:sp>
        <p:nvSpPr>
          <p:cNvPr id="2" name="Title 1">
            <a:extLst>
              <a:ext uri="{FF2B5EF4-FFF2-40B4-BE49-F238E27FC236}">
                <a16:creationId xmlns:a16="http://schemas.microsoft.com/office/drawing/2014/main" id="{4141B23B-C834-C81E-D8E7-0BA48DA2587E}"/>
              </a:ext>
            </a:extLst>
          </p:cNvPr>
          <p:cNvSpPr>
            <a:spLocks noGrp="1"/>
          </p:cNvSpPr>
          <p:nvPr>
            <p:ph type="title"/>
          </p:nvPr>
        </p:nvSpPr>
        <p:spPr>
          <a:xfrm>
            <a:off x="839788" y="457200"/>
            <a:ext cx="3932237" cy="1600200"/>
          </a:xfrm>
          <a:ln>
            <a:solidFill>
              <a:schemeClr val="accent3"/>
            </a:solidFill>
          </a:ln>
        </p:spPr>
        <p:txBody>
          <a:bodyPr anchor="b"/>
          <a:lstStyle>
            <a:lvl1pPr>
              <a:defRPr sz="3200">
                <a:solidFill>
                  <a:schemeClr val="accent3"/>
                </a:solidFill>
              </a:defRPr>
            </a:lvl1pPr>
          </a:lstStyle>
          <a:p>
            <a:r>
              <a:rPr lang="en-US"/>
              <a:t>Click to edit Master title style</a:t>
            </a:r>
          </a:p>
        </p:txBody>
      </p:sp>
      <p:sp>
        <p:nvSpPr>
          <p:cNvPr id="3" name="Picture Placeholder 2">
            <a:extLst>
              <a:ext uri="{FF2B5EF4-FFF2-40B4-BE49-F238E27FC236}">
                <a16:creationId xmlns:a16="http://schemas.microsoft.com/office/drawing/2014/main" id="{2AAF989E-3D4E-5DEB-5949-C26E481EBBD7}"/>
              </a:ext>
            </a:extLst>
          </p:cNvPr>
          <p:cNvSpPr>
            <a:spLocks noGrp="1"/>
          </p:cNvSpPr>
          <p:nvPr>
            <p:ph type="pic" idx="1"/>
          </p:nvPr>
        </p:nvSpPr>
        <p:spPr>
          <a:xfrm>
            <a:off x="5183188" y="457200"/>
            <a:ext cx="6172200" cy="5038825"/>
          </a:xfrm>
          <a:solidFill>
            <a:schemeClr val="tx2"/>
          </a:solidFill>
        </p:spPr>
        <p:txBody>
          <a:bodyPr/>
          <a:lstStyle>
            <a:lvl1pPr marL="0" indent="0">
              <a:buNone/>
              <a:defRPr sz="3200">
                <a:solidFill>
                  <a:schemeClr val="tx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43D5C51-ECC5-2E2F-3751-18DE050DFD6B}"/>
              </a:ext>
            </a:extLst>
          </p:cNvPr>
          <p:cNvSpPr>
            <a:spLocks noGrp="1"/>
          </p:cNvSpPr>
          <p:nvPr>
            <p:ph type="body" sz="half" idx="2"/>
          </p:nvPr>
        </p:nvSpPr>
        <p:spPr>
          <a:xfrm>
            <a:off x="839788" y="2194560"/>
            <a:ext cx="3932237" cy="3301465"/>
          </a:xfrm>
          <a:ln>
            <a:solidFill>
              <a:schemeClr val="accent3"/>
            </a:solidFill>
          </a:ln>
        </p:spPr>
        <p:txBody>
          <a:bodyPr/>
          <a:lstStyle>
            <a:lvl1pPr marL="0" indent="0">
              <a:buNone/>
              <a:defRPr sz="1600">
                <a:solidFill>
                  <a:schemeClr val="tx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pic>
        <p:nvPicPr>
          <p:cNvPr id="8" name="Picture 7" descr="A picture containing qr code&#10;&#10;Description automatically generated">
            <a:extLst>
              <a:ext uri="{FF2B5EF4-FFF2-40B4-BE49-F238E27FC236}">
                <a16:creationId xmlns:a16="http://schemas.microsoft.com/office/drawing/2014/main" id="{352CF3A3-D550-E6AC-ECAB-2839AC0D0355}"/>
              </a:ext>
            </a:extLst>
          </p:cNvPr>
          <p:cNvPicPr>
            <a:picLocks noChangeAspect="1"/>
          </p:cNvPicPr>
          <p:nvPr userDrawn="1"/>
        </p:nvPicPr>
        <p:blipFill>
          <a:blip r:embed="rId3"/>
          <a:stretch>
            <a:fillRect/>
          </a:stretch>
        </p:blipFill>
        <p:spPr>
          <a:xfrm>
            <a:off x="190500" y="5602330"/>
            <a:ext cx="2402348" cy="1065985"/>
          </a:xfrm>
          <a:prstGeom prst="rect">
            <a:avLst/>
          </a:prstGeom>
        </p:spPr>
      </p:pic>
    </p:spTree>
    <p:extLst>
      <p:ext uri="{BB962C8B-B14F-4D97-AF65-F5344CB8AC3E}">
        <p14:creationId xmlns:p14="http://schemas.microsoft.com/office/powerpoint/2010/main" val="645311004"/>
      </p:ext>
    </p:extLst>
  </p:cSld>
  <p:clrMapOvr>
    <a:masterClrMapping/>
  </p:clrMapOvr>
</p:sldLayout>
</file>

<file path=ppt/slideLayouts/slideLayout110.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6" name="Content Placeholder 5"/>
          <p:cNvSpPr>
            <a:spLocks noGrp="1"/>
          </p:cNvSpPr>
          <p:nvPr>
            <p:ph sz="quarter" idx="10"/>
          </p:nvPr>
        </p:nvSpPr>
        <p:spPr>
          <a:xfrm>
            <a:off x="266700" y="1028700"/>
            <a:ext cx="11658600" cy="56007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379E246-DB27-040E-95D2-B26EAF143D30}"/>
              </a:ext>
            </a:extLst>
          </p:cNvPr>
          <p:cNvSpPr>
            <a:spLocks noGrp="1"/>
          </p:cNvSpPr>
          <p:nvPr>
            <p:ph type="dt" sz="half" idx="11"/>
          </p:nvPr>
        </p:nvSpPr>
        <p:spPr/>
        <p:txBody>
          <a:bodyPr/>
          <a:lstStyle/>
          <a:p>
            <a:endParaRPr lang="en-US"/>
          </a:p>
        </p:txBody>
      </p:sp>
      <p:sp>
        <p:nvSpPr>
          <p:cNvPr id="7" name="Footer Placeholder 6">
            <a:extLst>
              <a:ext uri="{FF2B5EF4-FFF2-40B4-BE49-F238E27FC236}">
                <a16:creationId xmlns:a16="http://schemas.microsoft.com/office/drawing/2014/main" id="{CFD0F5C1-A6E1-A37D-C392-0E742FAC1C2F}"/>
              </a:ext>
            </a:extLst>
          </p:cNvPr>
          <p:cNvSpPr>
            <a:spLocks noGrp="1"/>
          </p:cNvSpPr>
          <p:nvPr>
            <p:ph type="ftr" sz="quarter" idx="12"/>
          </p:nvPr>
        </p:nvSpPr>
        <p:spPr/>
        <p:txBody>
          <a:bodyPr/>
          <a:lstStyle/>
          <a:p>
            <a:endParaRPr lang="en-US"/>
          </a:p>
        </p:txBody>
      </p:sp>
      <p:sp>
        <p:nvSpPr>
          <p:cNvPr id="2" name="Title 1">
            <a:extLst>
              <a:ext uri="{FF2B5EF4-FFF2-40B4-BE49-F238E27FC236}">
                <a16:creationId xmlns:a16="http://schemas.microsoft.com/office/drawing/2014/main" id="{62A64504-0669-5CF0-805D-174C1EFD60F6}"/>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847287019"/>
      </p:ext>
    </p:extLst>
  </p:cSld>
  <p:clrMapOvr>
    <a:masterClrMapping/>
  </p:clrMapOvr>
</p:sldLayout>
</file>

<file path=ppt/slideLayouts/slideLayout111.xml><?xml version="1.0" encoding="utf-8"?>
<p:sldLayout xmlns:a="http://schemas.openxmlformats.org/drawingml/2006/main" xmlns:r="http://schemas.openxmlformats.org/officeDocument/2006/relationships" xmlns:p="http://schemas.openxmlformats.org/presentationml/2006/main" preserve="1" userDrawn="1">
  <p:cSld name="Title and Content - 2 Columns">
    <p:spTree>
      <p:nvGrpSpPr>
        <p:cNvPr id="1" name=""/>
        <p:cNvGrpSpPr/>
        <p:nvPr/>
      </p:nvGrpSpPr>
      <p:grpSpPr>
        <a:xfrm>
          <a:off x="0" y="0"/>
          <a:ext cx="0" cy="0"/>
          <a:chOff x="0" y="0"/>
          <a:chExt cx="0" cy="0"/>
        </a:xfrm>
      </p:grpSpPr>
      <p:sp>
        <p:nvSpPr>
          <p:cNvPr id="8" name="Content Placeholder 3"/>
          <p:cNvSpPr>
            <a:spLocks noGrp="1"/>
          </p:cNvSpPr>
          <p:nvPr>
            <p:ph sz="quarter" idx="10"/>
          </p:nvPr>
        </p:nvSpPr>
        <p:spPr>
          <a:xfrm>
            <a:off x="266700" y="1028700"/>
            <a:ext cx="11658600" cy="5600700"/>
          </a:xfrm>
        </p:spPr>
        <p:txBody>
          <a:bodyPr numCol="2"/>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EE4B1084-AF70-E7DA-2842-9FB9FFF0804B}"/>
              </a:ext>
            </a:extLst>
          </p:cNvPr>
          <p:cNvSpPr>
            <a:spLocks noGrp="1"/>
          </p:cNvSpPr>
          <p:nvPr>
            <p:ph type="title"/>
          </p:nvPr>
        </p:nvSpPr>
        <p:spPr/>
        <p:txBody>
          <a:bodyPr/>
          <a:lstStyle/>
          <a:p>
            <a:r>
              <a:rPr lang="en-US"/>
              <a:t>Click to edit Master title style</a:t>
            </a:r>
          </a:p>
        </p:txBody>
      </p:sp>
      <p:sp>
        <p:nvSpPr>
          <p:cNvPr id="5" name="Date Placeholder 4">
            <a:extLst>
              <a:ext uri="{FF2B5EF4-FFF2-40B4-BE49-F238E27FC236}">
                <a16:creationId xmlns:a16="http://schemas.microsoft.com/office/drawing/2014/main" id="{76C7A763-F7D0-2074-5F3F-2D1DA1226607}"/>
              </a:ext>
            </a:extLst>
          </p:cNvPr>
          <p:cNvSpPr>
            <a:spLocks noGrp="1"/>
          </p:cNvSpPr>
          <p:nvPr>
            <p:ph type="dt" sz="half" idx="11"/>
          </p:nvPr>
        </p:nvSpPr>
        <p:spPr/>
        <p:txBody>
          <a:bodyPr/>
          <a:lstStyle/>
          <a:p>
            <a:endParaRPr lang="en-US"/>
          </a:p>
        </p:txBody>
      </p:sp>
      <p:sp>
        <p:nvSpPr>
          <p:cNvPr id="6" name="Footer Placeholder 5">
            <a:extLst>
              <a:ext uri="{FF2B5EF4-FFF2-40B4-BE49-F238E27FC236}">
                <a16:creationId xmlns:a16="http://schemas.microsoft.com/office/drawing/2014/main" id="{BB5C1216-5C4C-C44D-DE08-88D5BFB6266F}"/>
              </a:ext>
            </a:extLst>
          </p:cNvPr>
          <p:cNvSpPr>
            <a:spLocks noGrp="1"/>
          </p:cNvSpPr>
          <p:nvPr>
            <p:ph type="ftr" sz="quarter" idx="12"/>
          </p:nvPr>
        </p:nvSpPr>
        <p:spPr/>
        <p:txBody>
          <a:bodyPr/>
          <a:lstStyle/>
          <a:p>
            <a:endParaRPr lang="en-US"/>
          </a:p>
        </p:txBody>
      </p:sp>
    </p:spTree>
    <p:extLst>
      <p:ext uri="{BB962C8B-B14F-4D97-AF65-F5344CB8AC3E}">
        <p14:creationId xmlns:p14="http://schemas.microsoft.com/office/powerpoint/2010/main" val="2768909655"/>
      </p:ext>
    </p:extLst>
  </p:cSld>
  <p:clrMapOvr>
    <a:masterClrMapping/>
  </p:clrMapOvr>
</p:sldLayout>
</file>

<file path=ppt/slideLayouts/slideLayout112.xml><?xml version="1.0" encoding="utf-8"?>
<p:sldLayout xmlns:a="http://schemas.openxmlformats.org/drawingml/2006/main" xmlns:r="http://schemas.openxmlformats.org/officeDocument/2006/relationships" xmlns:p="http://schemas.openxmlformats.org/presentationml/2006/main" preserve="1" userDrawn="1">
  <p:cSld name="Title and Content - 3 Columns">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a:t>Click to edit Master title style</a:t>
            </a:r>
          </a:p>
        </p:txBody>
      </p:sp>
      <p:sp>
        <p:nvSpPr>
          <p:cNvPr id="9" name="Content Placeholder 3"/>
          <p:cNvSpPr>
            <a:spLocks noGrp="1"/>
          </p:cNvSpPr>
          <p:nvPr>
            <p:ph sz="quarter" idx="12"/>
          </p:nvPr>
        </p:nvSpPr>
        <p:spPr>
          <a:xfrm>
            <a:off x="266700" y="1028700"/>
            <a:ext cx="11658600" cy="5600700"/>
          </a:xfrm>
        </p:spPr>
        <p:txBody>
          <a:bodyPr numCol="3"/>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AFC9BA2-EC81-5287-D39F-725A5EC32471}"/>
              </a:ext>
            </a:extLst>
          </p:cNvPr>
          <p:cNvSpPr>
            <a:spLocks noGrp="1"/>
          </p:cNvSpPr>
          <p:nvPr>
            <p:ph type="dt" sz="half" idx="13"/>
          </p:nvPr>
        </p:nvSpPr>
        <p:spPr/>
        <p:txBody>
          <a:bodyPr/>
          <a:lstStyle/>
          <a:p>
            <a:endParaRPr lang="en-US"/>
          </a:p>
        </p:txBody>
      </p:sp>
      <p:sp>
        <p:nvSpPr>
          <p:cNvPr id="6" name="Footer Placeholder 5">
            <a:extLst>
              <a:ext uri="{FF2B5EF4-FFF2-40B4-BE49-F238E27FC236}">
                <a16:creationId xmlns:a16="http://schemas.microsoft.com/office/drawing/2014/main" id="{FE97BF52-3E27-86B6-23FC-B495D58A6360}"/>
              </a:ext>
            </a:extLst>
          </p:cNvPr>
          <p:cNvSpPr>
            <a:spLocks noGrp="1"/>
          </p:cNvSpPr>
          <p:nvPr>
            <p:ph type="ftr" sz="quarter" idx="14"/>
          </p:nvPr>
        </p:nvSpPr>
        <p:spPr/>
        <p:txBody>
          <a:bodyPr/>
          <a:lstStyle/>
          <a:p>
            <a:endParaRPr lang="en-US"/>
          </a:p>
        </p:txBody>
      </p:sp>
    </p:spTree>
    <p:extLst>
      <p:ext uri="{BB962C8B-B14F-4D97-AF65-F5344CB8AC3E}">
        <p14:creationId xmlns:p14="http://schemas.microsoft.com/office/powerpoint/2010/main" val="3473168259"/>
      </p:ext>
    </p:extLst>
  </p:cSld>
  <p:clrMapOvr>
    <a:masterClrMapping/>
  </p:clrMapOvr>
</p:sldLayout>
</file>

<file path=ppt/slideLayouts/slideLayout113.xml><?xml version="1.0" encoding="utf-8"?>
<p:sldLayout xmlns:a="http://schemas.openxmlformats.org/drawingml/2006/main" xmlns:r="http://schemas.openxmlformats.org/officeDocument/2006/relationships" xmlns:p="http://schemas.openxmlformats.org/presentationml/2006/main" preserve="1" userDrawn="1">
  <p:cSld name="Title and Picture with Caption">
    <p:spTree>
      <p:nvGrpSpPr>
        <p:cNvPr id="1" name=""/>
        <p:cNvGrpSpPr/>
        <p:nvPr/>
      </p:nvGrpSpPr>
      <p:grpSpPr>
        <a:xfrm>
          <a:off x="0" y="0"/>
          <a:ext cx="0" cy="0"/>
          <a:chOff x="0" y="0"/>
          <a:chExt cx="0" cy="0"/>
        </a:xfrm>
      </p:grpSpPr>
      <p:sp>
        <p:nvSpPr>
          <p:cNvPr id="21" name="Text Placeholder 2"/>
          <p:cNvSpPr>
            <a:spLocks noGrp="1"/>
          </p:cNvSpPr>
          <p:nvPr>
            <p:ph idx="1"/>
          </p:nvPr>
        </p:nvSpPr>
        <p:spPr bwMode="auto">
          <a:xfrm>
            <a:off x="266700" y="6191103"/>
            <a:ext cx="11658600" cy="438297"/>
          </a:xfrm>
          <a:prstGeom prst="rect">
            <a:avLst/>
          </a:prstGeom>
          <a:noFill/>
          <a:ln w="9525">
            <a:noFill/>
            <a:miter lim="800000"/>
            <a:headEnd/>
            <a:tailEnd/>
          </a:ln>
        </p:spPr>
        <p:txBody>
          <a:bodyPr lIns="91440" tIns="0" numCol="1"/>
          <a:lstStyle>
            <a:lvl1pPr marL="0" indent="0">
              <a:buNone/>
              <a:defRPr sz="900">
                <a:solidFill>
                  <a:schemeClr val="tx1">
                    <a:lumMod val="75000"/>
                    <a:lumOff val="25000"/>
                  </a:schemeClr>
                </a:solidFill>
              </a:defRPr>
            </a:lvl1pPr>
            <a:lvl2pPr>
              <a:defRPr sz="1350">
                <a:solidFill>
                  <a:srgbClr val="83847A"/>
                </a:solidFill>
              </a:defRPr>
            </a:lvl2pPr>
            <a:lvl3pPr>
              <a:defRPr sz="1125">
                <a:solidFill>
                  <a:srgbClr val="83847A"/>
                </a:solidFill>
              </a:defRPr>
            </a:lvl3pPr>
            <a:lvl4pPr>
              <a:defRPr sz="1125">
                <a:solidFill>
                  <a:srgbClr val="83847A"/>
                </a:solidFill>
              </a:defRPr>
            </a:lvl4pPr>
            <a:lvl5pPr>
              <a:defRPr sz="1125">
                <a:solidFill>
                  <a:srgbClr val="83847A"/>
                </a:solidFill>
              </a:defRPr>
            </a:lvl5pPr>
          </a:lstStyle>
          <a:p>
            <a:pPr lvl="0"/>
            <a:r>
              <a:rPr lang="en-US" noProof="0"/>
              <a:t>Click to edit Master text styles</a:t>
            </a:r>
          </a:p>
        </p:txBody>
      </p:sp>
      <p:sp>
        <p:nvSpPr>
          <p:cNvPr id="4" name="Title 3"/>
          <p:cNvSpPr>
            <a:spLocks noGrp="1"/>
          </p:cNvSpPr>
          <p:nvPr>
            <p:ph type="title"/>
          </p:nvPr>
        </p:nvSpPr>
        <p:spPr/>
        <p:txBody>
          <a:bodyPr/>
          <a:lstStyle/>
          <a:p>
            <a:r>
              <a:rPr lang="en-US"/>
              <a:t>Click to edit Master title style</a:t>
            </a:r>
          </a:p>
        </p:txBody>
      </p:sp>
      <p:sp>
        <p:nvSpPr>
          <p:cNvPr id="10" name="Content Placeholder 3"/>
          <p:cNvSpPr>
            <a:spLocks noGrp="1"/>
          </p:cNvSpPr>
          <p:nvPr>
            <p:ph sz="quarter" idx="12"/>
          </p:nvPr>
        </p:nvSpPr>
        <p:spPr>
          <a:xfrm>
            <a:off x="266700" y="1028700"/>
            <a:ext cx="11658600" cy="508634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Date Placeholder 1">
            <a:extLst>
              <a:ext uri="{FF2B5EF4-FFF2-40B4-BE49-F238E27FC236}">
                <a16:creationId xmlns:a16="http://schemas.microsoft.com/office/drawing/2014/main" id="{67CF58A5-50A2-4609-9528-306C52949FE4}"/>
              </a:ext>
            </a:extLst>
          </p:cNvPr>
          <p:cNvSpPr>
            <a:spLocks noGrp="1"/>
          </p:cNvSpPr>
          <p:nvPr>
            <p:ph type="dt" sz="half" idx="13"/>
          </p:nvPr>
        </p:nvSpPr>
        <p:spPr>
          <a:xfrm>
            <a:off x="8842515" y="6653150"/>
            <a:ext cx="2761673" cy="137160"/>
          </a:xfrm>
          <a:prstGeom prst="rect">
            <a:avLst/>
          </a:prstGeom>
        </p:spPr>
        <p:txBody>
          <a:bodyPr/>
          <a:lstStyle/>
          <a:p>
            <a:endParaRPr lang="en-US"/>
          </a:p>
        </p:txBody>
      </p:sp>
      <p:sp>
        <p:nvSpPr>
          <p:cNvPr id="3" name="Footer Placeholder 2">
            <a:extLst>
              <a:ext uri="{FF2B5EF4-FFF2-40B4-BE49-F238E27FC236}">
                <a16:creationId xmlns:a16="http://schemas.microsoft.com/office/drawing/2014/main" id="{13141E4A-7726-4CDD-AEE9-576AC0A57297}"/>
              </a:ext>
            </a:extLst>
          </p:cNvPr>
          <p:cNvSpPr>
            <a:spLocks noGrp="1"/>
          </p:cNvSpPr>
          <p:nvPr>
            <p:ph type="ftr" sz="quarter" idx="14"/>
          </p:nvPr>
        </p:nvSpPr>
        <p:spPr>
          <a:xfrm>
            <a:off x="266700" y="6653150"/>
            <a:ext cx="2901373" cy="137160"/>
          </a:xfrm>
          <a:prstGeom prst="rect">
            <a:avLst/>
          </a:prstGeom>
        </p:spPr>
        <p:txBody>
          <a:bodyPr/>
          <a:lstStyle/>
          <a:p>
            <a:endParaRPr lang="en-US"/>
          </a:p>
        </p:txBody>
      </p:sp>
    </p:spTree>
    <p:extLst>
      <p:ext uri="{BB962C8B-B14F-4D97-AF65-F5344CB8AC3E}">
        <p14:creationId xmlns:p14="http://schemas.microsoft.com/office/powerpoint/2010/main" val="1433027956"/>
      </p:ext>
    </p:extLst>
  </p:cSld>
  <p:clrMapOvr>
    <a:masterClrMapping/>
  </p:clrMapOvr>
  <p:extLst>
    <p:ext uri="{DCECCB84-F9BA-43D5-87BE-67443E8EF086}">
      <p15:sldGuideLst xmlns:p15="http://schemas.microsoft.com/office/powerpoint/2012/main"/>
    </p:ext>
  </p:extLst>
</p:sldLayout>
</file>

<file path=ppt/slideLayouts/slideLayout114.xml><?xml version="1.0" encoding="utf-8"?>
<p:sldLayout xmlns:a="http://schemas.openxmlformats.org/drawingml/2006/main" xmlns:r="http://schemas.openxmlformats.org/officeDocument/2006/relationships" xmlns:p="http://schemas.openxmlformats.org/presentationml/2006/main" preserve="1" userDrawn="1">
  <p:cSld name="Title - 2 Sections">
    <p:spTree>
      <p:nvGrpSpPr>
        <p:cNvPr id="1" name=""/>
        <p:cNvGrpSpPr/>
        <p:nvPr/>
      </p:nvGrpSpPr>
      <p:grpSpPr>
        <a:xfrm>
          <a:off x="0" y="0"/>
          <a:ext cx="0" cy="0"/>
          <a:chOff x="0" y="0"/>
          <a:chExt cx="0" cy="0"/>
        </a:xfrm>
      </p:grpSpPr>
      <p:sp>
        <p:nvSpPr>
          <p:cNvPr id="3" name="Content Placeholder 2"/>
          <p:cNvSpPr>
            <a:spLocks noGrp="1"/>
          </p:cNvSpPr>
          <p:nvPr>
            <p:ph sz="quarter" idx="15"/>
          </p:nvPr>
        </p:nvSpPr>
        <p:spPr>
          <a:xfrm>
            <a:off x="266700" y="1028700"/>
            <a:ext cx="5721406" cy="56007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p:cNvSpPr>
            <a:spLocks noGrp="1"/>
          </p:cNvSpPr>
          <p:nvPr>
            <p:ph type="title"/>
          </p:nvPr>
        </p:nvSpPr>
        <p:spPr/>
        <p:txBody>
          <a:bodyPr/>
          <a:lstStyle/>
          <a:p>
            <a:r>
              <a:rPr lang="en-US"/>
              <a:t>Click to edit Master title style</a:t>
            </a:r>
          </a:p>
        </p:txBody>
      </p:sp>
      <p:sp>
        <p:nvSpPr>
          <p:cNvPr id="11" name="Content Placeholder 2"/>
          <p:cNvSpPr>
            <a:spLocks noGrp="1"/>
          </p:cNvSpPr>
          <p:nvPr>
            <p:ph sz="quarter" idx="19"/>
          </p:nvPr>
        </p:nvSpPr>
        <p:spPr>
          <a:xfrm>
            <a:off x="6203894" y="1028700"/>
            <a:ext cx="5721406" cy="56007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Date Placeholder 5">
            <a:extLst>
              <a:ext uri="{FF2B5EF4-FFF2-40B4-BE49-F238E27FC236}">
                <a16:creationId xmlns:a16="http://schemas.microsoft.com/office/drawing/2014/main" id="{BEC9A928-C3DF-2C22-44D2-6CEAF37A2452}"/>
              </a:ext>
            </a:extLst>
          </p:cNvPr>
          <p:cNvSpPr>
            <a:spLocks noGrp="1"/>
          </p:cNvSpPr>
          <p:nvPr>
            <p:ph type="dt" sz="half" idx="20"/>
          </p:nvPr>
        </p:nvSpPr>
        <p:spPr/>
        <p:txBody>
          <a:bodyPr/>
          <a:lstStyle/>
          <a:p>
            <a:endParaRPr lang="en-US"/>
          </a:p>
        </p:txBody>
      </p:sp>
      <p:sp>
        <p:nvSpPr>
          <p:cNvPr id="7" name="Footer Placeholder 6">
            <a:extLst>
              <a:ext uri="{FF2B5EF4-FFF2-40B4-BE49-F238E27FC236}">
                <a16:creationId xmlns:a16="http://schemas.microsoft.com/office/drawing/2014/main" id="{F7247472-A8F5-BC75-9086-8D91A7F6A294}"/>
              </a:ext>
            </a:extLst>
          </p:cNvPr>
          <p:cNvSpPr>
            <a:spLocks noGrp="1"/>
          </p:cNvSpPr>
          <p:nvPr>
            <p:ph type="ftr" sz="quarter" idx="21"/>
          </p:nvPr>
        </p:nvSpPr>
        <p:spPr/>
        <p:txBody>
          <a:bodyPr/>
          <a:lstStyle/>
          <a:p>
            <a:endParaRPr lang="en-US"/>
          </a:p>
        </p:txBody>
      </p:sp>
    </p:spTree>
    <p:extLst>
      <p:ext uri="{BB962C8B-B14F-4D97-AF65-F5344CB8AC3E}">
        <p14:creationId xmlns:p14="http://schemas.microsoft.com/office/powerpoint/2010/main" val="4011075717"/>
      </p:ext>
    </p:extLst>
  </p:cSld>
  <p:clrMapOvr>
    <a:masterClrMapping/>
  </p:clrMapOvr>
</p:sldLayout>
</file>

<file path=ppt/slideLayouts/slideLayout115.xml><?xml version="1.0" encoding="utf-8"?>
<p:sldLayout xmlns:a="http://schemas.openxmlformats.org/drawingml/2006/main" xmlns:r="http://schemas.openxmlformats.org/officeDocument/2006/relationships" xmlns:p="http://schemas.openxmlformats.org/presentationml/2006/main" preserve="1" userDrawn="1">
  <p:cSld name="Title - Sub-Head 2 Sections">
    <p:spTree>
      <p:nvGrpSpPr>
        <p:cNvPr id="1" name=""/>
        <p:cNvGrpSpPr/>
        <p:nvPr/>
      </p:nvGrpSpPr>
      <p:grpSpPr>
        <a:xfrm>
          <a:off x="0" y="0"/>
          <a:ext cx="0" cy="0"/>
          <a:chOff x="0" y="0"/>
          <a:chExt cx="0" cy="0"/>
        </a:xfrm>
      </p:grpSpPr>
      <p:sp>
        <p:nvSpPr>
          <p:cNvPr id="9" name="Text Placeholder 3"/>
          <p:cNvSpPr>
            <a:spLocks noGrp="1"/>
          </p:cNvSpPr>
          <p:nvPr>
            <p:ph type="body" sz="quarter" idx="13"/>
          </p:nvPr>
        </p:nvSpPr>
        <p:spPr>
          <a:xfrm>
            <a:off x="266700" y="1028700"/>
            <a:ext cx="5719572" cy="666241"/>
          </a:xfrm>
        </p:spPr>
        <p:txBody>
          <a:bodyPr bIns="0" anchor="b"/>
          <a:lstStyle>
            <a:lvl1pPr>
              <a:defRPr sz="1500">
                <a:solidFill>
                  <a:schemeClr val="tx1">
                    <a:lumMod val="75000"/>
                    <a:lumOff val="25000"/>
                  </a:schemeClr>
                </a:solidFill>
              </a:defRPr>
            </a:lvl1pPr>
          </a:lstStyle>
          <a:p>
            <a:pPr lvl="0"/>
            <a:r>
              <a:rPr lang="en-US"/>
              <a:t>Click to edit Master text styles</a:t>
            </a:r>
          </a:p>
        </p:txBody>
      </p:sp>
      <p:sp>
        <p:nvSpPr>
          <p:cNvPr id="2" name="Title 1"/>
          <p:cNvSpPr>
            <a:spLocks noGrp="1"/>
          </p:cNvSpPr>
          <p:nvPr>
            <p:ph type="title"/>
          </p:nvPr>
        </p:nvSpPr>
        <p:spPr/>
        <p:txBody>
          <a:bodyPr/>
          <a:lstStyle/>
          <a:p>
            <a:r>
              <a:rPr lang="en-US"/>
              <a:t>Click to edit Master title style</a:t>
            </a:r>
          </a:p>
        </p:txBody>
      </p:sp>
      <p:sp>
        <p:nvSpPr>
          <p:cNvPr id="13" name="Content Placeholder 2"/>
          <p:cNvSpPr>
            <a:spLocks noGrp="1"/>
          </p:cNvSpPr>
          <p:nvPr>
            <p:ph sz="quarter" idx="16"/>
          </p:nvPr>
        </p:nvSpPr>
        <p:spPr>
          <a:xfrm>
            <a:off x="266700" y="1743075"/>
            <a:ext cx="5721406" cy="4886325"/>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Content Placeholder 2"/>
          <p:cNvSpPr>
            <a:spLocks noGrp="1"/>
          </p:cNvSpPr>
          <p:nvPr>
            <p:ph sz="quarter" idx="19"/>
          </p:nvPr>
        </p:nvSpPr>
        <p:spPr>
          <a:xfrm>
            <a:off x="6203894" y="1743075"/>
            <a:ext cx="5721406" cy="4886325"/>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Text Placeholder 3"/>
          <p:cNvSpPr>
            <a:spLocks noGrp="1"/>
          </p:cNvSpPr>
          <p:nvPr>
            <p:ph type="body" sz="quarter" idx="20"/>
          </p:nvPr>
        </p:nvSpPr>
        <p:spPr>
          <a:xfrm>
            <a:off x="6205728" y="1028700"/>
            <a:ext cx="5719572" cy="666241"/>
          </a:xfrm>
        </p:spPr>
        <p:txBody>
          <a:bodyPr bIns="0" anchor="b"/>
          <a:lstStyle>
            <a:lvl1pPr>
              <a:defRPr sz="1500">
                <a:solidFill>
                  <a:schemeClr val="tx1">
                    <a:lumMod val="75000"/>
                    <a:lumOff val="25000"/>
                  </a:schemeClr>
                </a:solidFill>
              </a:defRPr>
            </a:lvl1pPr>
          </a:lstStyle>
          <a:p>
            <a:pPr lvl="0"/>
            <a:r>
              <a:rPr lang="en-US"/>
              <a:t>Click to edit Master text styles</a:t>
            </a:r>
          </a:p>
        </p:txBody>
      </p:sp>
      <p:sp>
        <p:nvSpPr>
          <p:cNvPr id="5" name="Date Placeholder 4">
            <a:extLst>
              <a:ext uri="{FF2B5EF4-FFF2-40B4-BE49-F238E27FC236}">
                <a16:creationId xmlns:a16="http://schemas.microsoft.com/office/drawing/2014/main" id="{4FDAD6DC-C062-D2A7-C4D4-57F4C0FFAD4D}"/>
              </a:ext>
            </a:extLst>
          </p:cNvPr>
          <p:cNvSpPr>
            <a:spLocks noGrp="1"/>
          </p:cNvSpPr>
          <p:nvPr>
            <p:ph type="dt" sz="half" idx="21"/>
          </p:nvPr>
        </p:nvSpPr>
        <p:spPr/>
        <p:txBody>
          <a:bodyPr/>
          <a:lstStyle/>
          <a:p>
            <a:endParaRPr lang="en-US"/>
          </a:p>
        </p:txBody>
      </p:sp>
      <p:sp>
        <p:nvSpPr>
          <p:cNvPr id="6" name="Footer Placeholder 5">
            <a:extLst>
              <a:ext uri="{FF2B5EF4-FFF2-40B4-BE49-F238E27FC236}">
                <a16:creationId xmlns:a16="http://schemas.microsoft.com/office/drawing/2014/main" id="{7AA18071-1438-F3E3-FC9F-3F401EE7FED1}"/>
              </a:ext>
            </a:extLst>
          </p:cNvPr>
          <p:cNvSpPr>
            <a:spLocks noGrp="1"/>
          </p:cNvSpPr>
          <p:nvPr>
            <p:ph type="ftr" sz="quarter" idx="22"/>
          </p:nvPr>
        </p:nvSpPr>
        <p:spPr/>
        <p:txBody>
          <a:bodyPr/>
          <a:lstStyle/>
          <a:p>
            <a:endParaRPr lang="en-US"/>
          </a:p>
        </p:txBody>
      </p:sp>
    </p:spTree>
    <p:extLst>
      <p:ext uri="{BB962C8B-B14F-4D97-AF65-F5344CB8AC3E}">
        <p14:creationId xmlns:p14="http://schemas.microsoft.com/office/powerpoint/2010/main" val="3840043144"/>
      </p:ext>
    </p:extLst>
  </p:cSld>
  <p:clrMapOvr>
    <a:masterClrMapping/>
  </p:clrMapOvr>
</p:sldLayout>
</file>

<file path=ppt/slideLayouts/slideLayout116.xml><?xml version="1.0" encoding="utf-8"?>
<p:sldLayout xmlns:a="http://schemas.openxmlformats.org/drawingml/2006/main" xmlns:r="http://schemas.openxmlformats.org/officeDocument/2006/relationships" xmlns:p="http://schemas.openxmlformats.org/presentationml/2006/main" preserve="1" userDrawn="1">
  <p:cSld name="Title - 2 Odd Sections">
    <p:spTree>
      <p:nvGrpSpPr>
        <p:cNvPr id="1" name=""/>
        <p:cNvGrpSpPr/>
        <p:nvPr/>
      </p:nvGrpSpPr>
      <p:grpSpPr>
        <a:xfrm>
          <a:off x="0" y="0"/>
          <a:ext cx="0" cy="0"/>
          <a:chOff x="0" y="0"/>
          <a:chExt cx="0" cy="0"/>
        </a:xfrm>
      </p:grpSpPr>
      <p:sp>
        <p:nvSpPr>
          <p:cNvPr id="3" name="Content Placeholder 2"/>
          <p:cNvSpPr>
            <a:spLocks noGrp="1"/>
          </p:cNvSpPr>
          <p:nvPr>
            <p:ph sz="quarter" idx="15"/>
          </p:nvPr>
        </p:nvSpPr>
        <p:spPr>
          <a:xfrm>
            <a:off x="266700" y="1028700"/>
            <a:ext cx="3779318" cy="56007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2"/>
          <p:cNvSpPr>
            <a:spLocks noGrp="1"/>
          </p:cNvSpPr>
          <p:nvPr>
            <p:ph sz="quarter" idx="16"/>
          </p:nvPr>
        </p:nvSpPr>
        <p:spPr>
          <a:xfrm>
            <a:off x="4256410" y="1028700"/>
            <a:ext cx="7668889" cy="56007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p:cNvSpPr>
            <a:spLocks noGrp="1"/>
          </p:cNvSpPr>
          <p:nvPr>
            <p:ph type="title"/>
          </p:nvPr>
        </p:nvSpPr>
        <p:spPr/>
        <p:txBody>
          <a:bodyPr/>
          <a:lstStyle/>
          <a:p>
            <a:r>
              <a:rPr lang="en-US"/>
              <a:t>Click to edit Master title style</a:t>
            </a:r>
          </a:p>
        </p:txBody>
      </p:sp>
      <p:sp>
        <p:nvSpPr>
          <p:cNvPr id="6" name="Date Placeholder 5">
            <a:extLst>
              <a:ext uri="{FF2B5EF4-FFF2-40B4-BE49-F238E27FC236}">
                <a16:creationId xmlns:a16="http://schemas.microsoft.com/office/drawing/2014/main" id="{10D79471-1A0E-36EB-1B94-DDE0CE561EA3}"/>
              </a:ext>
            </a:extLst>
          </p:cNvPr>
          <p:cNvSpPr>
            <a:spLocks noGrp="1"/>
          </p:cNvSpPr>
          <p:nvPr>
            <p:ph type="dt" sz="half" idx="17"/>
          </p:nvPr>
        </p:nvSpPr>
        <p:spPr/>
        <p:txBody>
          <a:bodyPr/>
          <a:lstStyle/>
          <a:p>
            <a:endParaRPr lang="en-US"/>
          </a:p>
        </p:txBody>
      </p:sp>
      <p:sp>
        <p:nvSpPr>
          <p:cNvPr id="7" name="Footer Placeholder 6">
            <a:extLst>
              <a:ext uri="{FF2B5EF4-FFF2-40B4-BE49-F238E27FC236}">
                <a16:creationId xmlns:a16="http://schemas.microsoft.com/office/drawing/2014/main" id="{5876C5F4-629A-E5A4-73FB-E8465BDB57BF}"/>
              </a:ext>
            </a:extLst>
          </p:cNvPr>
          <p:cNvSpPr>
            <a:spLocks noGrp="1"/>
          </p:cNvSpPr>
          <p:nvPr>
            <p:ph type="ftr" sz="quarter" idx="18"/>
          </p:nvPr>
        </p:nvSpPr>
        <p:spPr/>
        <p:txBody>
          <a:bodyPr/>
          <a:lstStyle/>
          <a:p>
            <a:endParaRPr lang="en-US"/>
          </a:p>
        </p:txBody>
      </p:sp>
    </p:spTree>
    <p:extLst>
      <p:ext uri="{BB962C8B-B14F-4D97-AF65-F5344CB8AC3E}">
        <p14:creationId xmlns:p14="http://schemas.microsoft.com/office/powerpoint/2010/main" val="1974793662"/>
      </p:ext>
    </p:extLst>
  </p:cSld>
  <p:clrMapOvr>
    <a:masterClrMapping/>
  </p:clrMapOvr>
</p:sldLayout>
</file>

<file path=ppt/slideLayouts/slideLayout117.xml><?xml version="1.0" encoding="utf-8"?>
<p:sldLayout xmlns:a="http://schemas.openxmlformats.org/drawingml/2006/main" xmlns:r="http://schemas.openxmlformats.org/officeDocument/2006/relationships" xmlns:p="http://schemas.openxmlformats.org/presentationml/2006/main" preserve="1" userDrawn="1">
  <p:cSld name="1_Title - 2 Odd Section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11" name="Content Placeholder 2"/>
          <p:cNvSpPr>
            <a:spLocks noGrp="1"/>
          </p:cNvSpPr>
          <p:nvPr>
            <p:ph sz="quarter" idx="15"/>
          </p:nvPr>
        </p:nvSpPr>
        <p:spPr>
          <a:xfrm>
            <a:off x="8145982" y="1028700"/>
            <a:ext cx="3779318" cy="56007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2"/>
          <p:cNvSpPr>
            <a:spLocks noGrp="1"/>
          </p:cNvSpPr>
          <p:nvPr>
            <p:ph sz="quarter" idx="16"/>
          </p:nvPr>
        </p:nvSpPr>
        <p:spPr>
          <a:xfrm>
            <a:off x="266700" y="1028700"/>
            <a:ext cx="7668888" cy="56007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B58768C3-8315-3411-54A8-2C8239251263}"/>
              </a:ext>
            </a:extLst>
          </p:cNvPr>
          <p:cNvSpPr>
            <a:spLocks noGrp="1"/>
          </p:cNvSpPr>
          <p:nvPr>
            <p:ph type="dt" sz="half" idx="17"/>
          </p:nvPr>
        </p:nvSpPr>
        <p:spPr/>
        <p:txBody>
          <a:bodyPr/>
          <a:lstStyle/>
          <a:p>
            <a:endParaRPr lang="en-US"/>
          </a:p>
        </p:txBody>
      </p:sp>
      <p:sp>
        <p:nvSpPr>
          <p:cNvPr id="6" name="Footer Placeholder 5">
            <a:extLst>
              <a:ext uri="{FF2B5EF4-FFF2-40B4-BE49-F238E27FC236}">
                <a16:creationId xmlns:a16="http://schemas.microsoft.com/office/drawing/2014/main" id="{28938FEB-D648-AE71-0FA1-805FFC832488}"/>
              </a:ext>
            </a:extLst>
          </p:cNvPr>
          <p:cNvSpPr>
            <a:spLocks noGrp="1"/>
          </p:cNvSpPr>
          <p:nvPr>
            <p:ph type="ftr" sz="quarter" idx="18"/>
          </p:nvPr>
        </p:nvSpPr>
        <p:spPr/>
        <p:txBody>
          <a:bodyPr/>
          <a:lstStyle/>
          <a:p>
            <a:endParaRPr lang="en-US"/>
          </a:p>
        </p:txBody>
      </p:sp>
    </p:spTree>
    <p:extLst>
      <p:ext uri="{BB962C8B-B14F-4D97-AF65-F5344CB8AC3E}">
        <p14:creationId xmlns:p14="http://schemas.microsoft.com/office/powerpoint/2010/main" val="185071832"/>
      </p:ext>
    </p:extLst>
  </p:cSld>
  <p:clrMapOvr>
    <a:masterClrMapping/>
  </p:clrMapOvr>
</p:sldLayout>
</file>

<file path=ppt/slideLayouts/slideLayout118.xml><?xml version="1.0" encoding="utf-8"?>
<p:sldLayout xmlns:a="http://schemas.openxmlformats.org/drawingml/2006/main" xmlns:r="http://schemas.openxmlformats.org/officeDocument/2006/relationships" xmlns:p="http://schemas.openxmlformats.org/presentationml/2006/main" preserve="1" userDrawn="1">
  <p:cSld name="Title - Quad-Chart">
    <p:spTree>
      <p:nvGrpSpPr>
        <p:cNvPr id="1" name=""/>
        <p:cNvGrpSpPr/>
        <p:nvPr/>
      </p:nvGrpSpPr>
      <p:grpSpPr>
        <a:xfrm>
          <a:off x="0" y="0"/>
          <a:ext cx="0" cy="0"/>
          <a:chOff x="0" y="0"/>
          <a:chExt cx="0" cy="0"/>
        </a:xfrm>
      </p:grpSpPr>
      <p:sp>
        <p:nvSpPr>
          <p:cNvPr id="3" name="Content Placeholder 2"/>
          <p:cNvSpPr>
            <a:spLocks noGrp="1"/>
          </p:cNvSpPr>
          <p:nvPr>
            <p:ph sz="quarter" idx="15"/>
          </p:nvPr>
        </p:nvSpPr>
        <p:spPr>
          <a:xfrm>
            <a:off x="266700" y="1028700"/>
            <a:ext cx="5753100" cy="26670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4" name="Straight Connector 3"/>
          <p:cNvCxnSpPr/>
          <p:nvPr userDrawn="1"/>
        </p:nvCxnSpPr>
        <p:spPr>
          <a:xfrm>
            <a:off x="381000" y="3775869"/>
            <a:ext cx="11430000" cy="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userDrawn="1"/>
        </p:nvCxnSpPr>
        <p:spPr>
          <a:xfrm>
            <a:off x="6096000" y="1028700"/>
            <a:ext cx="0" cy="560070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p>
        </p:txBody>
      </p:sp>
      <p:sp>
        <p:nvSpPr>
          <p:cNvPr id="16" name="Content Placeholder 2"/>
          <p:cNvSpPr>
            <a:spLocks noGrp="1"/>
          </p:cNvSpPr>
          <p:nvPr>
            <p:ph sz="quarter" idx="22"/>
          </p:nvPr>
        </p:nvSpPr>
        <p:spPr>
          <a:xfrm>
            <a:off x="266700" y="3855720"/>
            <a:ext cx="5753100" cy="277368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Content Placeholder 2"/>
          <p:cNvSpPr>
            <a:spLocks noGrp="1"/>
          </p:cNvSpPr>
          <p:nvPr>
            <p:ph sz="quarter" idx="23"/>
          </p:nvPr>
        </p:nvSpPr>
        <p:spPr>
          <a:xfrm>
            <a:off x="6172200" y="1028700"/>
            <a:ext cx="5753100" cy="26670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Content Placeholder 2"/>
          <p:cNvSpPr>
            <a:spLocks noGrp="1"/>
          </p:cNvSpPr>
          <p:nvPr>
            <p:ph sz="quarter" idx="24"/>
          </p:nvPr>
        </p:nvSpPr>
        <p:spPr>
          <a:xfrm>
            <a:off x="6172200" y="3855720"/>
            <a:ext cx="5753100" cy="277368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5AAE838-AA12-FA5F-5DA0-1ABB713993D9}"/>
              </a:ext>
            </a:extLst>
          </p:cNvPr>
          <p:cNvSpPr>
            <a:spLocks noGrp="1"/>
          </p:cNvSpPr>
          <p:nvPr>
            <p:ph type="dt" sz="half" idx="25"/>
          </p:nvPr>
        </p:nvSpPr>
        <p:spPr/>
        <p:txBody>
          <a:bodyPr/>
          <a:lstStyle/>
          <a:p>
            <a:endParaRPr lang="en-US"/>
          </a:p>
        </p:txBody>
      </p:sp>
      <p:sp>
        <p:nvSpPr>
          <p:cNvPr id="8" name="Footer Placeholder 7">
            <a:extLst>
              <a:ext uri="{FF2B5EF4-FFF2-40B4-BE49-F238E27FC236}">
                <a16:creationId xmlns:a16="http://schemas.microsoft.com/office/drawing/2014/main" id="{AE34FB74-F548-AD28-A10C-D5391FE1CF47}"/>
              </a:ext>
            </a:extLst>
          </p:cNvPr>
          <p:cNvSpPr>
            <a:spLocks noGrp="1"/>
          </p:cNvSpPr>
          <p:nvPr>
            <p:ph type="ftr" sz="quarter" idx="26"/>
          </p:nvPr>
        </p:nvSpPr>
        <p:spPr/>
        <p:txBody>
          <a:bodyPr/>
          <a:lstStyle/>
          <a:p>
            <a:endParaRPr lang="en-US"/>
          </a:p>
        </p:txBody>
      </p:sp>
    </p:spTree>
    <p:extLst>
      <p:ext uri="{BB962C8B-B14F-4D97-AF65-F5344CB8AC3E}">
        <p14:creationId xmlns:p14="http://schemas.microsoft.com/office/powerpoint/2010/main" val="3643622679"/>
      </p:ext>
    </p:extLst>
  </p:cSld>
  <p:clrMapOvr>
    <a:masterClrMapping/>
  </p:clrMapOvr>
  <p:extLst>
    <p:ext uri="{DCECCB84-F9BA-43D5-87BE-67443E8EF086}">
      <p15:sldGuideLst xmlns:p15="http://schemas.microsoft.com/office/powerpoint/2012/main">
        <p15:guide id="1" orient="horz" pos="2328">
          <p15:clr>
            <a:srgbClr val="FBAE40"/>
          </p15:clr>
        </p15:guide>
        <p15:guide id="2" orient="horz" pos="2424">
          <p15:clr>
            <a:srgbClr val="FBAE40"/>
          </p15:clr>
        </p15:guide>
        <p15:guide id="3" pos="3888">
          <p15:clr>
            <a:srgbClr val="FBAE40"/>
          </p15:clr>
        </p15:guide>
        <p15:guide id="4" pos="3792">
          <p15:clr>
            <a:srgbClr val="FBAE40"/>
          </p15:clr>
        </p15:guide>
      </p15:sldGuideLst>
    </p:ext>
  </p:extLst>
</p:sldLayout>
</file>

<file path=ppt/slideLayouts/slideLayout119.xml><?xml version="1.0" encoding="utf-8"?>
<p:sldLayout xmlns:a="http://schemas.openxmlformats.org/drawingml/2006/main" xmlns:r="http://schemas.openxmlformats.org/officeDocument/2006/relationships" xmlns:p="http://schemas.openxmlformats.org/presentationml/2006/main" preserve="1" userDrawn="1">
  <p:cSld name="Title - Custom-Quad">
    <p:spTree>
      <p:nvGrpSpPr>
        <p:cNvPr id="1" name=""/>
        <p:cNvGrpSpPr/>
        <p:nvPr/>
      </p:nvGrpSpPr>
      <p:grpSpPr>
        <a:xfrm>
          <a:off x="0" y="0"/>
          <a:ext cx="0" cy="0"/>
          <a:chOff x="0" y="0"/>
          <a:chExt cx="0" cy="0"/>
        </a:xfrm>
      </p:grpSpPr>
      <p:cxnSp>
        <p:nvCxnSpPr>
          <p:cNvPr id="4" name="Straight Connector 3"/>
          <p:cNvCxnSpPr/>
          <p:nvPr userDrawn="1"/>
        </p:nvCxnSpPr>
        <p:spPr>
          <a:xfrm>
            <a:off x="381000" y="3430819"/>
            <a:ext cx="11430000" cy="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userDrawn="1"/>
        </p:nvCxnSpPr>
        <p:spPr>
          <a:xfrm>
            <a:off x="6096000" y="1028700"/>
            <a:ext cx="0" cy="560070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sp>
        <p:nvSpPr>
          <p:cNvPr id="18" name="Content Placeholder 4"/>
          <p:cNvSpPr>
            <a:spLocks noGrp="1"/>
          </p:cNvSpPr>
          <p:nvPr>
            <p:ph sz="quarter" idx="24"/>
          </p:nvPr>
        </p:nvSpPr>
        <p:spPr>
          <a:xfrm>
            <a:off x="6172200" y="3543300"/>
            <a:ext cx="5753100" cy="30861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ontent Placeholder 3"/>
          <p:cNvSpPr>
            <a:spLocks noGrp="1"/>
          </p:cNvSpPr>
          <p:nvPr>
            <p:ph sz="quarter" idx="22"/>
          </p:nvPr>
        </p:nvSpPr>
        <p:spPr>
          <a:xfrm>
            <a:off x="266700" y="3543300"/>
            <a:ext cx="5753100" cy="30861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Content Placeholder 2"/>
          <p:cNvSpPr>
            <a:spLocks noGrp="1"/>
          </p:cNvSpPr>
          <p:nvPr>
            <p:ph sz="quarter" idx="23"/>
          </p:nvPr>
        </p:nvSpPr>
        <p:spPr>
          <a:xfrm>
            <a:off x="6172200" y="1028700"/>
            <a:ext cx="5753100" cy="2283843"/>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Content Placeholder 1"/>
          <p:cNvSpPr>
            <a:spLocks noGrp="1"/>
          </p:cNvSpPr>
          <p:nvPr>
            <p:ph sz="quarter" idx="15"/>
          </p:nvPr>
        </p:nvSpPr>
        <p:spPr>
          <a:xfrm>
            <a:off x="266700" y="1028700"/>
            <a:ext cx="5753100" cy="2283843"/>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p:cNvSpPr>
            <a:spLocks noGrp="1"/>
          </p:cNvSpPr>
          <p:nvPr>
            <p:ph type="title"/>
          </p:nvPr>
        </p:nvSpPr>
        <p:spPr/>
        <p:txBody>
          <a:bodyPr/>
          <a:lstStyle/>
          <a:p>
            <a:r>
              <a:rPr lang="en-US"/>
              <a:t>Click to edit Master title style</a:t>
            </a:r>
          </a:p>
        </p:txBody>
      </p:sp>
      <p:sp>
        <p:nvSpPr>
          <p:cNvPr id="5" name="Date Placeholder 4">
            <a:extLst>
              <a:ext uri="{FF2B5EF4-FFF2-40B4-BE49-F238E27FC236}">
                <a16:creationId xmlns:a16="http://schemas.microsoft.com/office/drawing/2014/main" id="{AADB0298-AAE9-38A5-935C-537E8444E40C}"/>
              </a:ext>
            </a:extLst>
          </p:cNvPr>
          <p:cNvSpPr>
            <a:spLocks noGrp="1"/>
          </p:cNvSpPr>
          <p:nvPr>
            <p:ph type="dt" sz="half" idx="25"/>
          </p:nvPr>
        </p:nvSpPr>
        <p:spPr/>
        <p:txBody>
          <a:bodyPr/>
          <a:lstStyle/>
          <a:p>
            <a:endParaRPr lang="en-US"/>
          </a:p>
        </p:txBody>
      </p:sp>
      <p:sp>
        <p:nvSpPr>
          <p:cNvPr id="6" name="Footer Placeholder 5">
            <a:extLst>
              <a:ext uri="{FF2B5EF4-FFF2-40B4-BE49-F238E27FC236}">
                <a16:creationId xmlns:a16="http://schemas.microsoft.com/office/drawing/2014/main" id="{D52C905D-E7A5-5841-E24E-8E8D9EAF35CE}"/>
              </a:ext>
            </a:extLst>
          </p:cNvPr>
          <p:cNvSpPr>
            <a:spLocks noGrp="1"/>
          </p:cNvSpPr>
          <p:nvPr>
            <p:ph type="ftr" sz="quarter" idx="26"/>
          </p:nvPr>
        </p:nvSpPr>
        <p:spPr/>
        <p:txBody>
          <a:bodyPr/>
          <a:lstStyle/>
          <a:p>
            <a:endParaRPr lang="en-US"/>
          </a:p>
        </p:txBody>
      </p:sp>
    </p:spTree>
    <p:extLst>
      <p:ext uri="{BB962C8B-B14F-4D97-AF65-F5344CB8AC3E}">
        <p14:creationId xmlns:p14="http://schemas.microsoft.com/office/powerpoint/2010/main" val="3113828859"/>
      </p:ext>
    </p:extLst>
  </p:cSld>
  <p:clrMapOvr>
    <a:masterClrMapping/>
  </p:clrMapOvr>
  <p:extLst>
    <p:ext uri="{DCECCB84-F9BA-43D5-87BE-67443E8EF086}">
      <p15:sldGuideLst xmlns:p15="http://schemas.microsoft.com/office/powerpoint/2012/main">
        <p15:guide id="1" orient="horz" pos="2088">
          <p15:clr>
            <a:srgbClr val="FBAE40"/>
          </p15:clr>
        </p15:guide>
        <p15:guide id="2" orient="horz" pos="2232">
          <p15:clr>
            <a:srgbClr val="FBAE40"/>
          </p15:clr>
        </p15:guide>
        <p15:guide id="3" pos="3888">
          <p15:clr>
            <a:srgbClr val="FBAE40"/>
          </p15:clr>
        </p15:guide>
        <p15:guide id="4" pos="3792">
          <p15:clr>
            <a:srgbClr val="FBAE40"/>
          </p15:clr>
        </p15:guide>
      </p15:sldGuideLst>
    </p:ext>
  </p:extLst>
</p:sldLayout>
</file>

<file path=ppt/slideLayouts/slideLayout120.xml><?xml version="1.0" encoding="utf-8"?>
<p:sldLayout xmlns:a="http://schemas.openxmlformats.org/drawingml/2006/main" xmlns:r="http://schemas.openxmlformats.org/officeDocument/2006/relationships" xmlns:p="http://schemas.openxmlformats.org/presentationml/2006/main" preserve="1" userDrawn="1">
  <p:cSld name="Title - Tri-Chart Bottom">
    <p:spTree>
      <p:nvGrpSpPr>
        <p:cNvPr id="1" name=""/>
        <p:cNvGrpSpPr/>
        <p:nvPr/>
      </p:nvGrpSpPr>
      <p:grpSpPr>
        <a:xfrm>
          <a:off x="0" y="0"/>
          <a:ext cx="0" cy="0"/>
          <a:chOff x="0" y="0"/>
          <a:chExt cx="0" cy="0"/>
        </a:xfrm>
      </p:grpSpPr>
      <p:sp>
        <p:nvSpPr>
          <p:cNvPr id="16" name="Content Placeholder 3"/>
          <p:cNvSpPr>
            <a:spLocks noGrp="1"/>
          </p:cNvSpPr>
          <p:nvPr>
            <p:ph sz="quarter" idx="22"/>
          </p:nvPr>
        </p:nvSpPr>
        <p:spPr>
          <a:xfrm>
            <a:off x="266700" y="3855720"/>
            <a:ext cx="11658600" cy="277368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Content Placeholder 2"/>
          <p:cNvSpPr>
            <a:spLocks noGrp="1"/>
          </p:cNvSpPr>
          <p:nvPr>
            <p:ph sz="quarter" idx="23"/>
          </p:nvPr>
        </p:nvSpPr>
        <p:spPr>
          <a:xfrm>
            <a:off x="6172200" y="1028700"/>
            <a:ext cx="5753100" cy="26670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Content Placeholder 1"/>
          <p:cNvSpPr>
            <a:spLocks noGrp="1"/>
          </p:cNvSpPr>
          <p:nvPr>
            <p:ph sz="quarter" idx="15"/>
          </p:nvPr>
        </p:nvSpPr>
        <p:spPr>
          <a:xfrm>
            <a:off x="266700" y="1028700"/>
            <a:ext cx="5753100" cy="26670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p:cNvSpPr>
            <a:spLocks noGrp="1"/>
          </p:cNvSpPr>
          <p:nvPr>
            <p:ph type="title"/>
          </p:nvPr>
        </p:nvSpPr>
        <p:spPr/>
        <p:txBody>
          <a:bodyPr/>
          <a:lstStyle/>
          <a:p>
            <a:r>
              <a:rPr lang="en-US"/>
              <a:t>Click to edit Master title style</a:t>
            </a:r>
          </a:p>
        </p:txBody>
      </p:sp>
      <p:sp>
        <p:nvSpPr>
          <p:cNvPr id="4" name="Date Placeholder 3">
            <a:extLst>
              <a:ext uri="{FF2B5EF4-FFF2-40B4-BE49-F238E27FC236}">
                <a16:creationId xmlns:a16="http://schemas.microsoft.com/office/drawing/2014/main" id="{3246758A-EC6C-2E6D-7C25-EBF35B1A110D}"/>
              </a:ext>
            </a:extLst>
          </p:cNvPr>
          <p:cNvSpPr>
            <a:spLocks noGrp="1"/>
          </p:cNvSpPr>
          <p:nvPr>
            <p:ph type="dt" sz="half" idx="24"/>
          </p:nvPr>
        </p:nvSpPr>
        <p:spPr/>
        <p:txBody>
          <a:bodyPr/>
          <a:lstStyle/>
          <a:p>
            <a:endParaRPr lang="en-US"/>
          </a:p>
        </p:txBody>
      </p:sp>
      <p:sp>
        <p:nvSpPr>
          <p:cNvPr id="5" name="Footer Placeholder 4">
            <a:extLst>
              <a:ext uri="{FF2B5EF4-FFF2-40B4-BE49-F238E27FC236}">
                <a16:creationId xmlns:a16="http://schemas.microsoft.com/office/drawing/2014/main" id="{656A35E6-84D0-522D-F6FA-96313C01D057}"/>
              </a:ext>
            </a:extLst>
          </p:cNvPr>
          <p:cNvSpPr>
            <a:spLocks noGrp="1"/>
          </p:cNvSpPr>
          <p:nvPr>
            <p:ph type="ftr" sz="quarter" idx="25"/>
          </p:nvPr>
        </p:nvSpPr>
        <p:spPr/>
        <p:txBody>
          <a:bodyPr/>
          <a:lstStyle/>
          <a:p>
            <a:endParaRPr lang="en-US"/>
          </a:p>
        </p:txBody>
      </p:sp>
    </p:spTree>
    <p:extLst>
      <p:ext uri="{BB962C8B-B14F-4D97-AF65-F5344CB8AC3E}">
        <p14:creationId xmlns:p14="http://schemas.microsoft.com/office/powerpoint/2010/main" val="3473439702"/>
      </p:ext>
    </p:extLst>
  </p:cSld>
  <p:clrMapOvr>
    <a:masterClrMapping/>
  </p:clrMapOvr>
  <p:extLst>
    <p:ext uri="{DCECCB84-F9BA-43D5-87BE-67443E8EF086}">
      <p15:sldGuideLst xmlns:p15="http://schemas.microsoft.com/office/powerpoint/2012/main">
        <p15:guide id="1" orient="horz" pos="2328">
          <p15:clr>
            <a:srgbClr val="FBAE40"/>
          </p15:clr>
        </p15:guide>
        <p15:guide id="2" orient="horz" pos="2424">
          <p15:clr>
            <a:srgbClr val="FBAE40"/>
          </p15:clr>
        </p15:guide>
        <p15:guide id="3" pos="3888">
          <p15:clr>
            <a:srgbClr val="FBAE40"/>
          </p15:clr>
        </p15:guide>
        <p15:guide id="4" pos="3792">
          <p15:clr>
            <a:srgbClr val="FBAE40"/>
          </p15:clr>
        </p15:guide>
      </p15:sldGuideLst>
    </p:ext>
  </p:extLst>
</p:sldLayout>
</file>

<file path=ppt/slideLayouts/slideLayout121.xml><?xml version="1.0" encoding="utf-8"?>
<p:sldLayout xmlns:a="http://schemas.openxmlformats.org/drawingml/2006/main" xmlns:r="http://schemas.openxmlformats.org/officeDocument/2006/relationships" xmlns:p="http://schemas.openxmlformats.org/presentationml/2006/main" preserve="1" userDrawn="1">
  <p:cSld name="Title - Tri-Chart Top">
    <p:spTree>
      <p:nvGrpSpPr>
        <p:cNvPr id="1" name=""/>
        <p:cNvGrpSpPr/>
        <p:nvPr/>
      </p:nvGrpSpPr>
      <p:grpSpPr>
        <a:xfrm>
          <a:off x="0" y="0"/>
          <a:ext cx="0" cy="0"/>
          <a:chOff x="0" y="0"/>
          <a:chExt cx="0" cy="0"/>
        </a:xfrm>
      </p:grpSpPr>
      <p:sp>
        <p:nvSpPr>
          <p:cNvPr id="17" name="Content Placeholder 3"/>
          <p:cNvSpPr>
            <a:spLocks noGrp="1"/>
          </p:cNvSpPr>
          <p:nvPr>
            <p:ph sz="quarter" idx="23"/>
          </p:nvPr>
        </p:nvSpPr>
        <p:spPr>
          <a:xfrm>
            <a:off x="6172200" y="3848100"/>
            <a:ext cx="5753100" cy="27813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Content Placeholder 2"/>
          <p:cNvSpPr>
            <a:spLocks noGrp="1"/>
          </p:cNvSpPr>
          <p:nvPr>
            <p:ph sz="quarter" idx="15"/>
          </p:nvPr>
        </p:nvSpPr>
        <p:spPr>
          <a:xfrm>
            <a:off x="266700" y="3848100"/>
            <a:ext cx="5753100" cy="27813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ontent Placeholder 1"/>
          <p:cNvSpPr>
            <a:spLocks noGrp="1"/>
          </p:cNvSpPr>
          <p:nvPr>
            <p:ph sz="quarter" idx="22"/>
          </p:nvPr>
        </p:nvSpPr>
        <p:spPr>
          <a:xfrm>
            <a:off x="266700" y="1024178"/>
            <a:ext cx="11658600" cy="26670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p:cNvSpPr>
            <a:spLocks noGrp="1"/>
          </p:cNvSpPr>
          <p:nvPr>
            <p:ph type="title"/>
          </p:nvPr>
        </p:nvSpPr>
        <p:spPr/>
        <p:txBody>
          <a:bodyPr/>
          <a:lstStyle/>
          <a:p>
            <a:r>
              <a:rPr lang="en-US"/>
              <a:t>Click to edit Master title style</a:t>
            </a:r>
          </a:p>
        </p:txBody>
      </p:sp>
      <p:sp>
        <p:nvSpPr>
          <p:cNvPr id="4" name="Date Placeholder 3">
            <a:extLst>
              <a:ext uri="{FF2B5EF4-FFF2-40B4-BE49-F238E27FC236}">
                <a16:creationId xmlns:a16="http://schemas.microsoft.com/office/drawing/2014/main" id="{CE138066-C767-E96E-E21F-B1E4478B0958}"/>
              </a:ext>
            </a:extLst>
          </p:cNvPr>
          <p:cNvSpPr>
            <a:spLocks noGrp="1"/>
          </p:cNvSpPr>
          <p:nvPr>
            <p:ph type="dt" sz="half" idx="24"/>
          </p:nvPr>
        </p:nvSpPr>
        <p:spPr/>
        <p:txBody>
          <a:bodyPr/>
          <a:lstStyle/>
          <a:p>
            <a:endParaRPr lang="en-US"/>
          </a:p>
        </p:txBody>
      </p:sp>
      <p:sp>
        <p:nvSpPr>
          <p:cNvPr id="5" name="Footer Placeholder 4">
            <a:extLst>
              <a:ext uri="{FF2B5EF4-FFF2-40B4-BE49-F238E27FC236}">
                <a16:creationId xmlns:a16="http://schemas.microsoft.com/office/drawing/2014/main" id="{E18328B5-C225-08E6-86C5-18BB6982BC1B}"/>
              </a:ext>
            </a:extLst>
          </p:cNvPr>
          <p:cNvSpPr>
            <a:spLocks noGrp="1"/>
          </p:cNvSpPr>
          <p:nvPr>
            <p:ph type="ftr" sz="quarter" idx="25"/>
          </p:nvPr>
        </p:nvSpPr>
        <p:spPr/>
        <p:txBody>
          <a:bodyPr/>
          <a:lstStyle/>
          <a:p>
            <a:endParaRPr lang="en-US"/>
          </a:p>
        </p:txBody>
      </p:sp>
    </p:spTree>
    <p:extLst>
      <p:ext uri="{BB962C8B-B14F-4D97-AF65-F5344CB8AC3E}">
        <p14:creationId xmlns:p14="http://schemas.microsoft.com/office/powerpoint/2010/main" val="779318526"/>
      </p:ext>
    </p:extLst>
  </p:cSld>
  <p:clrMapOvr>
    <a:masterClrMapping/>
  </p:clrMapOvr>
  <p:extLst>
    <p:ext uri="{DCECCB84-F9BA-43D5-87BE-67443E8EF086}">
      <p15:sldGuideLst xmlns:p15="http://schemas.microsoft.com/office/powerpoint/2012/main">
        <p15:guide id="1" orient="horz" pos="2328">
          <p15:clr>
            <a:srgbClr val="FBAE40"/>
          </p15:clr>
        </p15:guide>
        <p15:guide id="2" orient="horz" pos="2424">
          <p15:clr>
            <a:srgbClr val="FBAE40"/>
          </p15:clr>
        </p15:guide>
        <p15:guide id="3" pos="3888">
          <p15:clr>
            <a:srgbClr val="FBAE40"/>
          </p15:clr>
        </p15:guide>
        <p15:guide id="4" pos="3792">
          <p15:clr>
            <a:srgbClr val="FBAE40"/>
          </p15:clr>
        </p15:guide>
      </p15:sldGuideLst>
    </p:ext>
  </p:extLst>
</p:sldLayout>
</file>

<file path=ppt/slideLayouts/slideLayout122.xml><?xml version="1.0" encoding="utf-8"?>
<p:sldLayout xmlns:a="http://schemas.openxmlformats.org/drawingml/2006/main" xmlns:r="http://schemas.openxmlformats.org/officeDocument/2006/relationships" xmlns:p="http://schemas.openxmlformats.org/presentationml/2006/main" preserve="1" userDrawn="1">
  <p:cSld name="Title - N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5" name="Date Placeholder 4">
            <a:extLst>
              <a:ext uri="{FF2B5EF4-FFF2-40B4-BE49-F238E27FC236}">
                <a16:creationId xmlns:a16="http://schemas.microsoft.com/office/drawing/2014/main" id="{D7835296-7DAA-2D03-3C74-8EDBE0C7DFA4}"/>
              </a:ext>
            </a:extLst>
          </p:cNvPr>
          <p:cNvSpPr>
            <a:spLocks noGrp="1"/>
          </p:cNvSpPr>
          <p:nvPr>
            <p:ph type="dt" sz="half" idx="10"/>
          </p:nvPr>
        </p:nvSpPr>
        <p:spPr/>
        <p:txBody>
          <a:bodyPr/>
          <a:lstStyle/>
          <a:p>
            <a:endParaRPr lang="en-US"/>
          </a:p>
        </p:txBody>
      </p:sp>
      <p:sp>
        <p:nvSpPr>
          <p:cNvPr id="6" name="Footer Placeholder 5">
            <a:extLst>
              <a:ext uri="{FF2B5EF4-FFF2-40B4-BE49-F238E27FC236}">
                <a16:creationId xmlns:a16="http://schemas.microsoft.com/office/drawing/2014/main" id="{AEFD207A-CF9B-5273-AAA1-5371D3714C11}"/>
              </a:ext>
            </a:extLst>
          </p:cNvPr>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3080901948"/>
      </p:ext>
    </p:extLst>
  </p:cSld>
  <p:clrMapOvr>
    <a:masterClrMapping/>
  </p:clrMapOvr>
</p:sldLayout>
</file>

<file path=ppt/slideLayouts/slideLayout123.xml><?xml version="1.0" encoding="utf-8"?>
<p:sldLayout xmlns:a="http://schemas.openxmlformats.org/drawingml/2006/main" xmlns:r="http://schemas.openxmlformats.org/officeDocument/2006/relationships" xmlns:p="http://schemas.openxmlformats.org/presentationml/2006/main" preserve="1">
  <p:cSld name="Blank with graphics">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BF40FE8E-720F-2CF0-A515-A1F0A76E6C20}"/>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8C5645D9-CB9C-72DC-4655-0357D988FE70}"/>
              </a:ext>
            </a:extLst>
          </p:cNvPr>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340696103"/>
      </p:ext>
    </p:extLst>
  </p:cSld>
  <p:clrMapOvr>
    <a:masterClrMapping/>
  </p:clrMapOvr>
</p:sldLayout>
</file>

<file path=ppt/slideLayouts/slideLayout124.xml><?xml version="1.0" encoding="utf-8"?>
<p:sldLayout xmlns:a="http://schemas.openxmlformats.org/drawingml/2006/main" xmlns:r="http://schemas.openxmlformats.org/officeDocument/2006/relationships" xmlns:p="http://schemas.openxmlformats.org/presentationml/2006/main" preserve="1" userDrawn="1">
  <p:cSld name="1_Blank w/ background no graphics">
    <p:spTree>
      <p:nvGrpSpPr>
        <p:cNvPr id="1" name=""/>
        <p:cNvGrpSpPr/>
        <p:nvPr/>
      </p:nvGrpSpPr>
      <p:grpSpPr>
        <a:xfrm>
          <a:off x="0" y="0"/>
          <a:ext cx="0" cy="0"/>
          <a:chOff x="0" y="0"/>
          <a:chExt cx="0" cy="0"/>
        </a:xfrm>
      </p:grpSpPr>
      <p:sp>
        <p:nvSpPr>
          <p:cNvPr id="8" name="Content Placeholder 7"/>
          <p:cNvSpPr>
            <a:spLocks noGrp="1"/>
          </p:cNvSpPr>
          <p:nvPr>
            <p:ph sz="quarter" idx="12"/>
          </p:nvPr>
        </p:nvSpPr>
        <p:spPr>
          <a:xfrm>
            <a:off x="76200" y="66675"/>
            <a:ext cx="12020549" cy="6723635"/>
          </a:xfrm>
          <a:prstGeom prst="roundRect">
            <a:avLst>
              <a:gd name="adj" fmla="val 2256"/>
            </a:avLst>
          </a:prstGeom>
          <a:noFill/>
          <a:ln w="3175">
            <a:noFill/>
          </a:ln>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973CC44D-C4E5-B148-8424-D309BAD434F9}"/>
              </a:ext>
            </a:extLst>
          </p:cNvPr>
          <p:cNvSpPr>
            <a:spLocks noGrp="1"/>
          </p:cNvSpPr>
          <p:nvPr>
            <p:ph type="dt" sz="half" idx="13"/>
          </p:nvPr>
        </p:nvSpPr>
        <p:spPr/>
        <p:txBody>
          <a:bodyPr/>
          <a:lstStyle/>
          <a:p>
            <a:endParaRPr lang="en-US"/>
          </a:p>
        </p:txBody>
      </p:sp>
      <p:sp>
        <p:nvSpPr>
          <p:cNvPr id="4" name="Footer Placeholder 3">
            <a:extLst>
              <a:ext uri="{FF2B5EF4-FFF2-40B4-BE49-F238E27FC236}">
                <a16:creationId xmlns:a16="http://schemas.microsoft.com/office/drawing/2014/main" id="{B5E87FB6-092D-2261-C61B-A13F398BD061}"/>
              </a:ext>
            </a:extLst>
          </p:cNvPr>
          <p:cNvSpPr>
            <a:spLocks noGrp="1"/>
          </p:cNvSpPr>
          <p:nvPr>
            <p:ph type="ftr" sz="quarter" idx="14"/>
          </p:nvPr>
        </p:nvSpPr>
        <p:spPr/>
        <p:txBody>
          <a:bodyPr/>
          <a:lstStyle/>
          <a:p>
            <a:endParaRPr lang="en-US"/>
          </a:p>
        </p:txBody>
      </p:sp>
      <p:sp>
        <p:nvSpPr>
          <p:cNvPr id="5" name="Title 4">
            <a:extLst>
              <a:ext uri="{FF2B5EF4-FFF2-40B4-BE49-F238E27FC236}">
                <a16:creationId xmlns:a16="http://schemas.microsoft.com/office/drawing/2014/main" id="{AA3CD5E4-A5C4-AFB4-80AA-82539154DD3C}"/>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100394575"/>
      </p:ext>
    </p:extLst>
  </p:cSld>
  <p:clrMapOvr>
    <a:masterClrMapping/>
  </p:clrMapOvr>
</p:sldLayout>
</file>

<file path=ppt/slideLayouts/slideLayout125.xml><?xml version="1.0" encoding="utf-8"?>
<p:sldLayout xmlns:a="http://schemas.openxmlformats.org/drawingml/2006/main" xmlns:r="http://schemas.openxmlformats.org/officeDocument/2006/relationships" xmlns:p="http://schemas.openxmlformats.org/presentationml/2006/main" showMasterSp="0" preserve="1">
  <p:cSld name="White Blank">
    <p:bg>
      <p:bgPr>
        <a:solidFill>
          <a:schemeClr val="tx2"/>
        </a:solidFill>
        <a:effectLst/>
      </p:bgPr>
    </p:bg>
    <p:spTree>
      <p:nvGrpSpPr>
        <p:cNvPr id="1" name=""/>
        <p:cNvGrpSpPr/>
        <p:nvPr/>
      </p:nvGrpSpPr>
      <p:grpSpPr>
        <a:xfrm>
          <a:off x="0" y="0"/>
          <a:ext cx="0" cy="0"/>
          <a:chOff x="0" y="0"/>
          <a:chExt cx="0" cy="0"/>
        </a:xfrm>
      </p:grpSpPr>
      <p:sp>
        <p:nvSpPr>
          <p:cNvPr id="2" name="Text Box 14">
            <a:extLst>
              <a:ext uri="{FF2B5EF4-FFF2-40B4-BE49-F238E27FC236}">
                <a16:creationId xmlns:a16="http://schemas.microsoft.com/office/drawing/2014/main" id="{FBBAD3CE-397E-AB37-EDAD-8632BE0AA2DA}"/>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solidFill>
                  <a:schemeClr val="tx1">
                    <a:lumMod val="50000"/>
                    <a:lumOff val="50000"/>
                  </a:schemeClr>
                </a:solidFill>
              </a:rPr>
              <a:pPr algn="r">
                <a:spcBef>
                  <a:spcPct val="50000"/>
                </a:spcBef>
                <a:defRPr/>
              </a:pPr>
              <a:t>‹#›</a:t>
            </a:fld>
            <a:endParaRPr lang="en-US" sz="1100" b="0" baseline="0">
              <a:solidFill>
                <a:schemeClr val="tx1">
                  <a:lumMod val="50000"/>
                  <a:lumOff val="50000"/>
                </a:schemeClr>
              </a:solidFill>
            </a:endParaRPr>
          </a:p>
        </p:txBody>
      </p:sp>
      <p:sp>
        <p:nvSpPr>
          <p:cNvPr id="4" name="Date Placeholder 3">
            <a:extLst>
              <a:ext uri="{FF2B5EF4-FFF2-40B4-BE49-F238E27FC236}">
                <a16:creationId xmlns:a16="http://schemas.microsoft.com/office/drawing/2014/main" id="{BE1E501C-5AFD-BA9E-01BC-6D3F0A876CDA}"/>
              </a:ext>
            </a:extLst>
          </p:cNvPr>
          <p:cNvSpPr>
            <a:spLocks noGrp="1"/>
          </p:cNvSpPr>
          <p:nvPr>
            <p:ph type="dt" sz="half" idx="10"/>
          </p:nvPr>
        </p:nvSpPr>
        <p:spPr/>
        <p:txBody>
          <a:bodyPr/>
          <a:lstStyle>
            <a:lvl1pPr>
              <a:defRPr>
                <a:solidFill>
                  <a:schemeClr val="tx1">
                    <a:lumMod val="50000"/>
                    <a:lumOff val="50000"/>
                  </a:schemeClr>
                </a:solidFill>
              </a:defRPr>
            </a:lvl1pPr>
          </a:lstStyle>
          <a:p>
            <a:endParaRPr lang="en-US"/>
          </a:p>
        </p:txBody>
      </p:sp>
      <p:sp>
        <p:nvSpPr>
          <p:cNvPr id="7" name="Footer Placeholder 6">
            <a:extLst>
              <a:ext uri="{FF2B5EF4-FFF2-40B4-BE49-F238E27FC236}">
                <a16:creationId xmlns:a16="http://schemas.microsoft.com/office/drawing/2014/main" id="{BD51F885-1610-859A-C99A-21311C9FAB15}"/>
              </a:ext>
            </a:extLst>
          </p:cNvPr>
          <p:cNvSpPr>
            <a:spLocks noGrp="1"/>
          </p:cNvSpPr>
          <p:nvPr>
            <p:ph type="ftr" sz="quarter" idx="11"/>
          </p:nvPr>
        </p:nvSpPr>
        <p:spPr/>
        <p:txBody>
          <a:bodyPr/>
          <a:lstStyle>
            <a:lvl1pPr>
              <a:defRPr>
                <a:solidFill>
                  <a:schemeClr val="tx1">
                    <a:lumMod val="50000"/>
                    <a:lumOff val="50000"/>
                  </a:schemeClr>
                </a:solidFill>
              </a:defRPr>
            </a:lvl1pPr>
          </a:lstStyle>
          <a:p>
            <a:endParaRPr lang="en-US"/>
          </a:p>
        </p:txBody>
      </p:sp>
    </p:spTree>
    <p:extLst>
      <p:ext uri="{BB962C8B-B14F-4D97-AF65-F5344CB8AC3E}">
        <p14:creationId xmlns:p14="http://schemas.microsoft.com/office/powerpoint/2010/main" val="288037867"/>
      </p:ext>
    </p:extLst>
  </p:cSld>
  <p:clrMapOvr>
    <a:masterClrMapping/>
  </p:clrMapOvr>
  <p:hf hdr="0" dt="0"/>
</p:sldLayout>
</file>

<file path=ppt/slideLayouts/slideLayout126.xml><?xml version="1.0" encoding="utf-8"?>
<p:sldLayout xmlns:a="http://schemas.openxmlformats.org/drawingml/2006/main" xmlns:r="http://schemas.openxmlformats.org/officeDocument/2006/relationships" xmlns:p="http://schemas.openxmlformats.org/presentationml/2006/main" showMasterSp="0" preserve="1">
  <p:cSld name="1_White Blank">
    <p:bg>
      <p:bgPr>
        <a:solidFill>
          <a:schemeClr val="bg1">
            <a:lumMod val="40000"/>
            <a:lumOff val="60000"/>
          </a:schemeClr>
        </a:solidFill>
        <a:effectLst/>
      </p:bgPr>
    </p:bg>
    <p:spTree>
      <p:nvGrpSpPr>
        <p:cNvPr id="1" name=""/>
        <p:cNvGrpSpPr/>
        <p:nvPr/>
      </p:nvGrpSpPr>
      <p:grpSpPr>
        <a:xfrm>
          <a:off x="0" y="0"/>
          <a:ext cx="0" cy="0"/>
          <a:chOff x="0" y="0"/>
          <a:chExt cx="0" cy="0"/>
        </a:xfrm>
      </p:grpSpPr>
      <p:sp>
        <p:nvSpPr>
          <p:cNvPr id="2" name="Text Box 14">
            <a:extLst>
              <a:ext uri="{FF2B5EF4-FFF2-40B4-BE49-F238E27FC236}">
                <a16:creationId xmlns:a16="http://schemas.microsoft.com/office/drawing/2014/main" id="{5559FF84-4EB7-248C-A9A3-21393A68E553}"/>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solidFill>
                  <a:schemeClr val="tx1">
                    <a:lumMod val="50000"/>
                    <a:lumOff val="50000"/>
                  </a:schemeClr>
                </a:solidFill>
              </a:rPr>
              <a:pPr algn="r">
                <a:spcBef>
                  <a:spcPct val="50000"/>
                </a:spcBef>
                <a:defRPr/>
              </a:pPr>
              <a:t>‹#›</a:t>
            </a:fld>
            <a:endParaRPr lang="en-US" sz="1100" b="0" baseline="0">
              <a:solidFill>
                <a:schemeClr val="tx1">
                  <a:lumMod val="50000"/>
                  <a:lumOff val="50000"/>
                </a:schemeClr>
              </a:solidFill>
            </a:endParaRPr>
          </a:p>
        </p:txBody>
      </p:sp>
      <p:sp>
        <p:nvSpPr>
          <p:cNvPr id="4" name="Date Placeholder 3">
            <a:extLst>
              <a:ext uri="{FF2B5EF4-FFF2-40B4-BE49-F238E27FC236}">
                <a16:creationId xmlns:a16="http://schemas.microsoft.com/office/drawing/2014/main" id="{92A3D6AC-9998-6147-A3AF-01786A8BC7B5}"/>
              </a:ext>
            </a:extLst>
          </p:cNvPr>
          <p:cNvSpPr>
            <a:spLocks noGrp="1"/>
          </p:cNvSpPr>
          <p:nvPr>
            <p:ph type="dt" sz="half" idx="10"/>
          </p:nvPr>
        </p:nvSpPr>
        <p:spPr/>
        <p:txBody>
          <a:bodyPr/>
          <a:lstStyle>
            <a:lvl1pPr>
              <a:defRPr>
                <a:solidFill>
                  <a:schemeClr val="tx1">
                    <a:lumMod val="50000"/>
                    <a:lumOff val="50000"/>
                  </a:schemeClr>
                </a:solidFill>
              </a:defRPr>
            </a:lvl1pPr>
          </a:lstStyle>
          <a:p>
            <a:endParaRPr lang="en-US"/>
          </a:p>
        </p:txBody>
      </p:sp>
      <p:sp>
        <p:nvSpPr>
          <p:cNvPr id="5" name="Footer Placeholder 4">
            <a:extLst>
              <a:ext uri="{FF2B5EF4-FFF2-40B4-BE49-F238E27FC236}">
                <a16:creationId xmlns:a16="http://schemas.microsoft.com/office/drawing/2014/main" id="{9E61DC4E-D996-A484-FCFC-B8F377D377A1}"/>
              </a:ext>
            </a:extLst>
          </p:cNvPr>
          <p:cNvSpPr>
            <a:spLocks noGrp="1"/>
          </p:cNvSpPr>
          <p:nvPr>
            <p:ph type="ftr" sz="quarter" idx="11"/>
          </p:nvPr>
        </p:nvSpPr>
        <p:spPr/>
        <p:txBody>
          <a:bodyPr/>
          <a:lstStyle>
            <a:lvl1pPr>
              <a:defRPr>
                <a:solidFill>
                  <a:schemeClr val="tx1">
                    <a:lumMod val="50000"/>
                    <a:lumOff val="50000"/>
                  </a:schemeClr>
                </a:solidFill>
              </a:defRPr>
            </a:lvl1pPr>
          </a:lstStyle>
          <a:p>
            <a:endParaRPr lang="en-US"/>
          </a:p>
        </p:txBody>
      </p:sp>
    </p:spTree>
    <p:extLst>
      <p:ext uri="{BB962C8B-B14F-4D97-AF65-F5344CB8AC3E}">
        <p14:creationId xmlns:p14="http://schemas.microsoft.com/office/powerpoint/2010/main" val="597040928"/>
      </p:ext>
    </p:extLst>
  </p:cSld>
  <p:clrMapOvr>
    <a:masterClrMapping/>
  </p:clrMapOvr>
</p:sldLayout>
</file>

<file path=ppt/slideLayouts/slideLayout127.xml><?xml version="1.0" encoding="utf-8"?>
<p:sldLayout xmlns:a="http://schemas.openxmlformats.org/drawingml/2006/main" xmlns:r="http://schemas.openxmlformats.org/officeDocument/2006/relationships" xmlns:p="http://schemas.openxmlformats.org/presentationml/2006/main" showMasterSp="0" preserve="1" userDrawn="1">
  <p:cSld name="Black Blank">
    <p:bg>
      <p:bgPr>
        <a:solidFill>
          <a:schemeClr val="tx1"/>
        </a:solidFill>
        <a:effectLst/>
      </p:bgPr>
    </p:bg>
    <p:spTree>
      <p:nvGrpSpPr>
        <p:cNvPr id="1" name=""/>
        <p:cNvGrpSpPr/>
        <p:nvPr/>
      </p:nvGrpSpPr>
      <p:grpSpPr>
        <a:xfrm>
          <a:off x="0" y="0"/>
          <a:ext cx="0" cy="0"/>
          <a:chOff x="0" y="0"/>
          <a:chExt cx="0" cy="0"/>
        </a:xfrm>
      </p:grpSpPr>
      <p:sp>
        <p:nvSpPr>
          <p:cNvPr id="2" name="Text Box 14">
            <a:extLst>
              <a:ext uri="{FF2B5EF4-FFF2-40B4-BE49-F238E27FC236}">
                <a16:creationId xmlns:a16="http://schemas.microsoft.com/office/drawing/2014/main" id="{6B1EDEA3-517F-FC35-5A19-094E3BE709A0}"/>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solidFill>
                  <a:schemeClr val="tx2"/>
                </a:solidFill>
              </a:rPr>
              <a:pPr algn="r">
                <a:spcBef>
                  <a:spcPct val="50000"/>
                </a:spcBef>
                <a:defRPr/>
              </a:pPr>
              <a:t>‹#›</a:t>
            </a:fld>
            <a:endParaRPr lang="en-US" sz="1100" b="0" baseline="0">
              <a:solidFill>
                <a:schemeClr val="tx2"/>
              </a:solidFill>
            </a:endParaRPr>
          </a:p>
        </p:txBody>
      </p:sp>
      <p:sp>
        <p:nvSpPr>
          <p:cNvPr id="4" name="Date Placeholder 3">
            <a:extLst>
              <a:ext uri="{FF2B5EF4-FFF2-40B4-BE49-F238E27FC236}">
                <a16:creationId xmlns:a16="http://schemas.microsoft.com/office/drawing/2014/main" id="{B429D516-C317-CDC1-DADB-0B020CDC0237}"/>
              </a:ext>
            </a:extLst>
          </p:cNvPr>
          <p:cNvSpPr>
            <a:spLocks noGrp="1"/>
          </p:cNvSpPr>
          <p:nvPr>
            <p:ph type="dt" sz="half" idx="10"/>
          </p:nvPr>
        </p:nvSpPr>
        <p:spPr/>
        <p:txBody>
          <a:bodyPr/>
          <a:lstStyle>
            <a:lvl1pPr>
              <a:defRPr>
                <a:solidFill>
                  <a:schemeClr val="tx2"/>
                </a:solidFill>
              </a:defRPr>
            </a:lvl1pPr>
          </a:lstStyle>
          <a:p>
            <a:endParaRPr lang="en-US"/>
          </a:p>
        </p:txBody>
      </p:sp>
      <p:sp>
        <p:nvSpPr>
          <p:cNvPr id="5" name="Footer Placeholder 4">
            <a:extLst>
              <a:ext uri="{FF2B5EF4-FFF2-40B4-BE49-F238E27FC236}">
                <a16:creationId xmlns:a16="http://schemas.microsoft.com/office/drawing/2014/main" id="{CCEEA777-D26F-FC0E-BCB6-7D77B101103A}"/>
              </a:ext>
            </a:extLst>
          </p:cNvPr>
          <p:cNvSpPr>
            <a:spLocks noGrp="1"/>
          </p:cNvSpPr>
          <p:nvPr>
            <p:ph type="ftr" sz="quarter" idx="11"/>
          </p:nvPr>
        </p:nvSpPr>
        <p:spPr/>
        <p:txBody>
          <a:bodyPr/>
          <a:lstStyle>
            <a:lvl1pPr>
              <a:defRPr>
                <a:solidFill>
                  <a:schemeClr val="tx2"/>
                </a:solidFill>
              </a:defRPr>
            </a:lvl1pPr>
          </a:lstStyle>
          <a:p>
            <a:endParaRPr lang="en-US"/>
          </a:p>
        </p:txBody>
      </p:sp>
    </p:spTree>
    <p:extLst>
      <p:ext uri="{BB962C8B-B14F-4D97-AF65-F5344CB8AC3E}">
        <p14:creationId xmlns:p14="http://schemas.microsoft.com/office/powerpoint/2010/main" val="117613438"/>
      </p:ext>
    </p:extLst>
  </p:cSld>
  <p:clrMapOvr>
    <a:masterClrMapping/>
  </p:clrMapOvr>
</p:sldLayout>
</file>

<file path=ppt/slideLayouts/slideLayout128.xml><?xml version="1.0" encoding="utf-8"?>
<p:sldLayout xmlns:a="http://schemas.openxmlformats.org/drawingml/2006/main" xmlns:r="http://schemas.openxmlformats.org/officeDocument/2006/relationships" xmlns:p="http://schemas.openxmlformats.org/presentationml/2006/main" showMasterSp="0" preserve="1" userDrawn="1">
  <p:cSld name="1_Background no graphics">
    <p:bg>
      <p:bgPr>
        <a:gradFill flip="none" rotWithShape="1">
          <a:gsLst>
            <a:gs pos="80000">
              <a:schemeClr val="tx2"/>
            </a:gs>
            <a:gs pos="90000">
              <a:schemeClr val="tx2">
                <a:alpha val="45000"/>
              </a:schemeClr>
            </a:gs>
            <a:gs pos="95000">
              <a:schemeClr val="bg2">
                <a:lumMod val="90000"/>
              </a:schemeClr>
            </a:gs>
          </a:gsLst>
          <a:path path="circle">
            <a:fillToRect l="100000" t="100000"/>
          </a:path>
          <a:tileRect r="-100000" b="-100000"/>
        </a:gradFill>
        <a:effectLst/>
      </p:bgPr>
    </p:bg>
    <p:spTree>
      <p:nvGrpSpPr>
        <p:cNvPr id="1" name=""/>
        <p:cNvGrpSpPr/>
        <p:nvPr/>
      </p:nvGrpSpPr>
      <p:grpSpPr>
        <a:xfrm>
          <a:off x="0" y="0"/>
          <a:ext cx="0" cy="0"/>
          <a:chOff x="0" y="0"/>
          <a:chExt cx="0" cy="0"/>
        </a:xfrm>
      </p:grpSpPr>
      <p:sp>
        <p:nvSpPr>
          <p:cNvPr id="2" name="Text Box 14">
            <a:extLst>
              <a:ext uri="{FF2B5EF4-FFF2-40B4-BE49-F238E27FC236}">
                <a16:creationId xmlns:a16="http://schemas.microsoft.com/office/drawing/2014/main" id="{0BFA849C-531C-7595-39B1-5EC87690F476}"/>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solidFill>
                  <a:schemeClr val="tx1"/>
                </a:solidFill>
              </a:rPr>
              <a:pPr algn="r">
                <a:spcBef>
                  <a:spcPct val="50000"/>
                </a:spcBef>
                <a:defRPr/>
              </a:pPr>
              <a:t>‹#›</a:t>
            </a:fld>
            <a:endParaRPr lang="en-US" sz="1100" b="0" baseline="0">
              <a:solidFill>
                <a:schemeClr val="tx1"/>
              </a:solidFill>
            </a:endParaRPr>
          </a:p>
        </p:txBody>
      </p:sp>
      <p:sp>
        <p:nvSpPr>
          <p:cNvPr id="4" name="Date Placeholder 3">
            <a:extLst>
              <a:ext uri="{FF2B5EF4-FFF2-40B4-BE49-F238E27FC236}">
                <a16:creationId xmlns:a16="http://schemas.microsoft.com/office/drawing/2014/main" id="{85935D2E-75B7-4B2F-83E6-4B2460140D3F}"/>
              </a:ext>
            </a:extLst>
          </p:cNvPr>
          <p:cNvSpPr>
            <a:spLocks noGrp="1"/>
          </p:cNvSpPr>
          <p:nvPr>
            <p:ph type="dt" sz="half" idx="10"/>
          </p:nvPr>
        </p:nvSpPr>
        <p:spPr/>
        <p:txBody>
          <a:bodyPr/>
          <a:lstStyle>
            <a:lvl1pPr>
              <a:defRPr>
                <a:solidFill>
                  <a:schemeClr val="bg2">
                    <a:lumMod val="50000"/>
                  </a:schemeClr>
                </a:solidFill>
              </a:defRPr>
            </a:lvl1pPr>
          </a:lstStyle>
          <a:p>
            <a:endParaRPr lang="en-US"/>
          </a:p>
        </p:txBody>
      </p:sp>
      <p:sp>
        <p:nvSpPr>
          <p:cNvPr id="5" name="Footer Placeholder 4">
            <a:extLst>
              <a:ext uri="{FF2B5EF4-FFF2-40B4-BE49-F238E27FC236}">
                <a16:creationId xmlns:a16="http://schemas.microsoft.com/office/drawing/2014/main" id="{C5AC37A7-6517-1C05-89FB-ACDA8ECF89DF}"/>
              </a:ext>
            </a:extLst>
          </p:cNvPr>
          <p:cNvSpPr>
            <a:spLocks noGrp="1"/>
          </p:cNvSpPr>
          <p:nvPr>
            <p:ph type="ftr" sz="quarter" idx="11"/>
          </p:nvPr>
        </p:nvSpPr>
        <p:spPr/>
        <p:txBody>
          <a:bodyPr/>
          <a:lstStyle>
            <a:lvl1pPr>
              <a:defRPr>
                <a:solidFill>
                  <a:schemeClr val="bg2">
                    <a:lumMod val="50000"/>
                  </a:schemeClr>
                </a:solidFill>
              </a:defRPr>
            </a:lvl1pPr>
          </a:lstStyle>
          <a:p>
            <a:endParaRPr lang="en-US"/>
          </a:p>
        </p:txBody>
      </p:sp>
    </p:spTree>
    <p:extLst>
      <p:ext uri="{BB962C8B-B14F-4D97-AF65-F5344CB8AC3E}">
        <p14:creationId xmlns:p14="http://schemas.microsoft.com/office/powerpoint/2010/main" val="1314141392"/>
      </p:ext>
    </p:extLst>
  </p:cSld>
  <p:clrMapOvr>
    <a:masterClrMapping/>
  </p:clrMapOvr>
</p:sldLayout>
</file>

<file path=ppt/slideLayouts/slideLayout129.xml><?xml version="1.0" encoding="utf-8"?>
<p:sldLayout xmlns:a="http://schemas.openxmlformats.org/drawingml/2006/main" xmlns:r="http://schemas.openxmlformats.org/officeDocument/2006/relationships" xmlns:p="http://schemas.openxmlformats.org/presentationml/2006/main" showMasterSp="0" preserve="1" userDrawn="1">
  <p:cSld name="Section Header">
    <p:bg>
      <p:bgPr>
        <a:solidFill>
          <a:schemeClr val="tx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37843223-5086-843F-D346-CCDD12959DF3}"/>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1805" y="0"/>
            <a:ext cx="12188389" cy="6858000"/>
          </a:xfrm>
          <a:prstGeom prst="rect">
            <a:avLst/>
          </a:prstGeom>
        </p:spPr>
      </p:pic>
      <p:sp>
        <p:nvSpPr>
          <p:cNvPr id="14" name="Title Placeholder 1"/>
          <p:cNvSpPr>
            <a:spLocks noGrp="1"/>
          </p:cNvSpPr>
          <p:nvPr>
            <p:ph type="title"/>
          </p:nvPr>
        </p:nvSpPr>
        <p:spPr bwMode="auto">
          <a:xfrm>
            <a:off x="266700" y="2286001"/>
            <a:ext cx="11658600" cy="1285874"/>
          </a:xfrm>
          <a:prstGeom prst="rect">
            <a:avLst/>
          </a:prstGeom>
          <a:noFill/>
          <a:ln w="9525">
            <a:solidFill>
              <a:schemeClr val="accent3"/>
            </a:solidFill>
            <a:miter lim="800000"/>
            <a:headEnd/>
            <a:tailEnd/>
          </a:ln>
        </p:spPr>
        <p:txBody>
          <a:bodyPr anchor="b"/>
          <a:lstStyle>
            <a:lvl1pPr>
              <a:defRPr sz="3200" b="0" baseline="0">
                <a:solidFill>
                  <a:schemeClr val="accent3"/>
                </a:solidFill>
              </a:defRPr>
            </a:lvl1pPr>
          </a:lstStyle>
          <a:p>
            <a:pPr lvl="0"/>
            <a:r>
              <a:rPr lang="en-US"/>
              <a:t>Click to edit Master title style</a:t>
            </a:r>
          </a:p>
        </p:txBody>
      </p:sp>
      <p:sp>
        <p:nvSpPr>
          <p:cNvPr id="6" name="Text Placeholder 5"/>
          <p:cNvSpPr>
            <a:spLocks noGrp="1"/>
          </p:cNvSpPr>
          <p:nvPr>
            <p:ph type="body" sz="quarter" idx="12"/>
          </p:nvPr>
        </p:nvSpPr>
        <p:spPr>
          <a:xfrm>
            <a:off x="266700" y="3687764"/>
            <a:ext cx="8496300" cy="854075"/>
          </a:xfrm>
          <a:ln>
            <a:solidFill>
              <a:schemeClr val="accent3"/>
            </a:solidFill>
          </a:ln>
        </p:spPr>
        <p:txBody>
          <a:bodyPr anchor="ctr"/>
          <a:lstStyle>
            <a:lvl1pPr marL="0" indent="0">
              <a:defRPr>
                <a:solidFill>
                  <a:schemeClr val="tx2"/>
                </a:solidFill>
              </a:defRPr>
            </a:lvl1pPr>
          </a:lstStyle>
          <a:p>
            <a:pPr lvl="0"/>
            <a:r>
              <a:rPr lang="en-US"/>
              <a:t>Click to edit Master text styles</a:t>
            </a:r>
          </a:p>
        </p:txBody>
      </p:sp>
      <p:sp>
        <p:nvSpPr>
          <p:cNvPr id="2" name="Date Placeholder 1">
            <a:extLst>
              <a:ext uri="{FF2B5EF4-FFF2-40B4-BE49-F238E27FC236}">
                <a16:creationId xmlns:a16="http://schemas.microsoft.com/office/drawing/2014/main" id="{98D00C84-D329-4DD4-96D7-92CD4C330181}"/>
              </a:ext>
            </a:extLst>
          </p:cNvPr>
          <p:cNvSpPr>
            <a:spLocks noGrp="1"/>
          </p:cNvSpPr>
          <p:nvPr>
            <p:ph type="dt" sz="half" idx="13"/>
          </p:nvPr>
        </p:nvSpPr>
        <p:spPr>
          <a:xfrm>
            <a:off x="8763000" y="3697289"/>
            <a:ext cx="3161228" cy="844550"/>
          </a:xfrm>
          <a:prstGeom prst="rect">
            <a:avLst/>
          </a:prstGeom>
          <a:ln>
            <a:solidFill>
              <a:schemeClr val="accent3"/>
            </a:solidFill>
          </a:ln>
        </p:spPr>
        <p:txBody>
          <a:bodyPr/>
          <a:lstStyle>
            <a:lvl1pPr algn="ctr">
              <a:defRPr sz="2000">
                <a:solidFill>
                  <a:schemeClr val="accent3"/>
                </a:solidFill>
              </a:defRPr>
            </a:lvl1pPr>
          </a:lstStyle>
          <a:p>
            <a:endParaRPr lang="en-US"/>
          </a:p>
        </p:txBody>
      </p:sp>
      <p:sp>
        <p:nvSpPr>
          <p:cNvPr id="3" name="Text Box 14">
            <a:extLst>
              <a:ext uri="{FF2B5EF4-FFF2-40B4-BE49-F238E27FC236}">
                <a16:creationId xmlns:a16="http://schemas.microsoft.com/office/drawing/2014/main" id="{71C01142-E0C8-B2A1-CF08-DDC0741713EA}"/>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pPr algn="r">
                <a:spcBef>
                  <a:spcPct val="50000"/>
                </a:spcBef>
                <a:defRPr/>
              </a:pPr>
              <a:t>‹#›</a:t>
            </a:fld>
            <a:endParaRPr lang="en-US" sz="1100" b="0" baseline="0"/>
          </a:p>
        </p:txBody>
      </p:sp>
      <p:pic>
        <p:nvPicPr>
          <p:cNvPr id="11" name="Picture 10" descr="A picture containing qr code&#10;&#10;Description automatically generated">
            <a:extLst>
              <a:ext uri="{FF2B5EF4-FFF2-40B4-BE49-F238E27FC236}">
                <a16:creationId xmlns:a16="http://schemas.microsoft.com/office/drawing/2014/main" id="{C7BD8055-FF8F-646E-4F9E-84B4A33A92B9}"/>
              </a:ext>
            </a:extLst>
          </p:cNvPr>
          <p:cNvPicPr>
            <a:picLocks noChangeAspect="1"/>
          </p:cNvPicPr>
          <p:nvPr userDrawn="1"/>
        </p:nvPicPr>
        <p:blipFill>
          <a:blip r:embed="rId3"/>
          <a:stretch>
            <a:fillRect/>
          </a:stretch>
        </p:blipFill>
        <p:spPr>
          <a:xfrm>
            <a:off x="190500" y="5602330"/>
            <a:ext cx="2402348" cy="1065985"/>
          </a:xfrm>
          <a:prstGeom prst="rect">
            <a:avLst/>
          </a:prstGeom>
        </p:spPr>
      </p:pic>
    </p:spTree>
    <p:extLst>
      <p:ext uri="{BB962C8B-B14F-4D97-AF65-F5344CB8AC3E}">
        <p14:creationId xmlns:p14="http://schemas.microsoft.com/office/powerpoint/2010/main" val="406925604"/>
      </p:ext>
    </p:extLst>
  </p:cSld>
  <p:clrMapOvr>
    <a:masterClrMapping/>
  </p:clrMapOvr>
</p:sldLayout>
</file>

<file path=ppt/slideLayouts/slideLayout130.xml><?xml version="1.0" encoding="utf-8"?>
<p:sldLayout xmlns:a="http://schemas.openxmlformats.org/drawingml/2006/main" xmlns:r="http://schemas.openxmlformats.org/officeDocument/2006/relationships" xmlns:p="http://schemas.openxmlformats.org/presentationml/2006/main" showMasterSp="0" preserve="1" userDrawn="1">
  <p:cSld name="Section header - no Sub-Head">
    <p:bg>
      <p:bgPr>
        <a:solidFill>
          <a:schemeClr val="tx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A9860E5-FB16-921B-9978-59B24F56F9F5}"/>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1805" y="0"/>
            <a:ext cx="12188389" cy="6858000"/>
          </a:xfrm>
          <a:prstGeom prst="rect">
            <a:avLst/>
          </a:prstGeom>
        </p:spPr>
      </p:pic>
      <p:sp>
        <p:nvSpPr>
          <p:cNvPr id="14" name="Title Placeholder 1"/>
          <p:cNvSpPr>
            <a:spLocks noGrp="1"/>
          </p:cNvSpPr>
          <p:nvPr>
            <p:ph type="title"/>
          </p:nvPr>
        </p:nvSpPr>
        <p:spPr bwMode="auto">
          <a:xfrm>
            <a:off x="266700" y="2286001"/>
            <a:ext cx="11658600" cy="1285874"/>
          </a:xfrm>
          <a:prstGeom prst="rect">
            <a:avLst/>
          </a:prstGeom>
          <a:noFill/>
          <a:ln w="9525">
            <a:solidFill>
              <a:schemeClr val="accent3"/>
            </a:solidFill>
            <a:miter lim="800000"/>
            <a:headEnd/>
            <a:tailEnd/>
          </a:ln>
        </p:spPr>
        <p:txBody>
          <a:bodyPr anchor="ctr"/>
          <a:lstStyle>
            <a:lvl1pPr>
              <a:defRPr sz="3200" baseline="0">
                <a:solidFill>
                  <a:schemeClr val="accent3"/>
                </a:solidFill>
              </a:defRPr>
            </a:lvl1pPr>
          </a:lstStyle>
          <a:p>
            <a:pPr lvl="0"/>
            <a:r>
              <a:rPr lang="en-US"/>
              <a:t>Click to edit Master title style</a:t>
            </a:r>
          </a:p>
        </p:txBody>
      </p:sp>
      <p:sp>
        <p:nvSpPr>
          <p:cNvPr id="3" name="Text Box 14">
            <a:extLst>
              <a:ext uri="{FF2B5EF4-FFF2-40B4-BE49-F238E27FC236}">
                <a16:creationId xmlns:a16="http://schemas.microsoft.com/office/drawing/2014/main" id="{B8FD0A53-E9E1-93CC-5F3F-ED183C4566E7}"/>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pPr algn="r">
                <a:spcBef>
                  <a:spcPct val="50000"/>
                </a:spcBef>
                <a:defRPr/>
              </a:pPr>
              <a:t>‹#›</a:t>
            </a:fld>
            <a:endParaRPr lang="en-US" sz="1100" b="0" baseline="0"/>
          </a:p>
        </p:txBody>
      </p:sp>
      <p:pic>
        <p:nvPicPr>
          <p:cNvPr id="6" name="Picture 5" descr="A picture containing qr code&#10;&#10;Description automatically generated">
            <a:extLst>
              <a:ext uri="{FF2B5EF4-FFF2-40B4-BE49-F238E27FC236}">
                <a16:creationId xmlns:a16="http://schemas.microsoft.com/office/drawing/2014/main" id="{1100FC8E-3C81-583C-9A23-08A75A2C4FEC}"/>
              </a:ext>
            </a:extLst>
          </p:cNvPr>
          <p:cNvPicPr>
            <a:picLocks noChangeAspect="1"/>
          </p:cNvPicPr>
          <p:nvPr userDrawn="1"/>
        </p:nvPicPr>
        <p:blipFill>
          <a:blip r:embed="rId3"/>
          <a:stretch>
            <a:fillRect/>
          </a:stretch>
        </p:blipFill>
        <p:spPr>
          <a:xfrm>
            <a:off x="190500" y="5602330"/>
            <a:ext cx="2402348" cy="1065985"/>
          </a:xfrm>
          <a:prstGeom prst="rect">
            <a:avLst/>
          </a:prstGeom>
        </p:spPr>
      </p:pic>
      <p:sp>
        <p:nvSpPr>
          <p:cNvPr id="7" name="Date Placeholder 1">
            <a:extLst>
              <a:ext uri="{FF2B5EF4-FFF2-40B4-BE49-F238E27FC236}">
                <a16:creationId xmlns:a16="http://schemas.microsoft.com/office/drawing/2014/main" id="{22B933D6-5752-A997-866D-7335507E65DB}"/>
              </a:ext>
            </a:extLst>
          </p:cNvPr>
          <p:cNvSpPr>
            <a:spLocks noGrp="1"/>
          </p:cNvSpPr>
          <p:nvPr>
            <p:ph type="dt" sz="half" idx="13"/>
          </p:nvPr>
        </p:nvSpPr>
        <p:spPr>
          <a:xfrm>
            <a:off x="9163627" y="3709924"/>
            <a:ext cx="2761673" cy="385825"/>
          </a:xfrm>
          <a:prstGeom prst="rect">
            <a:avLst/>
          </a:prstGeom>
          <a:ln>
            <a:solidFill>
              <a:schemeClr val="accent3"/>
            </a:solidFill>
          </a:ln>
        </p:spPr>
        <p:txBody>
          <a:bodyPr/>
          <a:lstStyle>
            <a:lvl1pPr algn="ctr">
              <a:defRPr sz="2000">
                <a:solidFill>
                  <a:schemeClr val="accent3"/>
                </a:solidFill>
              </a:defRPr>
            </a:lvl1pPr>
          </a:lstStyle>
          <a:p>
            <a:endParaRPr lang="en-US"/>
          </a:p>
        </p:txBody>
      </p:sp>
    </p:spTree>
    <p:extLst>
      <p:ext uri="{BB962C8B-B14F-4D97-AF65-F5344CB8AC3E}">
        <p14:creationId xmlns:p14="http://schemas.microsoft.com/office/powerpoint/2010/main" val="450727101"/>
      </p:ext>
    </p:extLst>
  </p:cSld>
  <p:clrMapOvr>
    <a:masterClrMapping/>
  </p:clrMapOvr>
</p:sldLayout>
</file>

<file path=ppt/slideLayouts/slideLayout131.xml><?xml version="1.0" encoding="utf-8"?>
<p:sldLayout xmlns:a="http://schemas.openxmlformats.org/drawingml/2006/main" xmlns:r="http://schemas.openxmlformats.org/officeDocument/2006/relationships" xmlns:p="http://schemas.openxmlformats.org/presentationml/2006/main" showMasterSp="0" preserve="1" userDrawn="1">
  <p:cSld name="Section - Content Only">
    <p:bg>
      <p:bgPr>
        <a:solidFill>
          <a:schemeClr val="tx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FDB948E-B4CD-A49A-882A-F350D2A911BE}"/>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1805" y="0"/>
            <a:ext cx="12188389" cy="6858000"/>
          </a:xfrm>
          <a:prstGeom prst="rect">
            <a:avLst/>
          </a:prstGeom>
        </p:spPr>
      </p:pic>
      <p:sp>
        <p:nvSpPr>
          <p:cNvPr id="4" name="Content Placeholder 3"/>
          <p:cNvSpPr>
            <a:spLocks noGrp="1"/>
          </p:cNvSpPr>
          <p:nvPr>
            <p:ph sz="quarter" idx="12"/>
          </p:nvPr>
        </p:nvSpPr>
        <p:spPr>
          <a:xfrm>
            <a:off x="266700" y="2157413"/>
            <a:ext cx="11658600" cy="1798637"/>
          </a:xfrm>
          <a:ln>
            <a:solidFill>
              <a:schemeClr val="accent3"/>
            </a:solidFill>
          </a:ln>
        </p:spPr>
        <p:txBody>
          <a:bodyPr anchor="ctr"/>
          <a:lstStyle>
            <a:lvl1pPr>
              <a:defRPr>
                <a:solidFill>
                  <a:schemeClr val="accent3"/>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Date Placeholder 1">
            <a:extLst>
              <a:ext uri="{FF2B5EF4-FFF2-40B4-BE49-F238E27FC236}">
                <a16:creationId xmlns:a16="http://schemas.microsoft.com/office/drawing/2014/main" id="{930F58C1-4114-4FD3-B651-E3BC6C7CBC47}"/>
              </a:ext>
            </a:extLst>
          </p:cNvPr>
          <p:cNvSpPr>
            <a:spLocks noGrp="1"/>
          </p:cNvSpPr>
          <p:nvPr>
            <p:ph type="dt" sz="half" idx="13"/>
          </p:nvPr>
        </p:nvSpPr>
        <p:spPr>
          <a:xfrm>
            <a:off x="9163627" y="4043299"/>
            <a:ext cx="2761673" cy="385825"/>
          </a:xfrm>
          <a:prstGeom prst="rect">
            <a:avLst/>
          </a:prstGeom>
          <a:ln>
            <a:solidFill>
              <a:schemeClr val="accent3"/>
            </a:solidFill>
          </a:ln>
        </p:spPr>
        <p:txBody>
          <a:bodyPr/>
          <a:lstStyle>
            <a:lvl1pPr algn="ctr">
              <a:defRPr sz="2000">
                <a:solidFill>
                  <a:schemeClr val="accent3"/>
                </a:solidFill>
              </a:defRPr>
            </a:lvl1pPr>
          </a:lstStyle>
          <a:p>
            <a:endParaRPr lang="en-US"/>
          </a:p>
        </p:txBody>
      </p:sp>
      <p:sp>
        <p:nvSpPr>
          <p:cNvPr id="3" name="Text Box 14">
            <a:extLst>
              <a:ext uri="{FF2B5EF4-FFF2-40B4-BE49-F238E27FC236}">
                <a16:creationId xmlns:a16="http://schemas.microsoft.com/office/drawing/2014/main" id="{4B9A921A-5A1E-39D1-94FE-6E1E04C028AC}"/>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pPr algn="r">
                <a:spcBef>
                  <a:spcPct val="50000"/>
                </a:spcBef>
                <a:defRPr/>
              </a:pPr>
              <a:t>‹#›</a:t>
            </a:fld>
            <a:endParaRPr lang="en-US" sz="1100" b="0" baseline="0"/>
          </a:p>
        </p:txBody>
      </p:sp>
      <p:pic>
        <p:nvPicPr>
          <p:cNvPr id="6" name="Picture 5" descr="A picture containing qr code&#10;&#10;Description automatically generated">
            <a:extLst>
              <a:ext uri="{FF2B5EF4-FFF2-40B4-BE49-F238E27FC236}">
                <a16:creationId xmlns:a16="http://schemas.microsoft.com/office/drawing/2014/main" id="{30F6006C-DEAA-A93E-62A5-A2759A856E6B}"/>
              </a:ext>
            </a:extLst>
          </p:cNvPr>
          <p:cNvPicPr>
            <a:picLocks noChangeAspect="1"/>
          </p:cNvPicPr>
          <p:nvPr userDrawn="1"/>
        </p:nvPicPr>
        <p:blipFill>
          <a:blip r:embed="rId3"/>
          <a:stretch>
            <a:fillRect/>
          </a:stretch>
        </p:blipFill>
        <p:spPr>
          <a:xfrm>
            <a:off x="190500" y="5602330"/>
            <a:ext cx="2402348" cy="1065985"/>
          </a:xfrm>
          <a:prstGeom prst="rect">
            <a:avLst/>
          </a:prstGeom>
        </p:spPr>
      </p:pic>
    </p:spTree>
    <p:extLst>
      <p:ext uri="{BB962C8B-B14F-4D97-AF65-F5344CB8AC3E}">
        <p14:creationId xmlns:p14="http://schemas.microsoft.com/office/powerpoint/2010/main" val="2611203052"/>
      </p:ext>
    </p:extLst>
  </p:cSld>
  <p:clrMapOvr>
    <a:masterClrMapping/>
  </p:clrMapOvr>
</p:sldLayout>
</file>

<file path=ppt/slideLayouts/slideLayout132.xml><?xml version="1.0" encoding="utf-8"?>
<p:sldLayout xmlns:a="http://schemas.openxmlformats.org/drawingml/2006/main" xmlns:r="http://schemas.openxmlformats.org/officeDocument/2006/relationships" xmlns:p="http://schemas.openxmlformats.org/presentationml/2006/main" showMasterSp="0" preserve="1" userDrawn="1">
  <p:cSld name="Title - 2 Pics">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6A2CA99E-4AAA-5371-9462-7AD3D7D937C7}"/>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11232" y="0"/>
            <a:ext cx="12188389" cy="6858000"/>
          </a:xfrm>
          <a:prstGeom prst="rect">
            <a:avLst/>
          </a:prstGeom>
        </p:spPr>
      </p:pic>
      <p:sp>
        <p:nvSpPr>
          <p:cNvPr id="14" name="Title 5"/>
          <p:cNvSpPr>
            <a:spLocks noGrp="1"/>
          </p:cNvSpPr>
          <p:nvPr>
            <p:ph type="title"/>
          </p:nvPr>
        </p:nvSpPr>
        <p:spPr>
          <a:xfrm>
            <a:off x="266700" y="265872"/>
            <a:ext cx="5829300" cy="1671543"/>
          </a:xfrm>
          <a:noFill/>
          <a:ln w="19050">
            <a:solidFill>
              <a:schemeClr val="accent3"/>
            </a:solidFill>
          </a:ln>
        </p:spPr>
        <p:txBody>
          <a:bodyPr/>
          <a:lstStyle>
            <a:lvl1pPr>
              <a:defRPr>
                <a:solidFill>
                  <a:schemeClr val="accent3"/>
                </a:solidFill>
              </a:defRPr>
            </a:lvl1pPr>
          </a:lstStyle>
          <a:p>
            <a:r>
              <a:rPr lang="en-US"/>
              <a:t>Click to edit Master title style</a:t>
            </a:r>
          </a:p>
        </p:txBody>
      </p:sp>
      <p:sp>
        <p:nvSpPr>
          <p:cNvPr id="15" name="Picture Placeholder 16"/>
          <p:cNvSpPr>
            <a:spLocks noGrp="1" noChangeAspect="1"/>
          </p:cNvSpPr>
          <p:nvPr>
            <p:ph type="pic" sz="quarter" idx="13"/>
          </p:nvPr>
        </p:nvSpPr>
        <p:spPr>
          <a:xfrm>
            <a:off x="6220046" y="265872"/>
            <a:ext cx="5705253" cy="3081131"/>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a:t>Click icon to add picture</a:t>
            </a:r>
          </a:p>
        </p:txBody>
      </p:sp>
      <p:sp>
        <p:nvSpPr>
          <p:cNvPr id="16" name="Picture Placeholder 16"/>
          <p:cNvSpPr>
            <a:spLocks noGrp="1" noChangeAspect="1"/>
          </p:cNvSpPr>
          <p:nvPr>
            <p:ph type="pic" sz="quarter" idx="14"/>
          </p:nvPr>
        </p:nvSpPr>
        <p:spPr>
          <a:xfrm>
            <a:off x="6220046" y="3528391"/>
            <a:ext cx="5705253" cy="3081131"/>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a:t>Click icon to add picture</a:t>
            </a:r>
          </a:p>
        </p:txBody>
      </p:sp>
      <p:sp>
        <p:nvSpPr>
          <p:cNvPr id="7" name="Text Placeholder 6"/>
          <p:cNvSpPr>
            <a:spLocks noGrp="1"/>
          </p:cNvSpPr>
          <p:nvPr>
            <p:ph type="body" sz="quarter" idx="15"/>
          </p:nvPr>
        </p:nvSpPr>
        <p:spPr>
          <a:xfrm>
            <a:off x="266700" y="2059389"/>
            <a:ext cx="5816600" cy="3307950"/>
          </a:xfrm>
          <a:ln>
            <a:solidFill>
              <a:schemeClr val="accent3"/>
            </a:solidFill>
          </a:ln>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5" name="Picture 4" descr="A picture containing qr code&#10;&#10;Description automatically generated">
            <a:extLst>
              <a:ext uri="{FF2B5EF4-FFF2-40B4-BE49-F238E27FC236}">
                <a16:creationId xmlns:a16="http://schemas.microsoft.com/office/drawing/2014/main" id="{CC1A89D0-0707-593E-6331-0996B0CFBFA9}"/>
              </a:ext>
            </a:extLst>
          </p:cNvPr>
          <p:cNvPicPr>
            <a:picLocks noChangeAspect="1"/>
          </p:cNvPicPr>
          <p:nvPr userDrawn="1"/>
        </p:nvPicPr>
        <p:blipFill>
          <a:blip r:embed="rId3"/>
          <a:stretch>
            <a:fillRect/>
          </a:stretch>
        </p:blipFill>
        <p:spPr>
          <a:xfrm>
            <a:off x="190500" y="5602330"/>
            <a:ext cx="2402348" cy="1065985"/>
          </a:xfrm>
          <a:prstGeom prst="rect">
            <a:avLst/>
          </a:prstGeom>
        </p:spPr>
      </p:pic>
    </p:spTree>
    <p:extLst>
      <p:ext uri="{BB962C8B-B14F-4D97-AF65-F5344CB8AC3E}">
        <p14:creationId xmlns:p14="http://schemas.microsoft.com/office/powerpoint/2010/main" val="386776657"/>
      </p:ext>
    </p:extLst>
  </p:cSld>
  <p:clrMapOvr>
    <a:masterClrMapping/>
  </p:clrMapOvr>
</p:sldLayout>
</file>

<file path=ppt/slideLayouts/slideLayout133.xml><?xml version="1.0" encoding="utf-8"?>
<p:sldLayout xmlns:a="http://schemas.openxmlformats.org/drawingml/2006/main" xmlns:r="http://schemas.openxmlformats.org/officeDocument/2006/relationships" xmlns:p="http://schemas.openxmlformats.org/presentationml/2006/main" showMasterSp="0" preserve="1" userDrawn="1">
  <p:cSld name="Title - 3 Pics (horizontal)">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08A2208-647F-606B-8F64-F37557D56788}"/>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1805" y="0"/>
            <a:ext cx="12188389" cy="6858000"/>
          </a:xfrm>
          <a:prstGeom prst="rect">
            <a:avLst/>
          </a:prstGeom>
        </p:spPr>
      </p:pic>
      <p:sp>
        <p:nvSpPr>
          <p:cNvPr id="14" name="Title 5"/>
          <p:cNvSpPr>
            <a:spLocks noGrp="1"/>
          </p:cNvSpPr>
          <p:nvPr>
            <p:ph type="title"/>
          </p:nvPr>
        </p:nvSpPr>
        <p:spPr>
          <a:xfrm>
            <a:off x="266700" y="260931"/>
            <a:ext cx="5821279" cy="1671543"/>
          </a:xfrm>
          <a:noFill/>
          <a:ln w="12700">
            <a:solidFill>
              <a:schemeClr val="accent3"/>
            </a:solidFill>
          </a:ln>
        </p:spPr>
        <p:txBody>
          <a:bodyPr/>
          <a:lstStyle>
            <a:lvl1pPr>
              <a:defRPr>
                <a:solidFill>
                  <a:schemeClr val="accent3"/>
                </a:solidFill>
              </a:defRPr>
            </a:lvl1pPr>
          </a:lstStyle>
          <a:p>
            <a:r>
              <a:rPr lang="en-US"/>
              <a:t>Click to edit Master title style</a:t>
            </a:r>
          </a:p>
        </p:txBody>
      </p:sp>
      <p:sp>
        <p:nvSpPr>
          <p:cNvPr id="15" name="Picture Placeholder 16"/>
          <p:cNvSpPr>
            <a:spLocks noGrp="1" noChangeAspect="1"/>
          </p:cNvSpPr>
          <p:nvPr>
            <p:ph type="pic" sz="quarter" idx="13"/>
          </p:nvPr>
        </p:nvSpPr>
        <p:spPr>
          <a:xfrm>
            <a:off x="6346659" y="260931"/>
            <a:ext cx="5578641" cy="3081131"/>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a:t>Click icon to add picture</a:t>
            </a:r>
          </a:p>
        </p:txBody>
      </p:sp>
      <p:sp>
        <p:nvSpPr>
          <p:cNvPr id="9" name="Picture Placeholder 16"/>
          <p:cNvSpPr>
            <a:spLocks noGrp="1"/>
          </p:cNvSpPr>
          <p:nvPr>
            <p:ph type="pic" sz="quarter" idx="15"/>
          </p:nvPr>
        </p:nvSpPr>
        <p:spPr>
          <a:xfrm>
            <a:off x="8610600" y="3507454"/>
            <a:ext cx="3314700" cy="3093720"/>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a:t>Click icon to add picture</a:t>
            </a:r>
          </a:p>
        </p:txBody>
      </p:sp>
      <p:sp>
        <p:nvSpPr>
          <p:cNvPr id="3" name="Content Placeholder 2"/>
          <p:cNvSpPr>
            <a:spLocks noGrp="1"/>
          </p:cNvSpPr>
          <p:nvPr>
            <p:ph sz="quarter" idx="17"/>
          </p:nvPr>
        </p:nvSpPr>
        <p:spPr>
          <a:xfrm>
            <a:off x="266700" y="2058988"/>
            <a:ext cx="5808663" cy="3308350"/>
          </a:xfrm>
          <a:ln>
            <a:solidFill>
              <a:schemeClr val="accent3"/>
            </a:solidFill>
          </a:ln>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Picture Placeholder 16"/>
          <p:cNvSpPr>
            <a:spLocks noGrp="1"/>
          </p:cNvSpPr>
          <p:nvPr>
            <p:ph type="pic" sz="quarter" idx="16"/>
          </p:nvPr>
        </p:nvSpPr>
        <p:spPr>
          <a:xfrm>
            <a:off x="5140944" y="3507454"/>
            <a:ext cx="3314700" cy="3093720"/>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a:t>Click icon to add picture</a:t>
            </a:r>
          </a:p>
        </p:txBody>
      </p:sp>
      <p:pic>
        <p:nvPicPr>
          <p:cNvPr id="5" name="Picture 4" descr="A picture containing qr code&#10;&#10;Description automatically generated">
            <a:extLst>
              <a:ext uri="{FF2B5EF4-FFF2-40B4-BE49-F238E27FC236}">
                <a16:creationId xmlns:a16="http://schemas.microsoft.com/office/drawing/2014/main" id="{B1CCCAD0-1673-986A-13CB-641150EDAA17}"/>
              </a:ext>
            </a:extLst>
          </p:cNvPr>
          <p:cNvPicPr>
            <a:picLocks noChangeAspect="1"/>
          </p:cNvPicPr>
          <p:nvPr userDrawn="1"/>
        </p:nvPicPr>
        <p:blipFill>
          <a:blip r:embed="rId3"/>
          <a:stretch>
            <a:fillRect/>
          </a:stretch>
        </p:blipFill>
        <p:spPr>
          <a:xfrm>
            <a:off x="190500" y="5602330"/>
            <a:ext cx="2402348" cy="1065985"/>
          </a:xfrm>
          <a:prstGeom prst="rect">
            <a:avLst/>
          </a:prstGeom>
        </p:spPr>
      </p:pic>
    </p:spTree>
    <p:extLst>
      <p:ext uri="{BB962C8B-B14F-4D97-AF65-F5344CB8AC3E}">
        <p14:creationId xmlns:p14="http://schemas.microsoft.com/office/powerpoint/2010/main" val="388156897"/>
      </p:ext>
    </p:extLst>
  </p:cSld>
  <p:clrMapOvr>
    <a:masterClrMapping/>
  </p:clrMapOvr>
</p:sldLayout>
</file>

<file path=ppt/slideLayouts/slideLayout134.xml><?xml version="1.0" encoding="utf-8"?>
<p:sldLayout xmlns:a="http://schemas.openxmlformats.org/drawingml/2006/main" xmlns:r="http://schemas.openxmlformats.org/officeDocument/2006/relationships" xmlns:p="http://schemas.openxmlformats.org/presentationml/2006/main" showMasterSp="0" preserve="1" userDrawn="1">
  <p:cSld name="Title - 4 Pics">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972CCC1-BFFC-C6EA-3790-7E99857DF180}"/>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1805" y="0"/>
            <a:ext cx="12188389" cy="6858000"/>
          </a:xfrm>
          <a:prstGeom prst="rect">
            <a:avLst/>
          </a:prstGeom>
        </p:spPr>
      </p:pic>
      <p:sp>
        <p:nvSpPr>
          <p:cNvPr id="3" name="Text Placeholder 2"/>
          <p:cNvSpPr>
            <a:spLocks noGrp="1"/>
          </p:cNvSpPr>
          <p:nvPr>
            <p:ph type="body" sz="quarter" idx="19"/>
          </p:nvPr>
        </p:nvSpPr>
        <p:spPr>
          <a:xfrm>
            <a:off x="381000" y="2059387"/>
            <a:ext cx="4867275" cy="3315887"/>
          </a:xfrm>
          <a:ln>
            <a:solidFill>
              <a:schemeClr val="accent3"/>
            </a:solidFill>
          </a:ln>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Picture Placeholder 16"/>
          <p:cNvSpPr>
            <a:spLocks noGrp="1"/>
          </p:cNvSpPr>
          <p:nvPr>
            <p:ph type="pic" sz="quarter" idx="15"/>
          </p:nvPr>
        </p:nvSpPr>
        <p:spPr>
          <a:xfrm>
            <a:off x="8723481" y="3423957"/>
            <a:ext cx="3201819" cy="2988364"/>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a:t>Click icon to add picture</a:t>
            </a:r>
          </a:p>
        </p:txBody>
      </p:sp>
      <p:sp>
        <p:nvSpPr>
          <p:cNvPr id="19" name="Picture Placeholder 16"/>
          <p:cNvSpPr>
            <a:spLocks noGrp="1"/>
          </p:cNvSpPr>
          <p:nvPr>
            <p:ph type="pic" sz="quarter" idx="16"/>
          </p:nvPr>
        </p:nvSpPr>
        <p:spPr>
          <a:xfrm>
            <a:off x="5371264" y="3423957"/>
            <a:ext cx="3201819" cy="2988364"/>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a:t>Click icon to add picture</a:t>
            </a:r>
          </a:p>
        </p:txBody>
      </p:sp>
      <p:sp>
        <p:nvSpPr>
          <p:cNvPr id="20" name="Picture Placeholder 16"/>
          <p:cNvSpPr>
            <a:spLocks noGrp="1"/>
          </p:cNvSpPr>
          <p:nvPr>
            <p:ph type="pic" sz="quarter" idx="17"/>
          </p:nvPr>
        </p:nvSpPr>
        <p:spPr>
          <a:xfrm>
            <a:off x="8723481" y="265872"/>
            <a:ext cx="3201819" cy="2988364"/>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a:t>Click icon to add picture</a:t>
            </a:r>
          </a:p>
        </p:txBody>
      </p:sp>
      <p:sp>
        <p:nvSpPr>
          <p:cNvPr id="14" name="Title 5"/>
          <p:cNvSpPr>
            <a:spLocks noGrp="1"/>
          </p:cNvSpPr>
          <p:nvPr>
            <p:ph type="title"/>
          </p:nvPr>
        </p:nvSpPr>
        <p:spPr>
          <a:xfrm>
            <a:off x="381000" y="265872"/>
            <a:ext cx="4866861" cy="1671543"/>
          </a:xfrm>
          <a:noFill/>
          <a:ln w="12700">
            <a:solidFill>
              <a:schemeClr val="accent3"/>
            </a:solidFill>
          </a:ln>
        </p:spPr>
        <p:txBody>
          <a:bodyPr/>
          <a:lstStyle>
            <a:lvl1pPr>
              <a:defRPr>
                <a:solidFill>
                  <a:schemeClr val="accent3"/>
                </a:solidFill>
              </a:defRPr>
            </a:lvl1pPr>
          </a:lstStyle>
          <a:p>
            <a:r>
              <a:rPr lang="en-US"/>
              <a:t>Click to edit Master title style</a:t>
            </a:r>
          </a:p>
        </p:txBody>
      </p:sp>
      <p:sp>
        <p:nvSpPr>
          <p:cNvPr id="21" name="Picture Placeholder 16"/>
          <p:cNvSpPr>
            <a:spLocks noGrp="1"/>
          </p:cNvSpPr>
          <p:nvPr>
            <p:ph type="pic" sz="quarter" idx="18"/>
          </p:nvPr>
        </p:nvSpPr>
        <p:spPr>
          <a:xfrm>
            <a:off x="5371264" y="265872"/>
            <a:ext cx="3201819" cy="2988364"/>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a:t>Click icon to add picture</a:t>
            </a:r>
          </a:p>
        </p:txBody>
      </p:sp>
      <p:pic>
        <p:nvPicPr>
          <p:cNvPr id="5" name="Picture 4" descr="A picture containing qr code&#10;&#10;Description automatically generated">
            <a:extLst>
              <a:ext uri="{FF2B5EF4-FFF2-40B4-BE49-F238E27FC236}">
                <a16:creationId xmlns:a16="http://schemas.microsoft.com/office/drawing/2014/main" id="{6E24EF9F-84E9-63AF-E2E6-C9F20CDDF17F}"/>
              </a:ext>
            </a:extLst>
          </p:cNvPr>
          <p:cNvPicPr>
            <a:picLocks noChangeAspect="1"/>
          </p:cNvPicPr>
          <p:nvPr userDrawn="1"/>
        </p:nvPicPr>
        <p:blipFill>
          <a:blip r:embed="rId3"/>
          <a:stretch>
            <a:fillRect/>
          </a:stretch>
        </p:blipFill>
        <p:spPr>
          <a:xfrm>
            <a:off x="190500" y="5602330"/>
            <a:ext cx="2402348" cy="1065985"/>
          </a:xfrm>
          <a:prstGeom prst="rect">
            <a:avLst/>
          </a:prstGeom>
        </p:spPr>
      </p:pic>
    </p:spTree>
    <p:extLst>
      <p:ext uri="{BB962C8B-B14F-4D97-AF65-F5344CB8AC3E}">
        <p14:creationId xmlns:p14="http://schemas.microsoft.com/office/powerpoint/2010/main" val="2082985024"/>
      </p:ext>
    </p:extLst>
  </p:cSld>
  <p:clrMapOvr>
    <a:masterClrMapping/>
  </p:clrMapOvr>
</p:sldLayout>
</file>

<file path=ppt/slideLayouts/slideLayout135.xml><?xml version="1.0" encoding="utf-8"?>
<p:sldLayout xmlns:a="http://schemas.openxmlformats.org/drawingml/2006/main" xmlns:r="http://schemas.openxmlformats.org/officeDocument/2006/relationships" xmlns:p="http://schemas.openxmlformats.org/presentationml/2006/main" showMasterSp="0" preserve="1" userDrawn="1">
  <p:cSld name="Title - 3 Pics (vertical)">
    <p:bg>
      <p:bgPr>
        <a:solidFill>
          <a:schemeClr val="tx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5556BFFC-FD6D-D4CC-D857-29E26DC42C8B}"/>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20657" y="0"/>
            <a:ext cx="12188389" cy="6858000"/>
          </a:xfrm>
          <a:prstGeom prst="rect">
            <a:avLst/>
          </a:prstGeom>
        </p:spPr>
      </p:pic>
      <p:sp>
        <p:nvSpPr>
          <p:cNvPr id="16" name="TextBox 15"/>
          <p:cNvSpPr txBox="1"/>
          <p:nvPr userDrawn="1"/>
        </p:nvSpPr>
        <p:spPr>
          <a:xfrm>
            <a:off x="266700" y="5217495"/>
            <a:ext cx="4337105" cy="357790"/>
          </a:xfrm>
          <a:prstGeom prst="rect">
            <a:avLst/>
          </a:prstGeom>
          <a:noFill/>
          <a:ln>
            <a:solidFill>
              <a:schemeClr val="accent3"/>
            </a:solidFill>
          </a:ln>
        </p:spPr>
        <p:txBody>
          <a:bodyPr wrap="square" lIns="91440" tIns="0">
            <a:spAutoFit/>
          </a:bodyPr>
          <a:lstStyle/>
          <a:p>
            <a:r>
              <a:rPr lang="en-US" altLang="en-US" sz="675" i="1">
                <a:solidFill>
                  <a:schemeClr val="tx2"/>
                </a:solidFill>
              </a:rPr>
              <a:t>“</a:t>
            </a:r>
            <a:r>
              <a:rPr lang="en-US" sz="675" i="1">
                <a:solidFill>
                  <a:schemeClr val="tx2"/>
                </a:solidFill>
              </a:rPr>
              <a:t>The views, opinions and findings contained in this report are those of the authors(s) and should not be construed as an official Department of the Army position, policy or decision, unless so designated by other official documentation.</a:t>
            </a:r>
            <a:r>
              <a:rPr lang="en-US" altLang="en-US" sz="675" i="1">
                <a:solidFill>
                  <a:schemeClr val="tx2"/>
                </a:solidFill>
              </a:rPr>
              <a:t>”</a:t>
            </a:r>
            <a:endParaRPr lang="en-US" sz="675" i="1">
              <a:solidFill>
                <a:schemeClr val="tx2"/>
              </a:solidFill>
            </a:endParaRPr>
          </a:p>
        </p:txBody>
      </p:sp>
      <p:sp>
        <p:nvSpPr>
          <p:cNvPr id="18" name="Picture Placeholder 16"/>
          <p:cNvSpPr>
            <a:spLocks noGrp="1" noChangeAspect="1"/>
          </p:cNvSpPr>
          <p:nvPr>
            <p:ph type="pic" sz="quarter" idx="13"/>
          </p:nvPr>
        </p:nvSpPr>
        <p:spPr>
          <a:xfrm>
            <a:off x="8500460" y="3880886"/>
            <a:ext cx="3424840" cy="2548885"/>
          </a:xfrm>
          <a:prstGeom prst="rect">
            <a:avLst/>
          </a:prstGeom>
          <a:solidFill>
            <a:schemeClr val="tx2"/>
          </a:solidFill>
          <a:ln>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defRPr>
            </a:lvl1pPr>
          </a:lstStyle>
          <a:p>
            <a:r>
              <a:rPr lang="en-US"/>
              <a:t>Click icon to add picture</a:t>
            </a:r>
          </a:p>
        </p:txBody>
      </p:sp>
      <p:sp>
        <p:nvSpPr>
          <p:cNvPr id="19" name="Picture Placeholder 16"/>
          <p:cNvSpPr>
            <a:spLocks noGrp="1" noChangeAspect="1"/>
          </p:cNvSpPr>
          <p:nvPr>
            <p:ph type="pic" sz="quarter" idx="14"/>
          </p:nvPr>
        </p:nvSpPr>
        <p:spPr>
          <a:xfrm>
            <a:off x="8500460" y="1227138"/>
            <a:ext cx="3424840" cy="2548885"/>
          </a:xfrm>
          <a:prstGeom prst="rect">
            <a:avLst/>
          </a:prstGeom>
          <a:solidFill>
            <a:schemeClr val="tx2"/>
          </a:solidFill>
          <a:ln>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defRPr>
            </a:lvl1pPr>
          </a:lstStyle>
          <a:p>
            <a:r>
              <a:rPr lang="en-US"/>
              <a:t>Click icon to add picture</a:t>
            </a:r>
          </a:p>
        </p:txBody>
      </p:sp>
      <p:sp>
        <p:nvSpPr>
          <p:cNvPr id="20" name="Picture Placeholder 16"/>
          <p:cNvSpPr>
            <a:spLocks noGrp="1" noChangeAspect="1"/>
          </p:cNvSpPr>
          <p:nvPr>
            <p:ph type="pic" sz="quarter" idx="15"/>
          </p:nvPr>
        </p:nvSpPr>
        <p:spPr>
          <a:xfrm>
            <a:off x="4726057" y="1227138"/>
            <a:ext cx="3689406" cy="5211649"/>
          </a:xfrm>
          <a:prstGeom prst="rect">
            <a:avLst/>
          </a:prstGeom>
          <a:solidFill>
            <a:schemeClr val="tx2"/>
          </a:solidFill>
          <a:ln>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defRPr>
            </a:lvl1pPr>
          </a:lstStyle>
          <a:p>
            <a:r>
              <a:rPr lang="en-US"/>
              <a:t>Click icon to add picture</a:t>
            </a:r>
          </a:p>
        </p:txBody>
      </p:sp>
      <p:sp>
        <p:nvSpPr>
          <p:cNvPr id="2" name="Title 1"/>
          <p:cNvSpPr>
            <a:spLocks noGrp="1"/>
          </p:cNvSpPr>
          <p:nvPr>
            <p:ph type="title"/>
          </p:nvPr>
        </p:nvSpPr>
        <p:spPr>
          <a:xfrm>
            <a:off x="266700" y="246490"/>
            <a:ext cx="11658600" cy="858437"/>
          </a:xfrm>
          <a:noFill/>
          <a:ln w="12700">
            <a:solidFill>
              <a:schemeClr val="accent3"/>
            </a:solidFill>
          </a:ln>
        </p:spPr>
        <p:txBody>
          <a:bodyPr/>
          <a:lstStyle>
            <a:lvl1pPr>
              <a:defRPr>
                <a:ln>
                  <a:noFill/>
                </a:ln>
                <a:solidFill>
                  <a:schemeClr val="accent3"/>
                </a:solidFill>
              </a:defRPr>
            </a:lvl1pPr>
          </a:lstStyle>
          <a:p>
            <a:r>
              <a:rPr lang="en-US"/>
              <a:t>Click to edit Master title style</a:t>
            </a:r>
          </a:p>
        </p:txBody>
      </p:sp>
      <p:sp>
        <p:nvSpPr>
          <p:cNvPr id="4" name="Text Placeholder 3"/>
          <p:cNvSpPr>
            <a:spLocks noGrp="1"/>
          </p:cNvSpPr>
          <p:nvPr>
            <p:ph type="body" sz="quarter" idx="16"/>
          </p:nvPr>
        </p:nvSpPr>
        <p:spPr>
          <a:xfrm>
            <a:off x="266700" y="1227138"/>
            <a:ext cx="4337105" cy="3957637"/>
          </a:xfrm>
          <a:ln>
            <a:solidFill>
              <a:schemeClr val="accent3"/>
            </a:solidFill>
          </a:ln>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6" name="Picture 5" descr="A picture containing qr code&#10;&#10;Description automatically generated">
            <a:extLst>
              <a:ext uri="{FF2B5EF4-FFF2-40B4-BE49-F238E27FC236}">
                <a16:creationId xmlns:a16="http://schemas.microsoft.com/office/drawing/2014/main" id="{C912A723-62E0-165E-E69D-37E2F11B60E2}"/>
              </a:ext>
            </a:extLst>
          </p:cNvPr>
          <p:cNvPicPr>
            <a:picLocks noChangeAspect="1"/>
          </p:cNvPicPr>
          <p:nvPr userDrawn="1"/>
        </p:nvPicPr>
        <p:blipFill>
          <a:blip r:embed="rId3"/>
          <a:stretch>
            <a:fillRect/>
          </a:stretch>
        </p:blipFill>
        <p:spPr>
          <a:xfrm>
            <a:off x="190500" y="5602330"/>
            <a:ext cx="2402348" cy="1065985"/>
          </a:xfrm>
          <a:prstGeom prst="rect">
            <a:avLst/>
          </a:prstGeom>
        </p:spPr>
      </p:pic>
    </p:spTree>
    <p:extLst>
      <p:ext uri="{BB962C8B-B14F-4D97-AF65-F5344CB8AC3E}">
        <p14:creationId xmlns:p14="http://schemas.microsoft.com/office/powerpoint/2010/main" val="129640608"/>
      </p:ext>
    </p:extLst>
  </p:cSld>
  <p:clrMapOvr>
    <a:masterClrMapping/>
  </p:clrMapOvr>
</p:sldLayout>
</file>

<file path=ppt/slideLayouts/slideLayout136.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Pr>
        <a:solidFill>
          <a:schemeClr val="tx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C0F2E2B7-DF31-70A6-E4D2-4624E105957F}"/>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20657" y="0"/>
            <a:ext cx="12188389" cy="6858000"/>
          </a:xfrm>
          <a:prstGeom prst="rect">
            <a:avLst/>
          </a:prstGeom>
        </p:spPr>
      </p:pic>
      <p:sp>
        <p:nvSpPr>
          <p:cNvPr id="2" name="Title 1">
            <a:extLst>
              <a:ext uri="{FF2B5EF4-FFF2-40B4-BE49-F238E27FC236}">
                <a16:creationId xmlns:a16="http://schemas.microsoft.com/office/drawing/2014/main" id="{4141B23B-C834-C81E-D8E7-0BA48DA2587E}"/>
              </a:ext>
            </a:extLst>
          </p:cNvPr>
          <p:cNvSpPr>
            <a:spLocks noGrp="1"/>
          </p:cNvSpPr>
          <p:nvPr>
            <p:ph type="title"/>
          </p:nvPr>
        </p:nvSpPr>
        <p:spPr>
          <a:xfrm>
            <a:off x="839788" y="457200"/>
            <a:ext cx="3932237" cy="1600200"/>
          </a:xfrm>
          <a:ln>
            <a:solidFill>
              <a:schemeClr val="accent3"/>
            </a:solidFill>
          </a:ln>
        </p:spPr>
        <p:txBody>
          <a:bodyPr anchor="b"/>
          <a:lstStyle>
            <a:lvl1pPr>
              <a:defRPr sz="3200">
                <a:solidFill>
                  <a:schemeClr val="accent3"/>
                </a:solidFill>
              </a:defRPr>
            </a:lvl1pPr>
          </a:lstStyle>
          <a:p>
            <a:r>
              <a:rPr lang="en-US"/>
              <a:t>Click to edit Master title style</a:t>
            </a:r>
          </a:p>
        </p:txBody>
      </p:sp>
      <p:sp>
        <p:nvSpPr>
          <p:cNvPr id="3" name="Picture Placeholder 2">
            <a:extLst>
              <a:ext uri="{FF2B5EF4-FFF2-40B4-BE49-F238E27FC236}">
                <a16:creationId xmlns:a16="http://schemas.microsoft.com/office/drawing/2014/main" id="{2AAF989E-3D4E-5DEB-5949-C26E481EBBD7}"/>
              </a:ext>
            </a:extLst>
          </p:cNvPr>
          <p:cNvSpPr>
            <a:spLocks noGrp="1"/>
          </p:cNvSpPr>
          <p:nvPr>
            <p:ph type="pic" idx="1"/>
          </p:nvPr>
        </p:nvSpPr>
        <p:spPr>
          <a:xfrm>
            <a:off x="5183188" y="457200"/>
            <a:ext cx="6172200" cy="5038825"/>
          </a:xfrm>
          <a:solidFill>
            <a:schemeClr val="tx2"/>
          </a:solidFill>
        </p:spPr>
        <p:txBody>
          <a:bodyPr/>
          <a:lstStyle>
            <a:lvl1pPr marL="0" indent="0">
              <a:buNone/>
              <a:defRPr sz="3200">
                <a:solidFill>
                  <a:schemeClr val="tx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43D5C51-ECC5-2E2F-3751-18DE050DFD6B}"/>
              </a:ext>
            </a:extLst>
          </p:cNvPr>
          <p:cNvSpPr>
            <a:spLocks noGrp="1"/>
          </p:cNvSpPr>
          <p:nvPr>
            <p:ph type="body" sz="half" idx="2"/>
          </p:nvPr>
        </p:nvSpPr>
        <p:spPr>
          <a:xfrm>
            <a:off x="839788" y="2194560"/>
            <a:ext cx="3932237" cy="3301465"/>
          </a:xfrm>
          <a:ln>
            <a:solidFill>
              <a:schemeClr val="accent3"/>
            </a:solidFill>
          </a:ln>
        </p:spPr>
        <p:txBody>
          <a:bodyPr/>
          <a:lstStyle>
            <a:lvl1pPr marL="0" indent="0">
              <a:buNone/>
              <a:defRPr sz="1600">
                <a:solidFill>
                  <a:schemeClr val="tx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pic>
        <p:nvPicPr>
          <p:cNvPr id="8" name="Picture 7" descr="A picture containing qr code&#10;&#10;Description automatically generated">
            <a:extLst>
              <a:ext uri="{FF2B5EF4-FFF2-40B4-BE49-F238E27FC236}">
                <a16:creationId xmlns:a16="http://schemas.microsoft.com/office/drawing/2014/main" id="{352CF3A3-D550-E6AC-ECAB-2839AC0D0355}"/>
              </a:ext>
            </a:extLst>
          </p:cNvPr>
          <p:cNvPicPr>
            <a:picLocks noChangeAspect="1"/>
          </p:cNvPicPr>
          <p:nvPr userDrawn="1"/>
        </p:nvPicPr>
        <p:blipFill>
          <a:blip r:embed="rId3"/>
          <a:stretch>
            <a:fillRect/>
          </a:stretch>
        </p:blipFill>
        <p:spPr>
          <a:xfrm>
            <a:off x="190500" y="5602330"/>
            <a:ext cx="2402348" cy="1065985"/>
          </a:xfrm>
          <a:prstGeom prst="rect">
            <a:avLst/>
          </a:prstGeom>
        </p:spPr>
      </p:pic>
    </p:spTree>
    <p:extLst>
      <p:ext uri="{BB962C8B-B14F-4D97-AF65-F5344CB8AC3E}">
        <p14:creationId xmlns:p14="http://schemas.microsoft.com/office/powerpoint/2010/main" val="601289768"/>
      </p:ext>
    </p:extLst>
  </p:cSld>
  <p:clrMapOvr>
    <a:masterClrMapping/>
  </p:clrMapOvr>
</p:sldLayout>
</file>

<file path=ppt/slideLayouts/slideLayout137.xml><?xml version="1.0" encoding="utf-8"?>
<p:sldLayout xmlns:a="http://schemas.openxmlformats.org/drawingml/2006/main" xmlns:r="http://schemas.openxmlformats.org/officeDocument/2006/relationships" xmlns:p="http://schemas.openxmlformats.org/presentationml/2006/main" preserve="1" userDrawn="1">
  <p:cSld name="Chart Color Layout">
    <p:spTree>
      <p:nvGrpSpPr>
        <p:cNvPr id="1" name=""/>
        <p:cNvGrpSpPr/>
        <p:nvPr/>
      </p:nvGrpSpPr>
      <p:grpSpPr>
        <a:xfrm>
          <a:off x="0" y="0"/>
          <a:ext cx="0" cy="0"/>
          <a:chOff x="0" y="0"/>
          <a:chExt cx="0" cy="0"/>
        </a:xfrm>
      </p:grpSpPr>
      <p:sp>
        <p:nvSpPr>
          <p:cNvPr id="10" name="Chart Placeholder 9"/>
          <p:cNvSpPr>
            <a:spLocks noGrp="1"/>
          </p:cNvSpPr>
          <p:nvPr>
            <p:ph type="chart" sz="quarter" idx="12"/>
          </p:nvPr>
        </p:nvSpPr>
        <p:spPr>
          <a:xfrm>
            <a:off x="266700" y="1028700"/>
            <a:ext cx="11658599" cy="5600700"/>
          </a:xfrm>
        </p:spPr>
        <p:txBody>
          <a:bodyPr/>
          <a:lstStyle/>
          <a:p>
            <a:endParaRPr lang="en-US"/>
          </a:p>
        </p:txBody>
      </p:sp>
      <p:sp>
        <p:nvSpPr>
          <p:cNvPr id="3" name="Date Placeholder 2">
            <a:extLst>
              <a:ext uri="{FF2B5EF4-FFF2-40B4-BE49-F238E27FC236}">
                <a16:creationId xmlns:a16="http://schemas.microsoft.com/office/drawing/2014/main" id="{A3619AFA-4A38-490D-A5F0-BADCBB95D733}"/>
              </a:ext>
            </a:extLst>
          </p:cNvPr>
          <p:cNvSpPr>
            <a:spLocks noGrp="1"/>
          </p:cNvSpPr>
          <p:nvPr>
            <p:ph type="dt" sz="half" idx="13"/>
          </p:nvPr>
        </p:nvSpPr>
        <p:spPr/>
        <p:txBody>
          <a:bodyPr/>
          <a:lstStyle/>
          <a:p>
            <a:endParaRPr lang="en-US"/>
          </a:p>
        </p:txBody>
      </p:sp>
      <p:sp>
        <p:nvSpPr>
          <p:cNvPr id="4" name="Footer Placeholder 3">
            <a:extLst>
              <a:ext uri="{FF2B5EF4-FFF2-40B4-BE49-F238E27FC236}">
                <a16:creationId xmlns:a16="http://schemas.microsoft.com/office/drawing/2014/main" id="{64AB4267-87B5-4161-84B6-F192661295C3}"/>
              </a:ext>
            </a:extLst>
          </p:cNvPr>
          <p:cNvSpPr>
            <a:spLocks noGrp="1"/>
          </p:cNvSpPr>
          <p:nvPr>
            <p:ph type="ftr" sz="quarter" idx="14"/>
          </p:nvPr>
        </p:nvSpPr>
        <p:spPr/>
        <p:txBody>
          <a:bodyPr/>
          <a:lstStyle/>
          <a:p>
            <a:endParaRPr lang="en-US"/>
          </a:p>
        </p:txBody>
      </p:sp>
      <p:sp>
        <p:nvSpPr>
          <p:cNvPr id="6" name="Title 5">
            <a:extLst>
              <a:ext uri="{FF2B5EF4-FFF2-40B4-BE49-F238E27FC236}">
                <a16:creationId xmlns:a16="http://schemas.microsoft.com/office/drawing/2014/main" id="{1FDFC77C-D990-FC23-7F32-24231C7AF063}"/>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984115466"/>
      </p:ext>
    </p:extLst>
  </p:cSld>
  <p:clrMapOvr>
    <a:masterClrMapping/>
  </p:clrMapOvr>
</p:sldLayout>
</file>

<file path=ppt/slideLayouts/slideLayout138.xml><?xml version="1.0" encoding="utf-8"?>
<p:sldLayout xmlns:a="http://schemas.openxmlformats.org/drawingml/2006/main" xmlns:r="http://schemas.openxmlformats.org/officeDocument/2006/relationships" xmlns:p="http://schemas.openxmlformats.org/presentationml/2006/main" showMasterSp="0" preserve="1" userDrawn="1">
  <p:cSld name="Reference ONLY">
    <p:bg>
      <p:bgPr>
        <a:solidFill>
          <a:schemeClr val="tx2"/>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4510689-FF1B-863B-E08A-0D6B1DD61503}"/>
              </a:ext>
            </a:extLst>
          </p:cNvPr>
          <p:cNvPicPr>
            <a:picLocks noChangeAspect="1"/>
          </p:cNvPicPr>
          <p:nvPr userDrawn="1"/>
        </p:nvPicPr>
        <p:blipFill>
          <a:blip r:embed="rId2"/>
          <a:stretch>
            <a:fillRect/>
          </a:stretch>
        </p:blipFill>
        <p:spPr>
          <a:xfrm>
            <a:off x="934316" y="10952"/>
            <a:ext cx="10286134" cy="6847048"/>
          </a:xfrm>
          <a:prstGeom prst="rect">
            <a:avLst/>
          </a:prstGeom>
        </p:spPr>
      </p:pic>
    </p:spTree>
    <p:extLst>
      <p:ext uri="{BB962C8B-B14F-4D97-AF65-F5344CB8AC3E}">
        <p14:creationId xmlns:p14="http://schemas.microsoft.com/office/powerpoint/2010/main" val="3981107559"/>
      </p:ext>
    </p:extLst>
  </p:cSld>
  <p:clrMapOvr>
    <a:masterClrMapping/>
  </p:clrMapOvr>
</p:sldLayout>
</file>

<file path=ppt/slideLayouts/slideLayout139.xml><?xml version="1.0" encoding="utf-8"?>
<p:sldLayout xmlns:a="http://schemas.openxmlformats.org/drawingml/2006/main" xmlns:r="http://schemas.openxmlformats.org/officeDocument/2006/relationships" xmlns:p="http://schemas.openxmlformats.org/presentationml/2006/main" preserve="1" userDrawn="1">
  <p:cSld name="Title slide option 1">
    <p:spTree>
      <p:nvGrpSpPr>
        <p:cNvPr id="1" name=""/>
        <p:cNvGrpSpPr/>
        <p:nvPr/>
      </p:nvGrpSpPr>
      <p:grpSpPr>
        <a:xfrm>
          <a:off x="0" y="0"/>
          <a:ext cx="0" cy="0"/>
          <a:chOff x="0" y="0"/>
          <a:chExt cx="0" cy="0"/>
        </a:xfrm>
      </p:grpSpPr>
      <p:sp>
        <p:nvSpPr>
          <p:cNvPr id="9" name="Rectangle: Single Corner Rounded 8">
            <a:extLst>
              <a:ext uri="{FF2B5EF4-FFF2-40B4-BE49-F238E27FC236}">
                <a16:creationId xmlns:a16="http://schemas.microsoft.com/office/drawing/2014/main" id="{8D9C006D-058D-1E32-7DF7-DB82924DA631}"/>
              </a:ext>
            </a:extLst>
          </p:cNvPr>
          <p:cNvSpPr/>
          <p:nvPr userDrawn="1"/>
        </p:nvSpPr>
        <p:spPr>
          <a:xfrm>
            <a:off x="0" y="1"/>
            <a:ext cx="8130646" cy="6857999"/>
          </a:xfrm>
          <a:prstGeom prst="round1Rect">
            <a:avLst>
              <a:gd name="adj" fmla="val 20371"/>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500"/>
          </a:p>
        </p:txBody>
      </p:sp>
      <p:pic>
        <p:nvPicPr>
          <p:cNvPr id="4" name="object 3">
            <a:extLst>
              <a:ext uri="{FF2B5EF4-FFF2-40B4-BE49-F238E27FC236}">
                <a16:creationId xmlns:a16="http://schemas.microsoft.com/office/drawing/2014/main" id="{3D887306-2922-4DE9-F08F-7C16E57A5464}"/>
              </a:ext>
            </a:extLst>
          </p:cNvPr>
          <p:cNvPicPr/>
          <p:nvPr userDrawn="1"/>
        </p:nvPicPr>
        <p:blipFill>
          <a:blip r:embed="rId2" cstate="email">
            <a:extLst>
              <a:ext uri="{28A0092B-C50C-407E-A947-70E740481C1C}">
                <a14:useLocalDpi xmlns:a14="http://schemas.microsoft.com/office/drawing/2010/main"/>
              </a:ext>
            </a:extLst>
          </a:blip>
          <a:stretch>
            <a:fillRect/>
          </a:stretch>
        </p:blipFill>
        <p:spPr>
          <a:xfrm>
            <a:off x="9212861" y="448586"/>
            <a:ext cx="1896819" cy="1896828"/>
          </a:xfrm>
          <a:prstGeom prst="rect">
            <a:avLst/>
          </a:prstGeom>
        </p:spPr>
      </p:pic>
      <p:sp>
        <p:nvSpPr>
          <p:cNvPr id="5" name="Title 21">
            <a:extLst>
              <a:ext uri="{FF2B5EF4-FFF2-40B4-BE49-F238E27FC236}">
                <a16:creationId xmlns:a16="http://schemas.microsoft.com/office/drawing/2014/main" id="{E39CA601-680D-52B2-3C70-14CD99D8F5CF}"/>
              </a:ext>
            </a:extLst>
          </p:cNvPr>
          <p:cNvSpPr>
            <a:spLocks noGrp="1"/>
          </p:cNvSpPr>
          <p:nvPr>
            <p:ph type="title" hasCustomPrompt="1"/>
          </p:nvPr>
        </p:nvSpPr>
        <p:spPr>
          <a:xfrm>
            <a:off x="8509000" y="4409301"/>
            <a:ext cx="3175000" cy="923330"/>
          </a:xfrm>
          <a:prstGeom prst="rect">
            <a:avLst/>
          </a:prstGeom>
        </p:spPr>
        <p:txBody>
          <a:bodyPr wrap="square" lIns="0" tIns="0" rIns="0" bIns="0" anchor="b">
            <a:spAutoFit/>
          </a:bodyPr>
          <a:lstStyle>
            <a:lvl1pPr>
              <a:defRPr sz="3333">
                <a:solidFill>
                  <a:schemeClr val="accent1"/>
                </a:solidFill>
              </a:defRPr>
            </a:lvl1pPr>
          </a:lstStyle>
          <a:p>
            <a:r>
              <a:rPr lang="en-US" dirty="0"/>
              <a:t>CLICK TO EDIT TITLE</a:t>
            </a:r>
          </a:p>
        </p:txBody>
      </p:sp>
      <p:cxnSp>
        <p:nvCxnSpPr>
          <p:cNvPr id="16" name="Straight Connector 15">
            <a:extLst>
              <a:ext uri="{FF2B5EF4-FFF2-40B4-BE49-F238E27FC236}">
                <a16:creationId xmlns:a16="http://schemas.microsoft.com/office/drawing/2014/main" id="{F8DB3F81-9516-E777-CB93-21776F3B8911}"/>
              </a:ext>
            </a:extLst>
          </p:cNvPr>
          <p:cNvCxnSpPr>
            <a:cxnSpLocks/>
          </p:cNvCxnSpPr>
          <p:nvPr userDrawn="1"/>
        </p:nvCxnSpPr>
        <p:spPr>
          <a:xfrm>
            <a:off x="8509000" y="5531068"/>
            <a:ext cx="1270000" cy="0"/>
          </a:xfrm>
          <a:prstGeom prst="line">
            <a:avLst/>
          </a:prstGeom>
          <a:ln w="50800">
            <a:solidFill>
              <a:schemeClr val="accent2"/>
            </a:solidFill>
          </a:ln>
        </p:spPr>
        <p:style>
          <a:lnRef idx="1">
            <a:schemeClr val="accent1"/>
          </a:lnRef>
          <a:fillRef idx="0">
            <a:schemeClr val="accent1"/>
          </a:fillRef>
          <a:effectRef idx="0">
            <a:schemeClr val="accent1"/>
          </a:effectRef>
          <a:fontRef idx="minor">
            <a:schemeClr val="tx1"/>
          </a:fontRef>
        </p:style>
      </p:cxnSp>
      <p:pic>
        <p:nvPicPr>
          <p:cNvPr id="18" name="Graphic 17">
            <a:extLst>
              <a:ext uri="{FF2B5EF4-FFF2-40B4-BE49-F238E27FC236}">
                <a16:creationId xmlns:a16="http://schemas.microsoft.com/office/drawing/2014/main" id="{BA3E17F7-337D-F092-0F2E-7E9BFFBE1CBA}"/>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8568518" y="2655280"/>
            <a:ext cx="3175000" cy="100000"/>
          </a:xfrm>
          <a:prstGeom prst="rect">
            <a:avLst/>
          </a:prstGeom>
        </p:spPr>
      </p:pic>
      <p:sp>
        <p:nvSpPr>
          <p:cNvPr id="7" name="Picture Placeholder 6">
            <a:extLst>
              <a:ext uri="{FF2B5EF4-FFF2-40B4-BE49-F238E27FC236}">
                <a16:creationId xmlns:a16="http://schemas.microsoft.com/office/drawing/2014/main" id="{15198954-3D51-9E7D-312D-D1C45BEFF814}"/>
              </a:ext>
            </a:extLst>
          </p:cNvPr>
          <p:cNvSpPr>
            <a:spLocks noGrp="1"/>
          </p:cNvSpPr>
          <p:nvPr>
            <p:ph type="pic" sz="quarter" idx="13" hasCustomPrompt="1"/>
          </p:nvPr>
        </p:nvSpPr>
        <p:spPr>
          <a:xfrm>
            <a:off x="0" y="0"/>
            <a:ext cx="8003646" cy="6858000"/>
          </a:xfrm>
          <a:prstGeom prst="round1Rect">
            <a:avLst>
              <a:gd name="adj" fmla="val 20761"/>
            </a:avLst>
          </a:prstGeom>
          <a:pattFill prst="wdUpDiag">
            <a:fgClr>
              <a:schemeClr val="bg1">
                <a:lumMod val="85000"/>
              </a:schemeClr>
            </a:fgClr>
            <a:bgClr>
              <a:schemeClr val="bg1"/>
            </a:bgClr>
          </a:pattFill>
        </p:spPr>
        <p:txBody>
          <a:bodyPr tIns="2011680">
            <a:noAutofit/>
          </a:bodyPr>
          <a:lstStyle>
            <a:lvl1pPr algn="ctr">
              <a:defRPr sz="1500">
                <a:solidFill>
                  <a:schemeClr val="bg1">
                    <a:lumMod val="65000"/>
                  </a:schemeClr>
                </a:solidFill>
              </a:defRPr>
            </a:lvl1pPr>
          </a:lstStyle>
          <a:p>
            <a:r>
              <a:rPr lang="en-US" dirty="0"/>
              <a:t>Drag and drop image or</a:t>
            </a:r>
            <a:br>
              <a:rPr lang="en-US" dirty="0"/>
            </a:br>
            <a:r>
              <a:rPr lang="en-US" dirty="0"/>
              <a:t>click on icon to insert image</a:t>
            </a:r>
          </a:p>
        </p:txBody>
      </p:sp>
      <p:sp>
        <p:nvSpPr>
          <p:cNvPr id="2" name="Text Placeholder 30">
            <a:extLst>
              <a:ext uri="{FF2B5EF4-FFF2-40B4-BE49-F238E27FC236}">
                <a16:creationId xmlns:a16="http://schemas.microsoft.com/office/drawing/2014/main" id="{43FE0657-3D29-4711-DA15-22085D4D3863}"/>
              </a:ext>
            </a:extLst>
          </p:cNvPr>
          <p:cNvSpPr>
            <a:spLocks noGrp="1"/>
          </p:cNvSpPr>
          <p:nvPr>
            <p:ph type="body" sz="quarter" idx="10" hasCustomPrompt="1"/>
          </p:nvPr>
        </p:nvSpPr>
        <p:spPr>
          <a:xfrm>
            <a:off x="8509000" y="6253134"/>
            <a:ext cx="3175000" cy="152938"/>
          </a:xfrm>
          <a:prstGeom prst="rect">
            <a:avLst/>
          </a:prstGeom>
        </p:spPr>
        <p:txBody>
          <a:bodyPr lIns="0" tIns="0" rIns="0" bIns="0">
            <a:noAutofit/>
          </a:bodyPr>
          <a:lstStyle>
            <a:lvl1pPr marL="0" indent="0">
              <a:buNone/>
              <a:defRPr sz="1167" b="0">
                <a:solidFill>
                  <a:schemeClr val="bg2">
                    <a:lumMod val="50000"/>
                  </a:schemeClr>
                </a:solidFill>
                <a:latin typeface="Arial" panose="020B0604020202020204" pitchFamily="34" charset="0"/>
                <a:cs typeface="Arial" panose="020B0604020202020204" pitchFamily="34" charset="0"/>
              </a:defRPr>
            </a:lvl1pPr>
          </a:lstStyle>
          <a:p>
            <a:pPr lvl="0"/>
            <a:r>
              <a:rPr lang="en-US" dirty="0"/>
              <a:t>Date </a:t>
            </a:r>
          </a:p>
        </p:txBody>
      </p:sp>
      <p:sp>
        <p:nvSpPr>
          <p:cNvPr id="3" name="Text Placeholder 30">
            <a:extLst>
              <a:ext uri="{FF2B5EF4-FFF2-40B4-BE49-F238E27FC236}">
                <a16:creationId xmlns:a16="http://schemas.microsoft.com/office/drawing/2014/main" id="{4C119EC9-F7A7-3C13-3EB3-282C934ECF43}"/>
              </a:ext>
            </a:extLst>
          </p:cNvPr>
          <p:cNvSpPr>
            <a:spLocks noGrp="1"/>
          </p:cNvSpPr>
          <p:nvPr>
            <p:ph type="body" sz="quarter" idx="11" hasCustomPrompt="1"/>
          </p:nvPr>
        </p:nvSpPr>
        <p:spPr>
          <a:xfrm>
            <a:off x="8509000" y="5840361"/>
            <a:ext cx="3175000" cy="152939"/>
          </a:xfrm>
          <a:prstGeom prst="rect">
            <a:avLst/>
          </a:prstGeom>
        </p:spPr>
        <p:txBody>
          <a:bodyPr lIns="0" tIns="0" rIns="0" bIns="0">
            <a:noAutofit/>
          </a:bodyPr>
          <a:lstStyle>
            <a:lvl1pPr marL="0" indent="0">
              <a:buNone/>
              <a:defRPr sz="1500" b="0">
                <a:solidFill>
                  <a:schemeClr val="accent3"/>
                </a:solidFill>
                <a:latin typeface="Arial" panose="020B0604020202020204" pitchFamily="34" charset="0"/>
                <a:cs typeface="Arial" panose="020B0604020202020204" pitchFamily="34" charset="0"/>
              </a:defRPr>
            </a:lvl1pPr>
          </a:lstStyle>
          <a:p>
            <a:pPr lvl="0"/>
            <a:r>
              <a:rPr lang="en-US" dirty="0"/>
              <a:t>Presented By:</a:t>
            </a:r>
          </a:p>
        </p:txBody>
      </p:sp>
      <p:sp>
        <p:nvSpPr>
          <p:cNvPr id="10" name="TextBox 9">
            <a:extLst>
              <a:ext uri="{FF2B5EF4-FFF2-40B4-BE49-F238E27FC236}">
                <a16:creationId xmlns:a16="http://schemas.microsoft.com/office/drawing/2014/main" id="{2FD317F9-D819-0FEF-B338-3C1E4B5C61D0}"/>
              </a:ext>
            </a:extLst>
          </p:cNvPr>
          <p:cNvSpPr txBox="1"/>
          <p:nvPr userDrawn="1"/>
        </p:nvSpPr>
        <p:spPr>
          <a:xfrm>
            <a:off x="308829" y="6496258"/>
            <a:ext cx="7385988" cy="213583"/>
          </a:xfrm>
          <a:prstGeom prst="rect">
            <a:avLst/>
          </a:prstGeom>
        </p:spPr>
        <p:txBody>
          <a:bodyPr vert="horz" wrap="square" lIns="0" tIns="0" rIns="0" bIns="0" rtlCol="0" anchor="t" anchorCtr="0">
            <a:noAutofit/>
          </a:bodyPr>
          <a:lstStyle/>
          <a:p>
            <a:pPr marL="10583" marR="0" lvl="0" indent="0" algn="ctr" defTabSz="761970" eaLnBrk="1" fontAlgn="auto" latinLnBrk="0" hangingPunct="1">
              <a:lnSpc>
                <a:spcPts val="1742"/>
              </a:lnSpc>
              <a:spcBef>
                <a:spcPts val="83"/>
              </a:spcBef>
              <a:spcAft>
                <a:spcPts val="0"/>
              </a:spcAft>
              <a:buClrTx/>
              <a:buSzTx/>
              <a:buFontTx/>
              <a:buNone/>
              <a:tabLst/>
              <a:defRPr/>
            </a:pPr>
            <a:r>
              <a:rPr lang="en-US" sz="833" dirty="0">
                <a:solidFill>
                  <a:schemeClr val="bg1"/>
                </a:solidFill>
                <a:latin typeface="+mj-lt"/>
              </a:rPr>
              <a:t>Confidential. Not to be copied, distributed, or reproduced without prior approval. © 2024 ECC - All rights reserved.</a:t>
            </a:r>
            <a:endParaRPr lang="en-US" sz="833" b="1" spc="-21" dirty="0">
              <a:solidFill>
                <a:schemeClr val="bg1"/>
              </a:solidFill>
              <a:latin typeface="+mj-lt"/>
              <a:cs typeface="Arial"/>
            </a:endParaRPr>
          </a:p>
        </p:txBody>
      </p:sp>
    </p:spTree>
    <p:extLst>
      <p:ext uri="{BB962C8B-B14F-4D97-AF65-F5344CB8AC3E}">
        <p14:creationId xmlns:p14="http://schemas.microsoft.com/office/powerpoint/2010/main" val="262708710"/>
      </p:ext>
    </p:extLst>
  </p:cSld>
  <p:clrMapOvr>
    <a:masterClrMapping/>
  </p:clrMapOvr>
</p:sldLayout>
</file>

<file path=ppt/slideLayouts/slideLayout140.xml><?xml version="1.0" encoding="utf-8"?>
<p:sldLayout xmlns:a="http://schemas.openxmlformats.org/drawingml/2006/main" xmlns:r="http://schemas.openxmlformats.org/officeDocument/2006/relationships" xmlns:p="http://schemas.openxmlformats.org/presentationml/2006/main" userDrawn="1">
  <p:cSld name="Title and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4D71258-8174-D74F-A43B-4991072A2E3F}"/>
              </a:ext>
            </a:extLst>
          </p:cNvPr>
          <p:cNvSpPr>
            <a:spLocks noGrp="1"/>
          </p:cNvSpPr>
          <p:nvPr>
            <p:ph idx="1"/>
          </p:nvPr>
        </p:nvSpPr>
        <p:spPr>
          <a:xfrm>
            <a:off x="838200" y="1825626"/>
            <a:ext cx="10515600" cy="4056191"/>
          </a:xfrm>
        </p:spPr>
        <p:txBody>
          <a:bodyPr/>
          <a:lstStyle>
            <a:lvl1pPr>
              <a:defRPr>
                <a:latin typeface="Arial" panose="020B0604020202020204" pitchFamily="34" charset="0"/>
                <a:cs typeface="Arial" panose="020B0604020202020204" pitchFamily="34" charset="0"/>
              </a:defRPr>
            </a:lvl1pPr>
            <a:lvl2pPr>
              <a:defRPr>
                <a:latin typeface="Arial" panose="020B0604020202020204" pitchFamily="34" charset="0"/>
                <a:cs typeface="Arial" panose="020B0604020202020204" pitchFamily="34" charset="0"/>
              </a:defRPr>
            </a:lvl2pPr>
            <a:lvl3pPr>
              <a:defRPr>
                <a:latin typeface="Arial" panose="020B0604020202020204" pitchFamily="34" charset="0"/>
                <a:cs typeface="Arial" panose="020B0604020202020204" pitchFamily="34" charset="0"/>
              </a:defRPr>
            </a:lvl3pPr>
            <a:lvl4pPr>
              <a:defRPr>
                <a:latin typeface="Arial" panose="020B0604020202020204" pitchFamily="34" charset="0"/>
                <a:cs typeface="Arial" panose="020B0604020202020204" pitchFamily="34" charset="0"/>
              </a:defRPr>
            </a:lvl4pPr>
            <a:lvl5pPr>
              <a:defRPr>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itle 1">
            <a:extLst>
              <a:ext uri="{FF2B5EF4-FFF2-40B4-BE49-F238E27FC236}">
                <a16:creationId xmlns:a16="http://schemas.microsoft.com/office/drawing/2014/main" id="{15E61D9C-A2D7-A14B-AA6B-2549CA98E104}"/>
              </a:ext>
            </a:extLst>
          </p:cNvPr>
          <p:cNvSpPr>
            <a:spLocks noGrp="1"/>
          </p:cNvSpPr>
          <p:nvPr>
            <p:ph type="ctrTitle"/>
          </p:nvPr>
        </p:nvSpPr>
        <p:spPr>
          <a:xfrm>
            <a:off x="325394" y="321318"/>
            <a:ext cx="9144000" cy="580767"/>
          </a:xfrm>
        </p:spPr>
        <p:txBody>
          <a:bodyPr anchor="b">
            <a:normAutofit/>
          </a:bodyPr>
          <a:lstStyle>
            <a:lvl1pPr algn="l">
              <a:defRPr sz="3600">
                <a:solidFill>
                  <a:srgbClr val="00457C"/>
                </a:solidFill>
                <a:latin typeface="BANK GOTHIC MEDIUM BT" panose="020B0807020203060204" pitchFamily="34" charset="0"/>
              </a:defRPr>
            </a:lvl1pPr>
          </a:lstStyle>
          <a:p>
            <a:r>
              <a:rPr lang="en-US"/>
              <a:t>Click to edit Master title style</a:t>
            </a:r>
            <a:endParaRPr lang="en-US" dirty="0"/>
          </a:p>
        </p:txBody>
      </p:sp>
      <p:sp>
        <p:nvSpPr>
          <p:cNvPr id="8" name="Footer Placeholder 4">
            <a:extLst>
              <a:ext uri="{FF2B5EF4-FFF2-40B4-BE49-F238E27FC236}">
                <a16:creationId xmlns:a16="http://schemas.microsoft.com/office/drawing/2014/main" id="{33ADCCA7-8FBC-704A-AAD1-EC41BC354EE3}"/>
              </a:ext>
            </a:extLst>
          </p:cNvPr>
          <p:cNvSpPr>
            <a:spLocks noGrp="1"/>
          </p:cNvSpPr>
          <p:nvPr>
            <p:ph type="ftr" sz="quarter" idx="11"/>
          </p:nvPr>
        </p:nvSpPr>
        <p:spPr>
          <a:xfrm>
            <a:off x="4038600" y="6536682"/>
            <a:ext cx="4114800" cy="313938"/>
          </a:xfrm>
        </p:spPr>
        <p:txBody>
          <a:bodyPr/>
          <a:lstStyle/>
          <a:p>
            <a:endParaRPr lang="en-US"/>
          </a:p>
        </p:txBody>
      </p:sp>
      <p:sp>
        <p:nvSpPr>
          <p:cNvPr id="9" name="Slide Number Placeholder 5">
            <a:extLst>
              <a:ext uri="{FF2B5EF4-FFF2-40B4-BE49-F238E27FC236}">
                <a16:creationId xmlns:a16="http://schemas.microsoft.com/office/drawing/2014/main" id="{31AC00EB-7498-BB40-80BD-D1F8EC5562B8}"/>
              </a:ext>
            </a:extLst>
          </p:cNvPr>
          <p:cNvSpPr>
            <a:spLocks noGrp="1"/>
          </p:cNvSpPr>
          <p:nvPr>
            <p:ph type="sldNum" sz="quarter" idx="12"/>
          </p:nvPr>
        </p:nvSpPr>
        <p:spPr>
          <a:xfrm>
            <a:off x="9296400" y="6536682"/>
            <a:ext cx="2743200" cy="313938"/>
          </a:xfrm>
        </p:spPr>
        <p:txBody>
          <a:bodyPr/>
          <a:lstStyle/>
          <a:p>
            <a:fld id="{52F89F28-A5FD-AF4D-83FA-0B9EBCE5A0A8}" type="slidenum">
              <a:rPr lang="en-US" smtClean="0"/>
              <a:t>‹#›</a:t>
            </a:fld>
            <a:endParaRPr lang="en-US"/>
          </a:p>
        </p:txBody>
      </p:sp>
    </p:spTree>
    <p:extLst>
      <p:ext uri="{BB962C8B-B14F-4D97-AF65-F5344CB8AC3E}">
        <p14:creationId xmlns:p14="http://schemas.microsoft.com/office/powerpoint/2010/main" val="1921344988"/>
      </p:ext>
    </p:extLst>
  </p:cSld>
  <p:clrMapOvr>
    <a:masterClrMapping/>
  </p:clrMapOvr>
</p:sldLayout>
</file>

<file path=ppt/slideLayouts/slideLayout141.xml><?xml version="1.0" encoding="utf-8"?>
<p:sldLayout xmlns:a="http://schemas.openxmlformats.org/drawingml/2006/main" xmlns:r="http://schemas.openxmlformats.org/officeDocument/2006/relationships" xmlns:p="http://schemas.openxmlformats.org/presentationml/2006/main" userDrawn="1">
  <p:cSld name="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F18DFD-FF9A-DD52-3DC3-BF6994B49F5F}"/>
              </a:ext>
            </a:extLst>
          </p:cNvPr>
          <p:cNvSpPr>
            <a:spLocks noGrp="1"/>
          </p:cNvSpPr>
          <p:nvPr>
            <p:ph type="title" hasCustomPrompt="1"/>
          </p:nvPr>
        </p:nvSpPr>
        <p:spPr>
          <a:xfrm>
            <a:off x="762000" y="238125"/>
            <a:ext cx="6604001" cy="714375"/>
          </a:xfrm>
        </p:spPr>
        <p:txBody>
          <a:bodyPr/>
          <a:lstStyle/>
          <a:p>
            <a:r>
              <a:rPr lang="en-US" dirty="0"/>
              <a:t>Click Here to Edit Slide Title</a:t>
            </a:r>
          </a:p>
        </p:txBody>
      </p:sp>
      <p:sp>
        <p:nvSpPr>
          <p:cNvPr id="4" name="Text Placeholder 3">
            <a:extLst>
              <a:ext uri="{FF2B5EF4-FFF2-40B4-BE49-F238E27FC236}">
                <a16:creationId xmlns:a16="http://schemas.microsoft.com/office/drawing/2014/main" id="{A8FFB0A2-6A99-8F8B-2A70-C3645EF372DB}"/>
              </a:ext>
            </a:extLst>
          </p:cNvPr>
          <p:cNvSpPr>
            <a:spLocks noGrp="1"/>
          </p:cNvSpPr>
          <p:nvPr>
            <p:ph type="body" sz="quarter" idx="10" hasCustomPrompt="1"/>
          </p:nvPr>
        </p:nvSpPr>
        <p:spPr>
          <a:xfrm>
            <a:off x="762000" y="1397000"/>
            <a:ext cx="10668000" cy="4445000"/>
          </a:xfrm>
          <a:prstGeom prst="rect">
            <a:avLst/>
          </a:prstGeom>
        </p:spPr>
        <p:txBody>
          <a:bodyPr/>
          <a:lstStyle>
            <a:lvl2pPr marL="228591">
              <a:defRPr/>
            </a:lvl2p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686822787"/>
      </p:ext>
    </p:extLst>
  </p:cSld>
  <p:clrMapOvr>
    <a:masterClrMapping/>
  </p:clrMapOvr>
</p:sldLayout>
</file>

<file path=ppt/slideLayouts/slideLayout142.xml><?xml version="1.0" encoding="utf-8"?>
<p:sldLayout xmlns:a="http://schemas.openxmlformats.org/drawingml/2006/main" xmlns:r="http://schemas.openxmlformats.org/officeDocument/2006/relationships" xmlns:p="http://schemas.openxmlformats.org/presentationml/2006/main" preserve="1" userDrawn="1">
  <p:cSld name="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F18DFD-FF9A-DD52-3DC3-BF6994B49F5F}"/>
              </a:ext>
            </a:extLst>
          </p:cNvPr>
          <p:cNvSpPr>
            <a:spLocks noGrp="1"/>
          </p:cNvSpPr>
          <p:nvPr>
            <p:ph type="title" hasCustomPrompt="1"/>
          </p:nvPr>
        </p:nvSpPr>
        <p:spPr>
          <a:xfrm>
            <a:off x="762000" y="238125"/>
            <a:ext cx="6604001" cy="714375"/>
          </a:xfrm>
        </p:spPr>
        <p:txBody>
          <a:bodyPr/>
          <a:lstStyle/>
          <a:p>
            <a:r>
              <a:rPr lang="en-US" dirty="0"/>
              <a:t>Click Here to Edit Slide Title</a:t>
            </a:r>
          </a:p>
        </p:txBody>
      </p:sp>
      <p:sp>
        <p:nvSpPr>
          <p:cNvPr id="4" name="Text Placeholder 3">
            <a:extLst>
              <a:ext uri="{FF2B5EF4-FFF2-40B4-BE49-F238E27FC236}">
                <a16:creationId xmlns:a16="http://schemas.microsoft.com/office/drawing/2014/main" id="{A8FFB0A2-6A99-8F8B-2A70-C3645EF372DB}"/>
              </a:ext>
            </a:extLst>
          </p:cNvPr>
          <p:cNvSpPr>
            <a:spLocks noGrp="1"/>
          </p:cNvSpPr>
          <p:nvPr>
            <p:ph type="body" sz="quarter" idx="10" hasCustomPrompt="1"/>
          </p:nvPr>
        </p:nvSpPr>
        <p:spPr>
          <a:xfrm>
            <a:off x="762000" y="1397000"/>
            <a:ext cx="10668000" cy="4445000"/>
          </a:xfrm>
          <a:prstGeom prst="rect">
            <a:avLst/>
          </a:prstGeom>
        </p:spPr>
        <p:txBody>
          <a:bodyPr/>
          <a:lstStyle>
            <a:lvl2pPr marL="228591">
              <a:defRPr/>
            </a:lvl2p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59733246"/>
      </p:ext>
    </p:extLst>
  </p:cSld>
  <p:clrMapOvr>
    <a:masterClrMapping/>
  </p:clrMapOvr>
</p:sldLayout>
</file>

<file path=ppt/slideLayouts/slideLayout143.xml><?xml version="1.0" encoding="utf-8"?>
<p:sldLayout xmlns:a="http://schemas.openxmlformats.org/drawingml/2006/main" xmlns:r="http://schemas.openxmlformats.org/officeDocument/2006/relationships" xmlns:p="http://schemas.openxmlformats.org/presentationml/2006/main" preserve="1" userDrawn="1">
  <p:cSld name="Tables">
    <p:spTree>
      <p:nvGrpSpPr>
        <p:cNvPr id="1" name=""/>
        <p:cNvGrpSpPr/>
        <p:nvPr/>
      </p:nvGrpSpPr>
      <p:grpSpPr>
        <a:xfrm>
          <a:off x="0" y="0"/>
          <a:ext cx="0" cy="0"/>
          <a:chOff x="0" y="0"/>
          <a:chExt cx="0" cy="0"/>
        </a:xfrm>
      </p:grpSpPr>
      <p:sp>
        <p:nvSpPr>
          <p:cNvPr id="5" name="Table Placeholder 4">
            <a:extLst>
              <a:ext uri="{FF2B5EF4-FFF2-40B4-BE49-F238E27FC236}">
                <a16:creationId xmlns:a16="http://schemas.microsoft.com/office/drawing/2014/main" id="{CF93D896-50E9-19AF-4B17-C76049187C08}"/>
              </a:ext>
            </a:extLst>
          </p:cNvPr>
          <p:cNvSpPr>
            <a:spLocks noGrp="1"/>
          </p:cNvSpPr>
          <p:nvPr>
            <p:ph type="tbl" sz="quarter" idx="10" hasCustomPrompt="1"/>
          </p:nvPr>
        </p:nvSpPr>
        <p:spPr>
          <a:xfrm>
            <a:off x="762000" y="1397000"/>
            <a:ext cx="10668000" cy="4445000"/>
          </a:xfrm>
          <a:prstGeom prst="rect">
            <a:avLst/>
          </a:prstGeom>
          <a:pattFill prst="wdUpDiag">
            <a:fgClr>
              <a:schemeClr val="bg1">
                <a:lumMod val="85000"/>
              </a:schemeClr>
            </a:fgClr>
            <a:bgClr>
              <a:schemeClr val="bg1"/>
            </a:bgClr>
          </a:pattFill>
        </p:spPr>
        <p:txBody>
          <a:bodyPr tIns="457200" anchor="t" anchorCtr="1"/>
          <a:lstStyle>
            <a:lvl1pPr>
              <a:defRPr>
                <a:solidFill>
                  <a:schemeClr val="bg1">
                    <a:lumMod val="65000"/>
                  </a:schemeClr>
                </a:solidFill>
              </a:defRPr>
            </a:lvl1pPr>
          </a:lstStyle>
          <a:p>
            <a:r>
              <a:rPr lang="en-US" dirty="0"/>
              <a:t>Click the Icon to create table</a:t>
            </a:r>
          </a:p>
        </p:txBody>
      </p:sp>
      <p:sp>
        <p:nvSpPr>
          <p:cNvPr id="2" name="Title Placeholder 8">
            <a:extLst>
              <a:ext uri="{FF2B5EF4-FFF2-40B4-BE49-F238E27FC236}">
                <a16:creationId xmlns:a16="http://schemas.microsoft.com/office/drawing/2014/main" id="{B136A191-D865-A354-5CC7-ECB40F09127B}"/>
              </a:ext>
            </a:extLst>
          </p:cNvPr>
          <p:cNvSpPr>
            <a:spLocks noGrp="1"/>
          </p:cNvSpPr>
          <p:nvPr>
            <p:ph type="title" hasCustomPrompt="1"/>
          </p:nvPr>
        </p:nvSpPr>
        <p:spPr>
          <a:xfrm>
            <a:off x="762000" y="238125"/>
            <a:ext cx="6477000" cy="714375"/>
          </a:xfrm>
          <a:prstGeom prst="rect">
            <a:avLst/>
          </a:prstGeom>
          <a:solidFill>
            <a:schemeClr val="bg1"/>
          </a:solidFill>
        </p:spPr>
        <p:txBody>
          <a:bodyPr vert="horz" lIns="0" tIns="0" rIns="91440" bIns="0" rtlCol="0" anchor="ctr">
            <a:noAutofit/>
          </a:bodyPr>
          <a:lstStyle/>
          <a:p>
            <a:r>
              <a:rPr lang="en-US" dirty="0"/>
              <a:t>Click Here to Edit Slide Title</a:t>
            </a:r>
          </a:p>
        </p:txBody>
      </p:sp>
    </p:spTree>
    <p:extLst>
      <p:ext uri="{BB962C8B-B14F-4D97-AF65-F5344CB8AC3E}">
        <p14:creationId xmlns:p14="http://schemas.microsoft.com/office/powerpoint/2010/main" val="470505069"/>
      </p:ext>
    </p:extLst>
  </p:cSld>
  <p:clrMapOvr>
    <a:masterClrMapping/>
  </p:clrMapOvr>
</p:sldLayout>
</file>

<file path=ppt/slideLayouts/slideLayout144.xml><?xml version="1.0" encoding="utf-8"?>
<p:sldLayout xmlns:a="http://schemas.openxmlformats.org/drawingml/2006/main" xmlns:r="http://schemas.openxmlformats.org/officeDocument/2006/relationships" xmlns:p="http://schemas.openxmlformats.org/presentationml/2006/main" type="title">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565066-7813-6B4B-8253-BD66FADE85EF}"/>
              </a:ext>
            </a:extLst>
          </p:cNvPr>
          <p:cNvSpPr>
            <a:spLocks noGrp="1"/>
          </p:cNvSpPr>
          <p:nvPr>
            <p:ph type="ctrTitle"/>
          </p:nvPr>
        </p:nvSpPr>
        <p:spPr>
          <a:xfrm>
            <a:off x="325394" y="321318"/>
            <a:ext cx="9144000" cy="580767"/>
          </a:xfrm>
        </p:spPr>
        <p:txBody>
          <a:bodyPr anchor="b">
            <a:normAutofit/>
          </a:bodyPr>
          <a:lstStyle>
            <a:lvl1pPr algn="l">
              <a:defRPr sz="3600">
                <a:solidFill>
                  <a:srgbClr val="00457C"/>
                </a:solidFill>
                <a:latin typeface="BANK GOTHIC MEDIUM BT" panose="020B0807020203060204" pitchFamily="34" charset="0"/>
              </a:defRPr>
            </a:lvl1pPr>
          </a:lstStyle>
          <a:p>
            <a:r>
              <a:rPr lang="en-US"/>
              <a:t>Click to edit Master title style</a:t>
            </a:r>
            <a:endParaRPr lang="en-US" dirty="0"/>
          </a:p>
        </p:txBody>
      </p:sp>
      <p:sp>
        <p:nvSpPr>
          <p:cNvPr id="3" name="Subtitle 2">
            <a:extLst>
              <a:ext uri="{FF2B5EF4-FFF2-40B4-BE49-F238E27FC236}">
                <a16:creationId xmlns:a16="http://schemas.microsoft.com/office/drawing/2014/main" id="{853EEABD-E601-6549-A538-2DC22FCBD050}"/>
              </a:ext>
            </a:extLst>
          </p:cNvPr>
          <p:cNvSpPr>
            <a:spLocks noGrp="1"/>
          </p:cNvSpPr>
          <p:nvPr>
            <p:ph type="subTitle" idx="1"/>
          </p:nvPr>
        </p:nvSpPr>
        <p:spPr>
          <a:xfrm>
            <a:off x="1524000" y="3602038"/>
            <a:ext cx="9144000" cy="1655762"/>
          </a:xfrm>
        </p:spPr>
        <p:txBody>
          <a:bodyPr/>
          <a:lstStyle>
            <a:lvl1pPr marL="0" indent="0" algn="ctr">
              <a:buNone/>
              <a:defRPr sz="2400"/>
            </a:lvl1pPr>
            <a:lvl2pPr marL="457182" indent="0" algn="ctr">
              <a:buNone/>
              <a:defRPr sz="2000"/>
            </a:lvl2pPr>
            <a:lvl3pPr marL="914363" indent="0" algn="ctr">
              <a:buNone/>
              <a:defRPr sz="1800"/>
            </a:lvl3pPr>
            <a:lvl4pPr marL="1371545" indent="0" algn="ctr">
              <a:buNone/>
              <a:defRPr sz="1600"/>
            </a:lvl4pPr>
            <a:lvl5pPr marL="1828727" indent="0" algn="ctr">
              <a:buNone/>
              <a:defRPr sz="1600"/>
            </a:lvl5pPr>
            <a:lvl6pPr marL="2285909" indent="0" algn="ctr">
              <a:buNone/>
              <a:defRPr sz="1600"/>
            </a:lvl6pPr>
            <a:lvl7pPr marL="2743090" indent="0" algn="ctr">
              <a:buNone/>
              <a:defRPr sz="1600"/>
            </a:lvl7pPr>
            <a:lvl8pPr marL="3200272" indent="0" algn="ctr">
              <a:buNone/>
              <a:defRPr sz="1600"/>
            </a:lvl8pPr>
            <a:lvl9pPr marL="3657454" indent="0" algn="ctr">
              <a:buNone/>
              <a:defRPr sz="1600"/>
            </a:lvl9pPr>
          </a:lstStyle>
          <a:p>
            <a:r>
              <a:rPr lang="en-US"/>
              <a:t>Click to edit Master subtitle style</a:t>
            </a:r>
          </a:p>
        </p:txBody>
      </p:sp>
      <p:sp>
        <p:nvSpPr>
          <p:cNvPr id="5" name="Footer Placeholder 4">
            <a:extLst>
              <a:ext uri="{FF2B5EF4-FFF2-40B4-BE49-F238E27FC236}">
                <a16:creationId xmlns:a16="http://schemas.microsoft.com/office/drawing/2014/main" id="{4A5DD563-41DC-DB41-B9D1-078B556D0B94}"/>
              </a:ext>
            </a:extLst>
          </p:cNvPr>
          <p:cNvSpPr>
            <a:spLocks noGrp="1"/>
          </p:cNvSpPr>
          <p:nvPr>
            <p:ph type="ftr" sz="quarter" idx="11"/>
          </p:nvPr>
        </p:nvSpPr>
        <p:spPr>
          <a:xfrm>
            <a:off x="4038600" y="6536682"/>
            <a:ext cx="4114800" cy="313938"/>
          </a:xfrm>
        </p:spPr>
        <p:txBody>
          <a:bodyPr/>
          <a:lstStyle/>
          <a:p>
            <a:endParaRPr lang="en-US"/>
          </a:p>
        </p:txBody>
      </p:sp>
      <p:sp>
        <p:nvSpPr>
          <p:cNvPr id="6" name="Slide Number Placeholder 5">
            <a:extLst>
              <a:ext uri="{FF2B5EF4-FFF2-40B4-BE49-F238E27FC236}">
                <a16:creationId xmlns:a16="http://schemas.microsoft.com/office/drawing/2014/main" id="{E6A499C9-81AD-5746-9A35-440B8B9E0B6C}"/>
              </a:ext>
            </a:extLst>
          </p:cNvPr>
          <p:cNvSpPr>
            <a:spLocks noGrp="1"/>
          </p:cNvSpPr>
          <p:nvPr>
            <p:ph type="sldNum" sz="quarter" idx="12"/>
          </p:nvPr>
        </p:nvSpPr>
        <p:spPr>
          <a:xfrm>
            <a:off x="9296400" y="6536682"/>
            <a:ext cx="2743200" cy="313938"/>
          </a:xfrm>
        </p:spPr>
        <p:txBody>
          <a:bodyPr/>
          <a:lstStyle/>
          <a:p>
            <a:fld id="{52F89F28-A5FD-AF4D-83FA-0B9EBCE5A0A8}" type="slidenum">
              <a:rPr lang="en-US" smtClean="0"/>
              <a:t>‹#›</a:t>
            </a:fld>
            <a:endParaRPr lang="en-US"/>
          </a:p>
        </p:txBody>
      </p:sp>
    </p:spTree>
    <p:extLst>
      <p:ext uri="{BB962C8B-B14F-4D97-AF65-F5344CB8AC3E}">
        <p14:creationId xmlns:p14="http://schemas.microsoft.com/office/powerpoint/2010/main" val="194034439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35.xml"/><Relationship Id="rId13" Type="http://schemas.openxmlformats.org/officeDocument/2006/relationships/slideLayout" Target="../slideLayouts/slideLayout40.xml"/><Relationship Id="rId18" Type="http://schemas.openxmlformats.org/officeDocument/2006/relationships/slideLayout" Target="../slideLayouts/slideLayout45.xml"/><Relationship Id="rId26" Type="http://schemas.openxmlformats.org/officeDocument/2006/relationships/slideLayout" Target="../slideLayouts/slideLayout53.xml"/><Relationship Id="rId3" Type="http://schemas.openxmlformats.org/officeDocument/2006/relationships/slideLayout" Target="../slideLayouts/slideLayout30.xml"/><Relationship Id="rId21" Type="http://schemas.openxmlformats.org/officeDocument/2006/relationships/slideLayout" Target="../slideLayouts/slideLayout48.xml"/><Relationship Id="rId7" Type="http://schemas.openxmlformats.org/officeDocument/2006/relationships/slideLayout" Target="../slideLayouts/slideLayout34.xml"/><Relationship Id="rId12" Type="http://schemas.openxmlformats.org/officeDocument/2006/relationships/slideLayout" Target="../slideLayouts/slideLayout39.xml"/><Relationship Id="rId17" Type="http://schemas.openxmlformats.org/officeDocument/2006/relationships/slideLayout" Target="../slideLayouts/slideLayout44.xml"/><Relationship Id="rId25" Type="http://schemas.openxmlformats.org/officeDocument/2006/relationships/slideLayout" Target="../slideLayouts/slideLayout52.xml"/><Relationship Id="rId2" Type="http://schemas.openxmlformats.org/officeDocument/2006/relationships/slideLayout" Target="../slideLayouts/slideLayout29.xml"/><Relationship Id="rId16" Type="http://schemas.openxmlformats.org/officeDocument/2006/relationships/slideLayout" Target="../slideLayouts/slideLayout43.xml"/><Relationship Id="rId20" Type="http://schemas.openxmlformats.org/officeDocument/2006/relationships/slideLayout" Target="../slideLayouts/slideLayout47.xml"/><Relationship Id="rId29" Type="http://schemas.openxmlformats.org/officeDocument/2006/relationships/image" Target="../media/image1.png"/><Relationship Id="rId1" Type="http://schemas.openxmlformats.org/officeDocument/2006/relationships/slideLayout" Target="../slideLayouts/slideLayout28.xml"/><Relationship Id="rId6" Type="http://schemas.openxmlformats.org/officeDocument/2006/relationships/slideLayout" Target="../slideLayouts/slideLayout33.xml"/><Relationship Id="rId11" Type="http://schemas.openxmlformats.org/officeDocument/2006/relationships/slideLayout" Target="../slideLayouts/slideLayout38.xml"/><Relationship Id="rId24" Type="http://schemas.openxmlformats.org/officeDocument/2006/relationships/slideLayout" Target="../slideLayouts/slideLayout51.xml"/><Relationship Id="rId5" Type="http://schemas.openxmlformats.org/officeDocument/2006/relationships/slideLayout" Target="../slideLayouts/slideLayout32.xml"/><Relationship Id="rId15" Type="http://schemas.openxmlformats.org/officeDocument/2006/relationships/slideLayout" Target="../slideLayouts/slideLayout42.xml"/><Relationship Id="rId23" Type="http://schemas.openxmlformats.org/officeDocument/2006/relationships/slideLayout" Target="../slideLayouts/slideLayout50.xml"/><Relationship Id="rId28" Type="http://schemas.openxmlformats.org/officeDocument/2006/relationships/theme" Target="../theme/theme2.xml"/><Relationship Id="rId10" Type="http://schemas.openxmlformats.org/officeDocument/2006/relationships/slideLayout" Target="../slideLayouts/slideLayout37.xml"/><Relationship Id="rId19" Type="http://schemas.openxmlformats.org/officeDocument/2006/relationships/slideLayout" Target="../slideLayouts/slideLayout46.xml"/><Relationship Id="rId31" Type="http://schemas.openxmlformats.org/officeDocument/2006/relationships/image" Target="../media/image5.png"/><Relationship Id="rId4" Type="http://schemas.openxmlformats.org/officeDocument/2006/relationships/slideLayout" Target="../slideLayouts/slideLayout31.xml"/><Relationship Id="rId9" Type="http://schemas.openxmlformats.org/officeDocument/2006/relationships/slideLayout" Target="../slideLayouts/slideLayout36.xml"/><Relationship Id="rId14" Type="http://schemas.openxmlformats.org/officeDocument/2006/relationships/slideLayout" Target="../slideLayouts/slideLayout41.xml"/><Relationship Id="rId22" Type="http://schemas.openxmlformats.org/officeDocument/2006/relationships/slideLayout" Target="../slideLayouts/slideLayout49.xml"/><Relationship Id="rId27" Type="http://schemas.openxmlformats.org/officeDocument/2006/relationships/slideLayout" Target="../slideLayouts/slideLayout54.xml"/><Relationship Id="rId30" Type="http://schemas.openxmlformats.org/officeDocument/2006/relationships/image" Target="../media/image2.png"/></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62.xml"/><Relationship Id="rId13" Type="http://schemas.openxmlformats.org/officeDocument/2006/relationships/slideLayout" Target="../slideLayouts/slideLayout67.xml"/><Relationship Id="rId18" Type="http://schemas.openxmlformats.org/officeDocument/2006/relationships/slideLayout" Target="../slideLayouts/slideLayout72.xml"/><Relationship Id="rId26" Type="http://schemas.openxmlformats.org/officeDocument/2006/relationships/slideLayout" Target="../slideLayouts/slideLayout80.xml"/><Relationship Id="rId3" Type="http://schemas.openxmlformats.org/officeDocument/2006/relationships/slideLayout" Target="../slideLayouts/slideLayout57.xml"/><Relationship Id="rId21" Type="http://schemas.openxmlformats.org/officeDocument/2006/relationships/slideLayout" Target="../slideLayouts/slideLayout75.xml"/><Relationship Id="rId7" Type="http://schemas.openxmlformats.org/officeDocument/2006/relationships/slideLayout" Target="../slideLayouts/slideLayout61.xml"/><Relationship Id="rId12" Type="http://schemas.openxmlformats.org/officeDocument/2006/relationships/slideLayout" Target="../slideLayouts/slideLayout66.xml"/><Relationship Id="rId17" Type="http://schemas.openxmlformats.org/officeDocument/2006/relationships/slideLayout" Target="../slideLayouts/slideLayout71.xml"/><Relationship Id="rId25" Type="http://schemas.openxmlformats.org/officeDocument/2006/relationships/slideLayout" Target="../slideLayouts/slideLayout79.xml"/><Relationship Id="rId2" Type="http://schemas.openxmlformats.org/officeDocument/2006/relationships/slideLayout" Target="../slideLayouts/slideLayout56.xml"/><Relationship Id="rId16" Type="http://schemas.openxmlformats.org/officeDocument/2006/relationships/slideLayout" Target="../slideLayouts/slideLayout70.xml"/><Relationship Id="rId20" Type="http://schemas.openxmlformats.org/officeDocument/2006/relationships/slideLayout" Target="../slideLayouts/slideLayout74.xml"/><Relationship Id="rId29" Type="http://schemas.openxmlformats.org/officeDocument/2006/relationships/theme" Target="../theme/theme3.xml"/><Relationship Id="rId1" Type="http://schemas.openxmlformats.org/officeDocument/2006/relationships/slideLayout" Target="../slideLayouts/slideLayout55.xml"/><Relationship Id="rId6" Type="http://schemas.openxmlformats.org/officeDocument/2006/relationships/slideLayout" Target="../slideLayouts/slideLayout60.xml"/><Relationship Id="rId11" Type="http://schemas.openxmlformats.org/officeDocument/2006/relationships/slideLayout" Target="../slideLayouts/slideLayout65.xml"/><Relationship Id="rId24" Type="http://schemas.openxmlformats.org/officeDocument/2006/relationships/slideLayout" Target="../slideLayouts/slideLayout78.xml"/><Relationship Id="rId5" Type="http://schemas.openxmlformats.org/officeDocument/2006/relationships/slideLayout" Target="../slideLayouts/slideLayout59.xml"/><Relationship Id="rId15" Type="http://schemas.openxmlformats.org/officeDocument/2006/relationships/slideLayout" Target="../slideLayouts/slideLayout69.xml"/><Relationship Id="rId23" Type="http://schemas.openxmlformats.org/officeDocument/2006/relationships/slideLayout" Target="../slideLayouts/slideLayout77.xml"/><Relationship Id="rId28" Type="http://schemas.openxmlformats.org/officeDocument/2006/relationships/slideLayout" Target="../slideLayouts/slideLayout82.xml"/><Relationship Id="rId10" Type="http://schemas.openxmlformats.org/officeDocument/2006/relationships/slideLayout" Target="../slideLayouts/slideLayout64.xml"/><Relationship Id="rId19" Type="http://schemas.openxmlformats.org/officeDocument/2006/relationships/slideLayout" Target="../slideLayouts/slideLayout73.xml"/><Relationship Id="rId31" Type="http://schemas.openxmlformats.org/officeDocument/2006/relationships/image" Target="../media/image5.png"/><Relationship Id="rId4" Type="http://schemas.openxmlformats.org/officeDocument/2006/relationships/slideLayout" Target="../slideLayouts/slideLayout58.xml"/><Relationship Id="rId9" Type="http://schemas.openxmlformats.org/officeDocument/2006/relationships/slideLayout" Target="../slideLayouts/slideLayout63.xml"/><Relationship Id="rId14" Type="http://schemas.openxmlformats.org/officeDocument/2006/relationships/slideLayout" Target="../slideLayouts/slideLayout68.xml"/><Relationship Id="rId22" Type="http://schemas.openxmlformats.org/officeDocument/2006/relationships/slideLayout" Target="../slideLayouts/slideLayout76.xml"/><Relationship Id="rId27" Type="http://schemas.openxmlformats.org/officeDocument/2006/relationships/slideLayout" Target="../slideLayouts/slideLayout81.xml"/><Relationship Id="rId30" Type="http://schemas.openxmlformats.org/officeDocument/2006/relationships/image" Target="../media/image2.png"/></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90.xml"/><Relationship Id="rId13" Type="http://schemas.openxmlformats.org/officeDocument/2006/relationships/slideLayout" Target="../slideLayouts/slideLayout95.xml"/><Relationship Id="rId18" Type="http://schemas.openxmlformats.org/officeDocument/2006/relationships/slideLayout" Target="../slideLayouts/slideLayout100.xml"/><Relationship Id="rId26" Type="http://schemas.openxmlformats.org/officeDocument/2006/relationships/slideLayout" Target="../slideLayouts/slideLayout108.xml"/><Relationship Id="rId3" Type="http://schemas.openxmlformats.org/officeDocument/2006/relationships/slideLayout" Target="../slideLayouts/slideLayout85.xml"/><Relationship Id="rId21" Type="http://schemas.openxmlformats.org/officeDocument/2006/relationships/slideLayout" Target="../slideLayouts/slideLayout103.xml"/><Relationship Id="rId7" Type="http://schemas.openxmlformats.org/officeDocument/2006/relationships/slideLayout" Target="../slideLayouts/slideLayout89.xml"/><Relationship Id="rId12" Type="http://schemas.openxmlformats.org/officeDocument/2006/relationships/slideLayout" Target="../slideLayouts/slideLayout94.xml"/><Relationship Id="rId17" Type="http://schemas.openxmlformats.org/officeDocument/2006/relationships/slideLayout" Target="../slideLayouts/slideLayout99.xml"/><Relationship Id="rId25" Type="http://schemas.openxmlformats.org/officeDocument/2006/relationships/slideLayout" Target="../slideLayouts/slideLayout107.xml"/><Relationship Id="rId2" Type="http://schemas.openxmlformats.org/officeDocument/2006/relationships/slideLayout" Target="../slideLayouts/slideLayout84.xml"/><Relationship Id="rId16" Type="http://schemas.openxmlformats.org/officeDocument/2006/relationships/slideLayout" Target="../slideLayouts/slideLayout98.xml"/><Relationship Id="rId20" Type="http://schemas.openxmlformats.org/officeDocument/2006/relationships/slideLayout" Target="../slideLayouts/slideLayout102.xml"/><Relationship Id="rId29" Type="http://schemas.openxmlformats.org/officeDocument/2006/relationships/image" Target="../media/image1.png"/><Relationship Id="rId1" Type="http://schemas.openxmlformats.org/officeDocument/2006/relationships/slideLayout" Target="../slideLayouts/slideLayout83.xml"/><Relationship Id="rId6" Type="http://schemas.openxmlformats.org/officeDocument/2006/relationships/slideLayout" Target="../slideLayouts/slideLayout88.xml"/><Relationship Id="rId11" Type="http://schemas.openxmlformats.org/officeDocument/2006/relationships/slideLayout" Target="../slideLayouts/slideLayout93.xml"/><Relationship Id="rId24" Type="http://schemas.openxmlformats.org/officeDocument/2006/relationships/slideLayout" Target="../slideLayouts/slideLayout106.xml"/><Relationship Id="rId5" Type="http://schemas.openxmlformats.org/officeDocument/2006/relationships/slideLayout" Target="../slideLayouts/slideLayout87.xml"/><Relationship Id="rId15" Type="http://schemas.openxmlformats.org/officeDocument/2006/relationships/slideLayout" Target="../slideLayouts/slideLayout97.xml"/><Relationship Id="rId23" Type="http://schemas.openxmlformats.org/officeDocument/2006/relationships/slideLayout" Target="../slideLayouts/slideLayout105.xml"/><Relationship Id="rId28" Type="http://schemas.openxmlformats.org/officeDocument/2006/relationships/theme" Target="../theme/theme4.xml"/><Relationship Id="rId10" Type="http://schemas.openxmlformats.org/officeDocument/2006/relationships/slideLayout" Target="../slideLayouts/slideLayout92.xml"/><Relationship Id="rId19" Type="http://schemas.openxmlformats.org/officeDocument/2006/relationships/slideLayout" Target="../slideLayouts/slideLayout101.xml"/><Relationship Id="rId4" Type="http://schemas.openxmlformats.org/officeDocument/2006/relationships/slideLayout" Target="../slideLayouts/slideLayout86.xml"/><Relationship Id="rId9" Type="http://schemas.openxmlformats.org/officeDocument/2006/relationships/slideLayout" Target="../slideLayouts/slideLayout91.xml"/><Relationship Id="rId14" Type="http://schemas.openxmlformats.org/officeDocument/2006/relationships/slideLayout" Target="../slideLayouts/slideLayout96.xml"/><Relationship Id="rId22" Type="http://schemas.openxmlformats.org/officeDocument/2006/relationships/slideLayout" Target="../slideLayouts/slideLayout104.xml"/><Relationship Id="rId27" Type="http://schemas.openxmlformats.org/officeDocument/2006/relationships/slideLayout" Target="../slideLayouts/slideLayout109.xml"/><Relationship Id="rId30" Type="http://schemas.openxmlformats.org/officeDocument/2006/relationships/image" Target="../media/image6.png"/></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117.xml"/><Relationship Id="rId13" Type="http://schemas.openxmlformats.org/officeDocument/2006/relationships/slideLayout" Target="../slideLayouts/slideLayout122.xml"/><Relationship Id="rId18" Type="http://schemas.openxmlformats.org/officeDocument/2006/relationships/slideLayout" Target="../slideLayouts/slideLayout127.xml"/><Relationship Id="rId26" Type="http://schemas.openxmlformats.org/officeDocument/2006/relationships/slideLayout" Target="../slideLayouts/slideLayout135.xml"/><Relationship Id="rId3" Type="http://schemas.openxmlformats.org/officeDocument/2006/relationships/slideLayout" Target="../slideLayouts/slideLayout112.xml"/><Relationship Id="rId21" Type="http://schemas.openxmlformats.org/officeDocument/2006/relationships/slideLayout" Target="../slideLayouts/slideLayout130.xml"/><Relationship Id="rId7" Type="http://schemas.openxmlformats.org/officeDocument/2006/relationships/slideLayout" Target="../slideLayouts/slideLayout116.xml"/><Relationship Id="rId12" Type="http://schemas.openxmlformats.org/officeDocument/2006/relationships/slideLayout" Target="../slideLayouts/slideLayout121.xml"/><Relationship Id="rId17" Type="http://schemas.openxmlformats.org/officeDocument/2006/relationships/slideLayout" Target="../slideLayouts/slideLayout126.xml"/><Relationship Id="rId25" Type="http://schemas.openxmlformats.org/officeDocument/2006/relationships/slideLayout" Target="../slideLayouts/slideLayout134.xml"/><Relationship Id="rId2" Type="http://schemas.openxmlformats.org/officeDocument/2006/relationships/slideLayout" Target="../slideLayouts/slideLayout111.xml"/><Relationship Id="rId16" Type="http://schemas.openxmlformats.org/officeDocument/2006/relationships/slideLayout" Target="../slideLayouts/slideLayout125.xml"/><Relationship Id="rId20" Type="http://schemas.openxmlformats.org/officeDocument/2006/relationships/slideLayout" Target="../slideLayouts/slideLayout129.xml"/><Relationship Id="rId29" Type="http://schemas.openxmlformats.org/officeDocument/2006/relationships/image" Target="../media/image1.png"/><Relationship Id="rId1" Type="http://schemas.openxmlformats.org/officeDocument/2006/relationships/slideLayout" Target="../slideLayouts/slideLayout110.xml"/><Relationship Id="rId6" Type="http://schemas.openxmlformats.org/officeDocument/2006/relationships/slideLayout" Target="../slideLayouts/slideLayout115.xml"/><Relationship Id="rId11" Type="http://schemas.openxmlformats.org/officeDocument/2006/relationships/slideLayout" Target="../slideLayouts/slideLayout120.xml"/><Relationship Id="rId24" Type="http://schemas.openxmlformats.org/officeDocument/2006/relationships/slideLayout" Target="../slideLayouts/slideLayout133.xml"/><Relationship Id="rId5" Type="http://schemas.openxmlformats.org/officeDocument/2006/relationships/slideLayout" Target="../slideLayouts/slideLayout114.xml"/><Relationship Id="rId15" Type="http://schemas.openxmlformats.org/officeDocument/2006/relationships/slideLayout" Target="../slideLayouts/slideLayout124.xml"/><Relationship Id="rId23" Type="http://schemas.openxmlformats.org/officeDocument/2006/relationships/slideLayout" Target="../slideLayouts/slideLayout132.xml"/><Relationship Id="rId28" Type="http://schemas.openxmlformats.org/officeDocument/2006/relationships/theme" Target="../theme/theme5.xml"/><Relationship Id="rId10" Type="http://schemas.openxmlformats.org/officeDocument/2006/relationships/slideLayout" Target="../slideLayouts/slideLayout119.xml"/><Relationship Id="rId19" Type="http://schemas.openxmlformats.org/officeDocument/2006/relationships/slideLayout" Target="../slideLayouts/slideLayout128.xml"/><Relationship Id="rId4" Type="http://schemas.openxmlformats.org/officeDocument/2006/relationships/slideLayout" Target="../slideLayouts/slideLayout113.xml"/><Relationship Id="rId9" Type="http://schemas.openxmlformats.org/officeDocument/2006/relationships/slideLayout" Target="../slideLayouts/slideLayout118.xml"/><Relationship Id="rId14" Type="http://schemas.openxmlformats.org/officeDocument/2006/relationships/slideLayout" Target="../slideLayouts/slideLayout123.xml"/><Relationship Id="rId22" Type="http://schemas.openxmlformats.org/officeDocument/2006/relationships/slideLayout" Target="../slideLayouts/slideLayout131.xml"/><Relationship Id="rId27" Type="http://schemas.openxmlformats.org/officeDocument/2006/relationships/slideLayout" Target="../slideLayouts/slideLayout136.xml"/><Relationship Id="rId30" Type="http://schemas.openxmlformats.org/officeDocument/2006/relationships/image" Target="../media/image6.png"/></Relationships>
</file>

<file path=ppt/slideMasters/_rels/slideMaster6.xml.rels><?xml version="1.0" encoding="UTF-8" standalone="yes"?>
<Relationships xmlns="http://schemas.openxmlformats.org/package/2006/relationships"><Relationship Id="rId3" Type="http://schemas.openxmlformats.org/officeDocument/2006/relationships/theme" Target="../theme/theme6.xml"/><Relationship Id="rId2" Type="http://schemas.openxmlformats.org/officeDocument/2006/relationships/slideLayout" Target="../slideLayouts/slideLayout138.xml"/><Relationship Id="rId1" Type="http://schemas.openxmlformats.org/officeDocument/2006/relationships/slideLayout" Target="../slideLayouts/slideLayout137.xml"/><Relationship Id="rId4" Type="http://schemas.openxmlformats.org/officeDocument/2006/relationships/image" Target="../media/image1.png"/></Relationships>
</file>

<file path=ppt/slideMasters/_rels/slideMaster7.xml.rels><?xml version="1.0" encoding="UTF-8" standalone="yes"?>
<Relationships xmlns="http://schemas.openxmlformats.org/package/2006/relationships"><Relationship Id="rId3" Type="http://schemas.openxmlformats.org/officeDocument/2006/relationships/slideLayout" Target="../slideLayouts/slideLayout141.xml"/><Relationship Id="rId2" Type="http://schemas.openxmlformats.org/officeDocument/2006/relationships/slideLayout" Target="../slideLayouts/slideLayout140.xml"/><Relationship Id="rId1" Type="http://schemas.openxmlformats.org/officeDocument/2006/relationships/slideLayout" Target="../slideLayouts/slideLayout139.xml"/><Relationship Id="rId4" Type="http://schemas.openxmlformats.org/officeDocument/2006/relationships/theme" Target="../theme/theme7.xml"/></Relationships>
</file>

<file path=ppt/slideMasters/_rels/slideMaster8.xml.rels><?xml version="1.0" encoding="UTF-8" standalone="yes"?>
<Relationships xmlns="http://schemas.openxmlformats.org/package/2006/relationships"><Relationship Id="rId3" Type="http://schemas.openxmlformats.org/officeDocument/2006/relationships/slideLayout" Target="../slideLayouts/slideLayout144.xml"/><Relationship Id="rId2" Type="http://schemas.openxmlformats.org/officeDocument/2006/relationships/slideLayout" Target="../slideLayouts/slideLayout143.xml"/><Relationship Id="rId1" Type="http://schemas.openxmlformats.org/officeDocument/2006/relationships/slideLayout" Target="../slideLayouts/slideLayout142.xml"/><Relationship Id="rId5" Type="http://schemas.openxmlformats.org/officeDocument/2006/relationships/image" Target="../media/image12.emf"/><Relationship Id="rId4" Type="http://schemas.openxmlformats.org/officeDocument/2006/relationships/theme" Target="../theme/theme8.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gradFill flip="none" rotWithShape="1">
          <a:gsLst>
            <a:gs pos="87000">
              <a:schemeClr val="tx2"/>
            </a:gs>
            <a:gs pos="90000">
              <a:schemeClr val="tx2"/>
            </a:gs>
            <a:gs pos="98000">
              <a:schemeClr val="tx2">
                <a:lumMod val="85000"/>
              </a:schemeClr>
            </a:gs>
          </a:gsLst>
          <a:path path="circle">
            <a:fillToRect l="100000" t="100000"/>
          </a:path>
          <a:tileRect r="-100000" b="-100000"/>
        </a:gradFill>
        <a:effectLst/>
      </p:bgPr>
    </p:bg>
    <p:spTree>
      <p:nvGrpSpPr>
        <p:cNvPr id="1" name=""/>
        <p:cNvGrpSpPr/>
        <p:nvPr/>
      </p:nvGrpSpPr>
      <p:grpSpPr>
        <a:xfrm>
          <a:off x="0" y="0"/>
          <a:ext cx="0" cy="0"/>
          <a:chOff x="0" y="0"/>
          <a:chExt cx="0" cy="0"/>
        </a:xfrm>
      </p:grpSpPr>
      <p:sp>
        <p:nvSpPr>
          <p:cNvPr id="4099" name="Title Placeholder 1"/>
          <p:cNvSpPr>
            <a:spLocks noGrp="1"/>
          </p:cNvSpPr>
          <p:nvPr>
            <p:ph type="title"/>
          </p:nvPr>
        </p:nvSpPr>
        <p:spPr bwMode="auto">
          <a:xfrm>
            <a:off x="948366" y="128981"/>
            <a:ext cx="10386814" cy="832920"/>
          </a:xfrm>
          <a:prstGeom prst="rect">
            <a:avLst/>
          </a:prstGeom>
          <a:noFill/>
          <a:ln w="9525">
            <a:noFill/>
            <a:miter lim="800000"/>
            <a:headEnd/>
            <a:tailEnd/>
          </a:ln>
        </p:spPr>
        <p:txBody>
          <a:bodyPr vert="horz" wrap="square" lIns="45720" tIns="0" rIns="0" bIns="0" numCol="1" anchor="ctr" anchorCtr="0" compatLnSpc="1">
            <a:prstTxWarp prst="textNoShape">
              <a:avLst/>
            </a:prstTxWarp>
          </a:bodyPr>
          <a:lstStyle/>
          <a:p>
            <a:pPr lvl="0"/>
            <a:r>
              <a:rPr lang="en-US"/>
              <a:t>Click to edit Master title slide</a:t>
            </a:r>
          </a:p>
        </p:txBody>
      </p:sp>
      <p:sp>
        <p:nvSpPr>
          <p:cNvPr id="1030" name="Text Placeholder 2"/>
          <p:cNvSpPr>
            <a:spLocks noGrp="1"/>
          </p:cNvSpPr>
          <p:nvPr>
            <p:ph type="body" idx="1"/>
          </p:nvPr>
        </p:nvSpPr>
        <p:spPr bwMode="auto">
          <a:xfrm>
            <a:off x="266700" y="1028700"/>
            <a:ext cx="11658600" cy="56007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033" name="Picture 6"/>
          <p:cNvPicPr>
            <a:picLocks noChangeAspect="1"/>
          </p:cNvPicPr>
          <p:nvPr/>
        </p:nvPicPr>
        <p:blipFill>
          <a:blip r:embed="rId29"/>
          <a:srcRect/>
          <a:stretch>
            <a:fillRect/>
          </a:stretch>
        </p:blipFill>
        <p:spPr bwMode="auto">
          <a:xfrm>
            <a:off x="6079067" y="3416309"/>
            <a:ext cx="25400" cy="3175"/>
          </a:xfrm>
          <a:prstGeom prst="rect">
            <a:avLst/>
          </a:prstGeom>
          <a:noFill/>
          <a:ln w="9525">
            <a:noFill/>
            <a:miter lim="800000"/>
            <a:headEnd/>
            <a:tailEnd/>
          </a:ln>
        </p:spPr>
      </p:pic>
      <p:sp>
        <p:nvSpPr>
          <p:cNvPr id="5" name="Text Box 14">
            <a:extLst>
              <a:ext uri="{FF2B5EF4-FFF2-40B4-BE49-F238E27FC236}">
                <a16:creationId xmlns:a16="http://schemas.microsoft.com/office/drawing/2014/main" id="{8E9D0075-D2A3-A5CC-4256-B31D3D5E4FF4}"/>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pPr algn="r">
                <a:spcBef>
                  <a:spcPct val="50000"/>
                </a:spcBef>
                <a:defRPr/>
              </a:pPr>
              <a:t>‹#›</a:t>
            </a:fld>
            <a:endParaRPr lang="en-US" sz="1100" b="0" baseline="0"/>
          </a:p>
        </p:txBody>
      </p:sp>
      <p:sp>
        <p:nvSpPr>
          <p:cNvPr id="6" name="Date Placeholder 4">
            <a:extLst>
              <a:ext uri="{FF2B5EF4-FFF2-40B4-BE49-F238E27FC236}">
                <a16:creationId xmlns:a16="http://schemas.microsoft.com/office/drawing/2014/main" id="{654CE446-4257-6BEB-B6A7-C36A4CB84617}"/>
              </a:ext>
            </a:extLst>
          </p:cNvPr>
          <p:cNvSpPr>
            <a:spLocks noGrp="1"/>
          </p:cNvSpPr>
          <p:nvPr>
            <p:ph type="dt" sz="half" idx="2"/>
          </p:nvPr>
        </p:nvSpPr>
        <p:spPr>
          <a:xfrm>
            <a:off x="8842515" y="6653150"/>
            <a:ext cx="3081713" cy="137160"/>
          </a:xfrm>
          <a:prstGeom prst="rect">
            <a:avLst/>
          </a:prstGeom>
        </p:spPr>
        <p:txBody>
          <a:bodyPr anchor="ctr"/>
          <a:lstStyle>
            <a:lvl1pPr algn="r">
              <a:defRPr sz="900">
                <a:solidFill>
                  <a:schemeClr val="tx1">
                    <a:lumMod val="75000"/>
                    <a:lumOff val="25000"/>
                  </a:schemeClr>
                </a:solidFill>
              </a:defRPr>
            </a:lvl1pPr>
          </a:lstStyle>
          <a:p>
            <a:endParaRPr lang="en-US"/>
          </a:p>
        </p:txBody>
      </p:sp>
      <p:sp>
        <p:nvSpPr>
          <p:cNvPr id="7" name="Footer Placeholder 3">
            <a:extLst>
              <a:ext uri="{FF2B5EF4-FFF2-40B4-BE49-F238E27FC236}">
                <a16:creationId xmlns:a16="http://schemas.microsoft.com/office/drawing/2014/main" id="{BB31B321-C66F-1A23-694D-DF5296341D94}"/>
              </a:ext>
            </a:extLst>
          </p:cNvPr>
          <p:cNvSpPr>
            <a:spLocks noGrp="1"/>
          </p:cNvSpPr>
          <p:nvPr>
            <p:ph type="ftr" sz="quarter" idx="3"/>
          </p:nvPr>
        </p:nvSpPr>
        <p:spPr>
          <a:xfrm>
            <a:off x="266700" y="6653150"/>
            <a:ext cx="2901373" cy="137160"/>
          </a:xfrm>
          <a:prstGeom prst="rect">
            <a:avLst/>
          </a:prstGeom>
        </p:spPr>
        <p:txBody>
          <a:bodyPr anchor="ctr"/>
          <a:lstStyle>
            <a:lvl1pPr>
              <a:defRPr sz="900">
                <a:solidFill>
                  <a:schemeClr val="tx1">
                    <a:lumMod val="75000"/>
                    <a:lumOff val="25000"/>
                  </a:schemeClr>
                </a:solidFill>
              </a:defRPr>
            </a:lvl1pPr>
          </a:lstStyle>
          <a:p>
            <a:endParaRPr lang="en-US"/>
          </a:p>
        </p:txBody>
      </p:sp>
      <p:pic>
        <p:nvPicPr>
          <p:cNvPr id="9" name="Picture 8" descr="A red and white sign&#10;&#10;Description automatically generated with medium confidence">
            <a:extLst>
              <a:ext uri="{FF2B5EF4-FFF2-40B4-BE49-F238E27FC236}">
                <a16:creationId xmlns:a16="http://schemas.microsoft.com/office/drawing/2014/main" id="{9C47990B-ED32-7041-7CE6-379DC0F77AAE}"/>
              </a:ext>
            </a:extLst>
          </p:cNvPr>
          <p:cNvPicPr>
            <a:picLocks noChangeAspect="1"/>
          </p:cNvPicPr>
          <p:nvPr userDrawn="1"/>
        </p:nvPicPr>
        <p:blipFill>
          <a:blip r:embed="rId30"/>
          <a:stretch>
            <a:fillRect/>
          </a:stretch>
        </p:blipFill>
        <p:spPr>
          <a:xfrm>
            <a:off x="266700" y="319470"/>
            <a:ext cx="681666" cy="451942"/>
          </a:xfrm>
          <a:prstGeom prst="rect">
            <a:avLst/>
          </a:prstGeom>
        </p:spPr>
      </p:pic>
      <p:sp>
        <p:nvSpPr>
          <p:cNvPr id="2" name="TextBox 1">
            <a:extLst>
              <a:ext uri="{FF2B5EF4-FFF2-40B4-BE49-F238E27FC236}">
                <a16:creationId xmlns:a16="http://schemas.microsoft.com/office/drawing/2014/main" id="{13C93DB8-8109-4839-4533-D52647F330BE}"/>
              </a:ext>
            </a:extLst>
          </p:cNvPr>
          <p:cNvSpPr txBox="1"/>
          <p:nvPr userDrawn="1"/>
        </p:nvSpPr>
        <p:spPr>
          <a:xfrm>
            <a:off x="5862607" y="24910"/>
            <a:ext cx="466787" cy="216635"/>
          </a:xfrm>
          <a:prstGeom prst="rect">
            <a:avLst/>
          </a:prstGeom>
          <a:noFill/>
        </p:spPr>
        <p:txBody>
          <a:bodyPr wrap="square" lIns="0" tIns="0" rIns="0" bIns="0" rtlCol="0" anchor="b">
            <a:spAutoFit/>
          </a:bodyPr>
          <a:lstStyle/>
          <a:p>
            <a:pPr algn="ctr"/>
            <a:r>
              <a:rPr lang="en-US" sz="1400" b="1">
                <a:solidFill>
                  <a:srgbClr val="00B050"/>
                </a:solidFill>
              </a:rPr>
              <a:t>CUI</a:t>
            </a:r>
          </a:p>
        </p:txBody>
      </p:sp>
      <p:sp>
        <p:nvSpPr>
          <p:cNvPr id="3" name="TextBox 2">
            <a:extLst>
              <a:ext uri="{FF2B5EF4-FFF2-40B4-BE49-F238E27FC236}">
                <a16:creationId xmlns:a16="http://schemas.microsoft.com/office/drawing/2014/main" id="{D4AA7094-B510-FCCE-91B2-CBD23BFDE2C0}"/>
              </a:ext>
            </a:extLst>
          </p:cNvPr>
          <p:cNvSpPr txBox="1"/>
          <p:nvPr userDrawn="1"/>
        </p:nvSpPr>
        <p:spPr>
          <a:xfrm>
            <a:off x="5862607" y="6624203"/>
            <a:ext cx="466787" cy="216635"/>
          </a:xfrm>
          <a:prstGeom prst="rect">
            <a:avLst/>
          </a:prstGeom>
          <a:noFill/>
        </p:spPr>
        <p:txBody>
          <a:bodyPr wrap="square" lIns="0" tIns="0" rIns="0" bIns="0" rtlCol="0" anchor="b">
            <a:spAutoFit/>
          </a:bodyPr>
          <a:lstStyle/>
          <a:p>
            <a:pPr algn="ctr"/>
            <a:r>
              <a:rPr lang="en-US" sz="1400" b="1">
                <a:solidFill>
                  <a:srgbClr val="00B050"/>
                </a:solidFill>
              </a:rPr>
              <a:t>CUI</a:t>
            </a:r>
          </a:p>
        </p:txBody>
      </p:sp>
    </p:spTree>
    <p:extLst>
      <p:ext uri="{BB962C8B-B14F-4D97-AF65-F5344CB8AC3E}">
        <p14:creationId xmlns:p14="http://schemas.microsoft.com/office/powerpoint/2010/main" val="1095872165"/>
      </p:ext>
    </p:extLst>
  </p:cSld>
  <p:clrMap bg1="lt1" tx1="dk1" bg2="lt2" tx2="dk2" accent1="accent1" accent2="accent2" accent3="accent3" accent4="accent4" accent5="accent5" accent6="accent6" hlink="hlink" folHlink="folHlink"/>
  <p:sldLayoutIdLst>
    <p:sldLayoutId id="2147484143" r:id="rId1"/>
    <p:sldLayoutId id="2147484144" r:id="rId2"/>
    <p:sldLayoutId id="2147484145" r:id="rId3"/>
    <p:sldLayoutId id="2147484146" r:id="rId4"/>
    <p:sldLayoutId id="2147484147" r:id="rId5"/>
    <p:sldLayoutId id="2147484148" r:id="rId6"/>
    <p:sldLayoutId id="2147484149" r:id="rId7"/>
    <p:sldLayoutId id="2147484150" r:id="rId8"/>
    <p:sldLayoutId id="2147484151" r:id="rId9"/>
    <p:sldLayoutId id="2147484152" r:id="rId10"/>
    <p:sldLayoutId id="2147484153" r:id="rId11"/>
    <p:sldLayoutId id="2147484154" r:id="rId12"/>
    <p:sldLayoutId id="2147484155" r:id="rId13"/>
    <p:sldLayoutId id="2147484156" r:id="rId14"/>
    <p:sldLayoutId id="2147484157" r:id="rId15"/>
    <p:sldLayoutId id="2147484158" r:id="rId16"/>
    <p:sldLayoutId id="2147484159" r:id="rId17"/>
    <p:sldLayoutId id="2147484160" r:id="rId18"/>
    <p:sldLayoutId id="2147484161" r:id="rId19"/>
    <p:sldLayoutId id="2147484162" r:id="rId20"/>
    <p:sldLayoutId id="2147484163" r:id="rId21"/>
    <p:sldLayoutId id="2147484164" r:id="rId22"/>
    <p:sldLayoutId id="2147484165" r:id="rId23"/>
    <p:sldLayoutId id="2147484166" r:id="rId24"/>
    <p:sldLayoutId id="2147484167" r:id="rId25"/>
    <p:sldLayoutId id="2147484168" r:id="rId26"/>
    <p:sldLayoutId id="2147484169" r:id="rId27"/>
  </p:sldLayoutIdLst>
  <p:hf hdr="0" dt="0"/>
  <p:txStyles>
    <p:titleStyle>
      <a:lvl1pPr algn="l" rtl="0" eaLnBrk="1" fontAlgn="base" hangingPunct="1">
        <a:spcBef>
          <a:spcPct val="0"/>
        </a:spcBef>
        <a:spcAft>
          <a:spcPct val="0"/>
        </a:spcAft>
        <a:defRPr sz="3200" b="1" kern="1200" cap="all">
          <a:solidFill>
            <a:schemeClr val="tx1">
              <a:lumMod val="90000"/>
              <a:lumOff val="10000"/>
            </a:schemeClr>
          </a:solidFill>
          <a:latin typeface="Arial" pitchFamily="34" charset="0"/>
          <a:ea typeface="ＭＳ Ｐゴシック" charset="0"/>
          <a:cs typeface="Arial" pitchFamily="34" charset="0"/>
        </a:defRPr>
      </a:lvl1pPr>
      <a:lvl2pPr algn="l" rtl="0" eaLnBrk="1" fontAlgn="base" hangingPunct="1">
        <a:spcBef>
          <a:spcPct val="0"/>
        </a:spcBef>
        <a:spcAft>
          <a:spcPct val="0"/>
        </a:spcAft>
        <a:defRPr sz="1350" b="1">
          <a:solidFill>
            <a:srgbClr val="978473"/>
          </a:solidFill>
          <a:latin typeface="Arial" charset="0"/>
          <a:ea typeface="ＭＳ Ｐゴシック" charset="0"/>
          <a:cs typeface="Arial" charset="0"/>
        </a:defRPr>
      </a:lvl2pPr>
      <a:lvl3pPr algn="l" rtl="0" eaLnBrk="1" fontAlgn="base" hangingPunct="1">
        <a:spcBef>
          <a:spcPct val="0"/>
        </a:spcBef>
        <a:spcAft>
          <a:spcPct val="0"/>
        </a:spcAft>
        <a:defRPr sz="1350" b="1">
          <a:solidFill>
            <a:srgbClr val="978473"/>
          </a:solidFill>
          <a:latin typeface="Arial" charset="0"/>
          <a:ea typeface="ＭＳ Ｐゴシック" charset="0"/>
          <a:cs typeface="Arial" charset="0"/>
        </a:defRPr>
      </a:lvl3pPr>
      <a:lvl4pPr algn="l" rtl="0" eaLnBrk="1" fontAlgn="base" hangingPunct="1">
        <a:spcBef>
          <a:spcPct val="0"/>
        </a:spcBef>
        <a:spcAft>
          <a:spcPct val="0"/>
        </a:spcAft>
        <a:defRPr sz="1350" b="1">
          <a:solidFill>
            <a:srgbClr val="978473"/>
          </a:solidFill>
          <a:latin typeface="Arial" charset="0"/>
          <a:ea typeface="ＭＳ Ｐゴシック" charset="0"/>
          <a:cs typeface="Arial" charset="0"/>
        </a:defRPr>
      </a:lvl4pPr>
      <a:lvl5pPr algn="l" rtl="0" eaLnBrk="1" fontAlgn="base" hangingPunct="1">
        <a:spcBef>
          <a:spcPct val="0"/>
        </a:spcBef>
        <a:spcAft>
          <a:spcPct val="0"/>
        </a:spcAft>
        <a:defRPr sz="1350" b="1">
          <a:solidFill>
            <a:srgbClr val="978473"/>
          </a:solidFill>
          <a:latin typeface="Arial" charset="0"/>
          <a:ea typeface="ＭＳ Ｐゴシック" charset="0"/>
          <a:cs typeface="Arial" charset="0"/>
        </a:defRPr>
      </a:lvl5pPr>
      <a:lvl6pPr marL="257175" algn="l" rtl="0" eaLnBrk="1" fontAlgn="base" hangingPunct="1">
        <a:spcBef>
          <a:spcPct val="0"/>
        </a:spcBef>
        <a:spcAft>
          <a:spcPct val="0"/>
        </a:spcAft>
        <a:defRPr sz="2475">
          <a:solidFill>
            <a:schemeClr val="tx1"/>
          </a:solidFill>
          <a:latin typeface="Arial" charset="0"/>
          <a:cs typeface="Arial" charset="0"/>
        </a:defRPr>
      </a:lvl6pPr>
      <a:lvl7pPr marL="514350" algn="l" rtl="0" eaLnBrk="1" fontAlgn="base" hangingPunct="1">
        <a:spcBef>
          <a:spcPct val="0"/>
        </a:spcBef>
        <a:spcAft>
          <a:spcPct val="0"/>
        </a:spcAft>
        <a:defRPr sz="2475">
          <a:solidFill>
            <a:schemeClr val="tx1"/>
          </a:solidFill>
          <a:latin typeface="Arial" charset="0"/>
          <a:cs typeface="Arial" charset="0"/>
        </a:defRPr>
      </a:lvl7pPr>
      <a:lvl8pPr marL="771525" algn="l" rtl="0" eaLnBrk="1" fontAlgn="base" hangingPunct="1">
        <a:spcBef>
          <a:spcPct val="0"/>
        </a:spcBef>
        <a:spcAft>
          <a:spcPct val="0"/>
        </a:spcAft>
        <a:defRPr sz="2475">
          <a:solidFill>
            <a:schemeClr val="tx1"/>
          </a:solidFill>
          <a:latin typeface="Arial" charset="0"/>
          <a:cs typeface="Arial" charset="0"/>
        </a:defRPr>
      </a:lvl8pPr>
      <a:lvl9pPr marL="1028700" algn="l" rtl="0" eaLnBrk="1" fontAlgn="base" hangingPunct="1">
        <a:spcBef>
          <a:spcPct val="0"/>
        </a:spcBef>
        <a:spcAft>
          <a:spcPct val="0"/>
        </a:spcAft>
        <a:defRPr sz="2475">
          <a:solidFill>
            <a:schemeClr val="tx1"/>
          </a:solidFill>
          <a:latin typeface="Arial" charset="0"/>
          <a:cs typeface="Arial" charset="0"/>
        </a:defRPr>
      </a:lvl9pPr>
    </p:titleStyle>
    <p:bodyStyle>
      <a:lvl1pPr marL="0" indent="0" algn="l" rtl="0" eaLnBrk="1" fontAlgn="base" hangingPunct="1">
        <a:spcBef>
          <a:spcPts val="0"/>
        </a:spcBef>
        <a:spcAft>
          <a:spcPct val="0"/>
        </a:spcAft>
        <a:buFont typeface="Arial" pitchFamily="34" charset="0"/>
        <a:defRPr sz="2100" kern="1200">
          <a:solidFill>
            <a:schemeClr val="tx1">
              <a:lumMod val="90000"/>
              <a:lumOff val="10000"/>
            </a:schemeClr>
          </a:solidFill>
          <a:latin typeface="Arial" pitchFamily="34" charset="0"/>
          <a:ea typeface="ＭＳ Ｐゴシック" charset="0"/>
          <a:cs typeface="Arial" pitchFamily="34" charset="0"/>
        </a:defRPr>
      </a:lvl1pPr>
      <a:lvl2pPr marL="227013" indent="-227013" algn="l" rtl="0" eaLnBrk="1" fontAlgn="base" hangingPunct="1">
        <a:spcBef>
          <a:spcPts val="0"/>
        </a:spcBef>
        <a:spcAft>
          <a:spcPct val="0"/>
        </a:spcAft>
        <a:buFont typeface="Arial" pitchFamily="34" charset="0"/>
        <a:buChar char="–"/>
        <a:defRPr sz="2100" kern="1200">
          <a:solidFill>
            <a:schemeClr val="tx1">
              <a:lumMod val="90000"/>
              <a:lumOff val="10000"/>
            </a:schemeClr>
          </a:solidFill>
          <a:latin typeface="Arial" pitchFamily="34" charset="0"/>
          <a:ea typeface="Arial" charset="0"/>
          <a:cs typeface="Arial" pitchFamily="34" charset="0"/>
        </a:defRPr>
      </a:lvl2pPr>
      <a:lvl3pPr marL="461963" indent="-234950" algn="l" rtl="0" eaLnBrk="1" fontAlgn="base" hangingPunct="1">
        <a:spcBef>
          <a:spcPts val="0"/>
        </a:spcBef>
        <a:spcAft>
          <a:spcPct val="0"/>
        </a:spcAft>
        <a:buFont typeface="Arial" pitchFamily="34" charset="0"/>
        <a:buChar char="•"/>
        <a:defRPr sz="1500" kern="1200">
          <a:solidFill>
            <a:schemeClr val="tx1">
              <a:lumMod val="90000"/>
              <a:lumOff val="10000"/>
            </a:schemeClr>
          </a:solidFill>
          <a:latin typeface="Arial" pitchFamily="34" charset="0"/>
          <a:ea typeface="Arial" charset="0"/>
          <a:cs typeface="Arial" pitchFamily="34" charset="0"/>
        </a:defRPr>
      </a:lvl3pPr>
      <a:lvl4pPr marL="687388" indent="-225425" algn="l" rtl="0" eaLnBrk="1" fontAlgn="base" hangingPunct="1">
        <a:spcBef>
          <a:spcPts val="0"/>
        </a:spcBef>
        <a:spcAft>
          <a:spcPct val="0"/>
        </a:spcAft>
        <a:buFont typeface="Arial" pitchFamily="34" charset="0"/>
        <a:buChar char="–"/>
        <a:defRPr sz="1500" kern="1200">
          <a:solidFill>
            <a:schemeClr val="tx1">
              <a:lumMod val="90000"/>
              <a:lumOff val="10000"/>
            </a:schemeClr>
          </a:solidFill>
          <a:latin typeface="Arial" pitchFamily="34" charset="0"/>
          <a:ea typeface="Arial" charset="0"/>
          <a:cs typeface="Arial" pitchFamily="34" charset="0"/>
        </a:defRPr>
      </a:lvl4pPr>
      <a:lvl5pPr marL="914400" indent="-227013" algn="l" rtl="0" eaLnBrk="1" fontAlgn="base" hangingPunct="1">
        <a:spcBef>
          <a:spcPts val="0"/>
        </a:spcBef>
        <a:spcAft>
          <a:spcPct val="0"/>
        </a:spcAft>
        <a:buFont typeface="Arial" pitchFamily="34" charset="0"/>
        <a:buChar char="»"/>
        <a:defRPr sz="1500" kern="1200">
          <a:solidFill>
            <a:schemeClr val="tx1">
              <a:lumMod val="90000"/>
              <a:lumOff val="10000"/>
            </a:schemeClr>
          </a:solidFill>
          <a:latin typeface="Arial" pitchFamily="34" charset="0"/>
          <a:ea typeface="Arial" charset="0"/>
          <a:cs typeface="Arial" pitchFamily="34" charset="0"/>
        </a:defRPr>
      </a:lvl5pPr>
      <a:lvl6pPr marL="1414463" indent="-128588" algn="l" defTabSz="514350" rtl="0" eaLnBrk="1" latinLnBrk="0" hangingPunct="1">
        <a:spcBef>
          <a:spcPct val="20000"/>
        </a:spcBef>
        <a:buFont typeface="Arial" pitchFamily="34" charset="0"/>
        <a:buChar char="•"/>
        <a:defRPr sz="1125" kern="1200">
          <a:solidFill>
            <a:schemeClr val="tx1"/>
          </a:solidFill>
          <a:latin typeface="+mn-lt"/>
          <a:ea typeface="+mn-ea"/>
          <a:cs typeface="+mn-cs"/>
        </a:defRPr>
      </a:lvl6pPr>
      <a:lvl7pPr marL="1671638" indent="-128588" algn="l" defTabSz="514350" rtl="0" eaLnBrk="1" latinLnBrk="0" hangingPunct="1">
        <a:spcBef>
          <a:spcPct val="20000"/>
        </a:spcBef>
        <a:buFont typeface="Arial" pitchFamily="34" charset="0"/>
        <a:buChar char="•"/>
        <a:defRPr sz="1125" kern="1200">
          <a:solidFill>
            <a:schemeClr val="tx1"/>
          </a:solidFill>
          <a:latin typeface="+mn-lt"/>
          <a:ea typeface="+mn-ea"/>
          <a:cs typeface="+mn-cs"/>
        </a:defRPr>
      </a:lvl7pPr>
      <a:lvl8pPr marL="1928813" indent="-128588" algn="l" defTabSz="514350" rtl="0" eaLnBrk="1" latinLnBrk="0" hangingPunct="1">
        <a:spcBef>
          <a:spcPct val="20000"/>
        </a:spcBef>
        <a:buFont typeface="Arial" pitchFamily="34" charset="0"/>
        <a:buChar char="•"/>
        <a:defRPr sz="1125" kern="1200">
          <a:solidFill>
            <a:schemeClr val="tx1"/>
          </a:solidFill>
          <a:latin typeface="+mn-lt"/>
          <a:ea typeface="+mn-ea"/>
          <a:cs typeface="+mn-cs"/>
        </a:defRPr>
      </a:lvl8pPr>
      <a:lvl9pPr marL="2185988" indent="-128588" algn="l" defTabSz="514350" rtl="0" eaLnBrk="1" latinLnBrk="0" hangingPunct="1">
        <a:spcBef>
          <a:spcPct val="20000"/>
        </a:spcBef>
        <a:buFont typeface="Arial" pitchFamily="34" charset="0"/>
        <a:buChar char="•"/>
        <a:defRPr sz="1125" kern="1200">
          <a:solidFill>
            <a:schemeClr val="tx1"/>
          </a:solidFill>
          <a:latin typeface="+mn-lt"/>
          <a:ea typeface="+mn-ea"/>
          <a:cs typeface="+mn-cs"/>
        </a:defRPr>
      </a:lvl9pPr>
    </p:bodyStyle>
    <p:otherStyle>
      <a:defPPr>
        <a:defRPr lang="en-US"/>
      </a:defPPr>
      <a:lvl1pPr marL="0" algn="l" defTabSz="514350" rtl="0" eaLnBrk="1" latinLnBrk="0" hangingPunct="1">
        <a:defRPr sz="1013" kern="1200">
          <a:solidFill>
            <a:schemeClr val="tx1"/>
          </a:solidFill>
          <a:latin typeface="+mn-lt"/>
          <a:ea typeface="+mn-ea"/>
          <a:cs typeface="+mn-cs"/>
        </a:defRPr>
      </a:lvl1pPr>
      <a:lvl2pPr marL="257175" algn="l" defTabSz="514350" rtl="0" eaLnBrk="1" latinLnBrk="0" hangingPunct="1">
        <a:defRPr sz="1013" kern="1200">
          <a:solidFill>
            <a:schemeClr val="tx1"/>
          </a:solidFill>
          <a:latin typeface="+mn-lt"/>
          <a:ea typeface="+mn-ea"/>
          <a:cs typeface="+mn-cs"/>
        </a:defRPr>
      </a:lvl2pPr>
      <a:lvl3pPr marL="514350" algn="l" defTabSz="514350" rtl="0" eaLnBrk="1" latinLnBrk="0" hangingPunct="1">
        <a:defRPr sz="1013" kern="1200">
          <a:solidFill>
            <a:schemeClr val="tx1"/>
          </a:solidFill>
          <a:latin typeface="+mn-lt"/>
          <a:ea typeface="+mn-ea"/>
          <a:cs typeface="+mn-cs"/>
        </a:defRPr>
      </a:lvl3pPr>
      <a:lvl4pPr marL="771525" algn="l" defTabSz="514350" rtl="0" eaLnBrk="1" latinLnBrk="0" hangingPunct="1">
        <a:defRPr sz="1013" kern="1200">
          <a:solidFill>
            <a:schemeClr val="tx1"/>
          </a:solidFill>
          <a:latin typeface="+mn-lt"/>
          <a:ea typeface="+mn-ea"/>
          <a:cs typeface="+mn-cs"/>
        </a:defRPr>
      </a:lvl4pPr>
      <a:lvl5pPr marL="1028700" algn="l" defTabSz="514350" rtl="0" eaLnBrk="1" latinLnBrk="0" hangingPunct="1">
        <a:defRPr sz="1013" kern="1200">
          <a:solidFill>
            <a:schemeClr val="tx1"/>
          </a:solidFill>
          <a:latin typeface="+mn-lt"/>
          <a:ea typeface="+mn-ea"/>
          <a:cs typeface="+mn-cs"/>
        </a:defRPr>
      </a:lvl5pPr>
      <a:lvl6pPr marL="1285875" algn="l" defTabSz="514350" rtl="0" eaLnBrk="1" latinLnBrk="0" hangingPunct="1">
        <a:defRPr sz="1013" kern="1200">
          <a:solidFill>
            <a:schemeClr val="tx1"/>
          </a:solidFill>
          <a:latin typeface="+mn-lt"/>
          <a:ea typeface="+mn-ea"/>
          <a:cs typeface="+mn-cs"/>
        </a:defRPr>
      </a:lvl6pPr>
      <a:lvl7pPr marL="1543050" algn="l" defTabSz="514350" rtl="0" eaLnBrk="1" latinLnBrk="0" hangingPunct="1">
        <a:defRPr sz="1013" kern="1200">
          <a:solidFill>
            <a:schemeClr val="tx1"/>
          </a:solidFill>
          <a:latin typeface="+mn-lt"/>
          <a:ea typeface="+mn-ea"/>
          <a:cs typeface="+mn-cs"/>
        </a:defRPr>
      </a:lvl7pPr>
      <a:lvl8pPr marL="1800225" algn="l" defTabSz="514350" rtl="0" eaLnBrk="1" latinLnBrk="0" hangingPunct="1">
        <a:defRPr sz="1013" kern="1200">
          <a:solidFill>
            <a:schemeClr val="tx1"/>
          </a:solidFill>
          <a:latin typeface="+mn-lt"/>
          <a:ea typeface="+mn-ea"/>
          <a:cs typeface="+mn-cs"/>
        </a:defRPr>
      </a:lvl8pPr>
      <a:lvl9pPr marL="2057400" algn="l" defTabSz="514350" rtl="0" eaLnBrk="1" latinLnBrk="0" hangingPunct="1">
        <a:defRPr sz="1013" kern="1200">
          <a:solidFill>
            <a:schemeClr val="tx1"/>
          </a:solidFill>
          <a:latin typeface="+mn-lt"/>
          <a:ea typeface="+mn-ea"/>
          <a:cs typeface="+mn-cs"/>
        </a:defRPr>
      </a:lvl9pPr>
    </p:otherStyle>
  </p:txStyles>
  <p:extLst>
    <p:ext uri="{27BBF7A9-308A-43DC-89C8-2F10F3537804}">
      <p15:sldGuideLst xmlns:p15="http://schemas.microsoft.com/office/powerpoint/2012/main">
        <p15:guide id="1" pos="7512">
          <p15:clr>
            <a:srgbClr val="5ACBF0"/>
          </p15:clr>
        </p15:guide>
        <p15:guide id="2" pos="12971">
          <p15:clr>
            <a:srgbClr val="5ACBF0"/>
          </p15:clr>
        </p15:guide>
        <p15:guide id="3" pos="168">
          <p15:clr>
            <a:srgbClr val="5ACBF0"/>
          </p15:clr>
        </p15:guide>
        <p15:guide id="4" orient="horz" pos="624">
          <p15:clr>
            <a:srgbClr val="F26B43"/>
          </p15:clr>
        </p15:guide>
        <p15:guide id="5" orient="horz" pos="583">
          <p15:clr>
            <a:srgbClr val="F26B43"/>
          </p15:clr>
        </p15:guide>
        <p15:guide id="6" orient="horz" pos="4176">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gradFill flip="none" rotWithShape="1">
          <a:gsLst>
            <a:gs pos="87000">
              <a:schemeClr val="tx2"/>
            </a:gs>
            <a:gs pos="90000">
              <a:schemeClr val="tx2"/>
            </a:gs>
            <a:gs pos="98000">
              <a:schemeClr val="bg1">
                <a:lumMod val="40000"/>
                <a:lumOff val="60000"/>
              </a:schemeClr>
            </a:gs>
          </a:gsLst>
          <a:path path="circle">
            <a:fillToRect l="100000" t="100000"/>
          </a:path>
          <a:tileRect r="-100000" b="-100000"/>
        </a:gradFill>
        <a:effectLst/>
      </p:bgPr>
    </p:bg>
    <p:spTree>
      <p:nvGrpSpPr>
        <p:cNvPr id="1" name=""/>
        <p:cNvGrpSpPr/>
        <p:nvPr/>
      </p:nvGrpSpPr>
      <p:grpSpPr>
        <a:xfrm>
          <a:off x="0" y="0"/>
          <a:ext cx="0" cy="0"/>
          <a:chOff x="0" y="0"/>
          <a:chExt cx="0" cy="0"/>
        </a:xfrm>
      </p:grpSpPr>
      <p:sp>
        <p:nvSpPr>
          <p:cNvPr id="4099" name="Title Placeholder 1"/>
          <p:cNvSpPr>
            <a:spLocks noGrp="1"/>
          </p:cNvSpPr>
          <p:nvPr>
            <p:ph type="title"/>
          </p:nvPr>
        </p:nvSpPr>
        <p:spPr bwMode="auto">
          <a:xfrm>
            <a:off x="948366" y="128981"/>
            <a:ext cx="10386814" cy="832920"/>
          </a:xfrm>
          <a:prstGeom prst="rect">
            <a:avLst/>
          </a:prstGeom>
          <a:noFill/>
          <a:ln w="9525">
            <a:noFill/>
            <a:miter lim="800000"/>
            <a:headEnd/>
            <a:tailEnd/>
          </a:ln>
        </p:spPr>
        <p:txBody>
          <a:bodyPr vert="horz" wrap="square" lIns="45720" tIns="0" rIns="45720" bIns="0" numCol="1" anchor="ctr" anchorCtr="0" compatLnSpc="1">
            <a:prstTxWarp prst="textNoShape">
              <a:avLst/>
            </a:prstTxWarp>
          </a:bodyPr>
          <a:lstStyle/>
          <a:p>
            <a:pPr lvl="0"/>
            <a:r>
              <a:rPr lang="en-US"/>
              <a:t>Click to edit Master title slide</a:t>
            </a:r>
          </a:p>
        </p:txBody>
      </p:sp>
      <p:sp>
        <p:nvSpPr>
          <p:cNvPr id="1030" name="Text Placeholder 2"/>
          <p:cNvSpPr>
            <a:spLocks noGrp="1"/>
          </p:cNvSpPr>
          <p:nvPr>
            <p:ph type="body" idx="1"/>
          </p:nvPr>
        </p:nvSpPr>
        <p:spPr bwMode="auto">
          <a:xfrm>
            <a:off x="266700" y="1028700"/>
            <a:ext cx="11658600" cy="56007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033" name="Picture 6"/>
          <p:cNvPicPr>
            <a:picLocks noChangeAspect="1"/>
          </p:cNvPicPr>
          <p:nvPr/>
        </p:nvPicPr>
        <p:blipFill>
          <a:blip r:embed="rId29"/>
          <a:srcRect/>
          <a:stretch>
            <a:fillRect/>
          </a:stretch>
        </p:blipFill>
        <p:spPr bwMode="auto">
          <a:xfrm>
            <a:off x="6079067" y="3416309"/>
            <a:ext cx="25400" cy="3175"/>
          </a:xfrm>
          <a:prstGeom prst="rect">
            <a:avLst/>
          </a:prstGeom>
          <a:noFill/>
          <a:ln w="9525">
            <a:noFill/>
            <a:miter lim="800000"/>
            <a:headEnd/>
            <a:tailEnd/>
          </a:ln>
        </p:spPr>
      </p:pic>
      <p:sp>
        <p:nvSpPr>
          <p:cNvPr id="5" name="Text Box 14">
            <a:extLst>
              <a:ext uri="{FF2B5EF4-FFF2-40B4-BE49-F238E27FC236}">
                <a16:creationId xmlns:a16="http://schemas.microsoft.com/office/drawing/2014/main" id="{8E9D0075-D2A3-A5CC-4256-B31D3D5E4FF4}"/>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pPr algn="r">
                <a:spcBef>
                  <a:spcPct val="50000"/>
                </a:spcBef>
                <a:defRPr/>
              </a:pPr>
              <a:t>‹#›</a:t>
            </a:fld>
            <a:endParaRPr lang="en-US" sz="1100" b="0" baseline="0"/>
          </a:p>
        </p:txBody>
      </p:sp>
      <p:sp>
        <p:nvSpPr>
          <p:cNvPr id="6" name="Date Placeholder 4">
            <a:extLst>
              <a:ext uri="{FF2B5EF4-FFF2-40B4-BE49-F238E27FC236}">
                <a16:creationId xmlns:a16="http://schemas.microsoft.com/office/drawing/2014/main" id="{654CE446-4257-6BEB-B6A7-C36A4CB84617}"/>
              </a:ext>
            </a:extLst>
          </p:cNvPr>
          <p:cNvSpPr>
            <a:spLocks noGrp="1"/>
          </p:cNvSpPr>
          <p:nvPr>
            <p:ph type="dt" sz="half" idx="2"/>
          </p:nvPr>
        </p:nvSpPr>
        <p:spPr>
          <a:xfrm>
            <a:off x="8842515" y="6653150"/>
            <a:ext cx="3081713" cy="137160"/>
          </a:xfrm>
          <a:prstGeom prst="rect">
            <a:avLst/>
          </a:prstGeom>
        </p:spPr>
        <p:txBody>
          <a:bodyPr anchor="ctr"/>
          <a:lstStyle>
            <a:lvl1pPr algn="r">
              <a:defRPr sz="900">
                <a:solidFill>
                  <a:schemeClr val="tx1">
                    <a:lumMod val="75000"/>
                    <a:lumOff val="25000"/>
                  </a:schemeClr>
                </a:solidFill>
              </a:defRPr>
            </a:lvl1pPr>
          </a:lstStyle>
          <a:p>
            <a:endParaRPr lang="en-US"/>
          </a:p>
        </p:txBody>
      </p:sp>
      <p:sp>
        <p:nvSpPr>
          <p:cNvPr id="7" name="Footer Placeholder 3">
            <a:extLst>
              <a:ext uri="{FF2B5EF4-FFF2-40B4-BE49-F238E27FC236}">
                <a16:creationId xmlns:a16="http://schemas.microsoft.com/office/drawing/2014/main" id="{BB31B321-C66F-1A23-694D-DF5296341D94}"/>
              </a:ext>
            </a:extLst>
          </p:cNvPr>
          <p:cNvSpPr>
            <a:spLocks noGrp="1"/>
          </p:cNvSpPr>
          <p:nvPr>
            <p:ph type="ftr" sz="quarter" idx="3"/>
          </p:nvPr>
        </p:nvSpPr>
        <p:spPr>
          <a:xfrm>
            <a:off x="266700" y="6653150"/>
            <a:ext cx="2901373" cy="137160"/>
          </a:xfrm>
          <a:prstGeom prst="rect">
            <a:avLst/>
          </a:prstGeom>
        </p:spPr>
        <p:txBody>
          <a:bodyPr anchor="ctr"/>
          <a:lstStyle>
            <a:lvl1pPr>
              <a:defRPr sz="900">
                <a:solidFill>
                  <a:schemeClr val="tx1">
                    <a:lumMod val="75000"/>
                    <a:lumOff val="25000"/>
                  </a:schemeClr>
                </a:solidFill>
              </a:defRPr>
            </a:lvl1pPr>
          </a:lstStyle>
          <a:p>
            <a:endParaRPr lang="en-US"/>
          </a:p>
        </p:txBody>
      </p:sp>
      <p:pic>
        <p:nvPicPr>
          <p:cNvPr id="9" name="Picture 8" descr="A red and white sign&#10;&#10;Description automatically generated with medium confidence">
            <a:extLst>
              <a:ext uri="{FF2B5EF4-FFF2-40B4-BE49-F238E27FC236}">
                <a16:creationId xmlns:a16="http://schemas.microsoft.com/office/drawing/2014/main" id="{9C47990B-ED32-7041-7CE6-379DC0F77AAE}"/>
              </a:ext>
            </a:extLst>
          </p:cNvPr>
          <p:cNvPicPr>
            <a:picLocks noChangeAspect="1"/>
          </p:cNvPicPr>
          <p:nvPr userDrawn="1"/>
        </p:nvPicPr>
        <p:blipFill>
          <a:blip r:embed="rId30"/>
          <a:stretch>
            <a:fillRect/>
          </a:stretch>
        </p:blipFill>
        <p:spPr>
          <a:xfrm>
            <a:off x="11309075" y="319470"/>
            <a:ext cx="681666" cy="451942"/>
          </a:xfrm>
          <a:prstGeom prst="rect">
            <a:avLst/>
          </a:prstGeom>
        </p:spPr>
      </p:pic>
      <p:pic>
        <p:nvPicPr>
          <p:cNvPr id="2" name="Picture 1" descr="A picture containing text, clipart&#10;&#10;Description automatically generated">
            <a:extLst>
              <a:ext uri="{FF2B5EF4-FFF2-40B4-BE49-F238E27FC236}">
                <a16:creationId xmlns:a16="http://schemas.microsoft.com/office/drawing/2014/main" id="{A03C655F-18AF-780C-F994-802A30EEA9EF}"/>
              </a:ext>
            </a:extLst>
          </p:cNvPr>
          <p:cNvPicPr>
            <a:picLocks noChangeAspect="1"/>
          </p:cNvPicPr>
          <p:nvPr userDrawn="1"/>
        </p:nvPicPr>
        <p:blipFill>
          <a:blip r:embed="rId31"/>
          <a:stretch>
            <a:fillRect/>
          </a:stretch>
        </p:blipFill>
        <p:spPr>
          <a:xfrm>
            <a:off x="266700" y="113697"/>
            <a:ext cx="644814" cy="811816"/>
          </a:xfrm>
          <a:prstGeom prst="rect">
            <a:avLst/>
          </a:prstGeom>
        </p:spPr>
      </p:pic>
      <p:sp>
        <p:nvSpPr>
          <p:cNvPr id="3" name="Rectangle 2">
            <a:extLst>
              <a:ext uri="{FF2B5EF4-FFF2-40B4-BE49-F238E27FC236}">
                <a16:creationId xmlns:a16="http://schemas.microsoft.com/office/drawing/2014/main" id="{39720D12-0BDE-1075-1F74-CB008D4B402C}"/>
              </a:ext>
            </a:extLst>
          </p:cNvPr>
          <p:cNvSpPr/>
          <p:nvPr userDrawn="1"/>
        </p:nvSpPr>
        <p:spPr>
          <a:xfrm>
            <a:off x="0" y="0"/>
            <a:ext cx="12192000" cy="6858000"/>
          </a:xfrm>
          <a:prstGeom prst="rect">
            <a:avLst/>
          </a:prstGeom>
          <a:noFill/>
          <a:ln w="76200">
            <a:solidFill>
              <a:schemeClr val="bg2">
                <a:lumMod val="9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840725888"/>
      </p:ext>
    </p:extLst>
  </p:cSld>
  <p:clrMap bg1="lt1" tx1="dk1" bg2="lt2" tx2="dk2" accent1="accent1" accent2="accent2" accent3="accent3" accent4="accent4" accent5="accent5" accent6="accent6" hlink="hlink" folHlink="folHlink"/>
  <p:sldLayoutIdLst>
    <p:sldLayoutId id="2147484052" r:id="rId1"/>
    <p:sldLayoutId id="2147484053" r:id="rId2"/>
    <p:sldLayoutId id="2147484054" r:id="rId3"/>
    <p:sldLayoutId id="2147484055" r:id="rId4"/>
    <p:sldLayoutId id="2147484056" r:id="rId5"/>
    <p:sldLayoutId id="2147484057" r:id="rId6"/>
    <p:sldLayoutId id="2147484058" r:id="rId7"/>
    <p:sldLayoutId id="2147484059" r:id="rId8"/>
    <p:sldLayoutId id="2147484060" r:id="rId9"/>
    <p:sldLayoutId id="2147484061" r:id="rId10"/>
    <p:sldLayoutId id="2147484062" r:id="rId11"/>
    <p:sldLayoutId id="2147484063" r:id="rId12"/>
    <p:sldLayoutId id="2147484064" r:id="rId13"/>
    <p:sldLayoutId id="2147484065" r:id="rId14"/>
    <p:sldLayoutId id="2147484066" r:id="rId15"/>
    <p:sldLayoutId id="2147484067" r:id="rId16"/>
    <p:sldLayoutId id="2147484068" r:id="rId17"/>
    <p:sldLayoutId id="2147484069" r:id="rId18"/>
    <p:sldLayoutId id="2147484070" r:id="rId19"/>
    <p:sldLayoutId id="2147484071" r:id="rId20"/>
    <p:sldLayoutId id="2147484072" r:id="rId21"/>
    <p:sldLayoutId id="2147484073" r:id="rId22"/>
    <p:sldLayoutId id="2147484074" r:id="rId23"/>
    <p:sldLayoutId id="2147484075" r:id="rId24"/>
    <p:sldLayoutId id="2147484076" r:id="rId25"/>
    <p:sldLayoutId id="2147484077" r:id="rId26"/>
    <p:sldLayoutId id="2147484078" r:id="rId27"/>
  </p:sldLayoutIdLst>
  <p:hf hdr="0" dt="0"/>
  <p:txStyles>
    <p:titleStyle>
      <a:lvl1pPr algn="l" rtl="0" eaLnBrk="1" fontAlgn="base" hangingPunct="1">
        <a:spcBef>
          <a:spcPct val="0"/>
        </a:spcBef>
        <a:spcAft>
          <a:spcPct val="0"/>
        </a:spcAft>
        <a:defRPr sz="3200" b="1" kern="1200" cap="all">
          <a:solidFill>
            <a:schemeClr val="tx1">
              <a:lumMod val="90000"/>
              <a:lumOff val="10000"/>
            </a:schemeClr>
          </a:solidFill>
          <a:latin typeface="Arial" pitchFamily="34" charset="0"/>
          <a:ea typeface="ＭＳ Ｐゴシック" charset="0"/>
          <a:cs typeface="Arial" pitchFamily="34" charset="0"/>
        </a:defRPr>
      </a:lvl1pPr>
      <a:lvl2pPr algn="l" rtl="0" eaLnBrk="1" fontAlgn="base" hangingPunct="1">
        <a:spcBef>
          <a:spcPct val="0"/>
        </a:spcBef>
        <a:spcAft>
          <a:spcPct val="0"/>
        </a:spcAft>
        <a:defRPr sz="1350" b="1">
          <a:solidFill>
            <a:srgbClr val="978473"/>
          </a:solidFill>
          <a:latin typeface="Arial" charset="0"/>
          <a:ea typeface="ＭＳ Ｐゴシック" charset="0"/>
          <a:cs typeface="Arial" charset="0"/>
        </a:defRPr>
      </a:lvl2pPr>
      <a:lvl3pPr algn="l" rtl="0" eaLnBrk="1" fontAlgn="base" hangingPunct="1">
        <a:spcBef>
          <a:spcPct val="0"/>
        </a:spcBef>
        <a:spcAft>
          <a:spcPct val="0"/>
        </a:spcAft>
        <a:defRPr sz="1350" b="1">
          <a:solidFill>
            <a:srgbClr val="978473"/>
          </a:solidFill>
          <a:latin typeface="Arial" charset="0"/>
          <a:ea typeface="ＭＳ Ｐゴシック" charset="0"/>
          <a:cs typeface="Arial" charset="0"/>
        </a:defRPr>
      </a:lvl3pPr>
      <a:lvl4pPr algn="l" rtl="0" eaLnBrk="1" fontAlgn="base" hangingPunct="1">
        <a:spcBef>
          <a:spcPct val="0"/>
        </a:spcBef>
        <a:spcAft>
          <a:spcPct val="0"/>
        </a:spcAft>
        <a:defRPr sz="1350" b="1">
          <a:solidFill>
            <a:srgbClr val="978473"/>
          </a:solidFill>
          <a:latin typeface="Arial" charset="0"/>
          <a:ea typeface="ＭＳ Ｐゴシック" charset="0"/>
          <a:cs typeface="Arial" charset="0"/>
        </a:defRPr>
      </a:lvl4pPr>
      <a:lvl5pPr algn="l" rtl="0" eaLnBrk="1" fontAlgn="base" hangingPunct="1">
        <a:spcBef>
          <a:spcPct val="0"/>
        </a:spcBef>
        <a:spcAft>
          <a:spcPct val="0"/>
        </a:spcAft>
        <a:defRPr sz="1350" b="1">
          <a:solidFill>
            <a:srgbClr val="978473"/>
          </a:solidFill>
          <a:latin typeface="Arial" charset="0"/>
          <a:ea typeface="ＭＳ Ｐゴシック" charset="0"/>
          <a:cs typeface="Arial" charset="0"/>
        </a:defRPr>
      </a:lvl5pPr>
      <a:lvl6pPr marL="257175" algn="l" rtl="0" eaLnBrk="1" fontAlgn="base" hangingPunct="1">
        <a:spcBef>
          <a:spcPct val="0"/>
        </a:spcBef>
        <a:spcAft>
          <a:spcPct val="0"/>
        </a:spcAft>
        <a:defRPr sz="2475">
          <a:solidFill>
            <a:schemeClr val="tx1"/>
          </a:solidFill>
          <a:latin typeface="Arial" charset="0"/>
          <a:cs typeface="Arial" charset="0"/>
        </a:defRPr>
      </a:lvl6pPr>
      <a:lvl7pPr marL="514350" algn="l" rtl="0" eaLnBrk="1" fontAlgn="base" hangingPunct="1">
        <a:spcBef>
          <a:spcPct val="0"/>
        </a:spcBef>
        <a:spcAft>
          <a:spcPct val="0"/>
        </a:spcAft>
        <a:defRPr sz="2475">
          <a:solidFill>
            <a:schemeClr val="tx1"/>
          </a:solidFill>
          <a:latin typeface="Arial" charset="0"/>
          <a:cs typeface="Arial" charset="0"/>
        </a:defRPr>
      </a:lvl7pPr>
      <a:lvl8pPr marL="771525" algn="l" rtl="0" eaLnBrk="1" fontAlgn="base" hangingPunct="1">
        <a:spcBef>
          <a:spcPct val="0"/>
        </a:spcBef>
        <a:spcAft>
          <a:spcPct val="0"/>
        </a:spcAft>
        <a:defRPr sz="2475">
          <a:solidFill>
            <a:schemeClr val="tx1"/>
          </a:solidFill>
          <a:latin typeface="Arial" charset="0"/>
          <a:cs typeface="Arial" charset="0"/>
        </a:defRPr>
      </a:lvl8pPr>
      <a:lvl9pPr marL="1028700" algn="l" rtl="0" eaLnBrk="1" fontAlgn="base" hangingPunct="1">
        <a:spcBef>
          <a:spcPct val="0"/>
        </a:spcBef>
        <a:spcAft>
          <a:spcPct val="0"/>
        </a:spcAft>
        <a:defRPr sz="2475">
          <a:solidFill>
            <a:schemeClr val="tx1"/>
          </a:solidFill>
          <a:latin typeface="Arial" charset="0"/>
          <a:cs typeface="Arial" charset="0"/>
        </a:defRPr>
      </a:lvl9pPr>
    </p:titleStyle>
    <p:bodyStyle>
      <a:lvl1pPr marL="0" indent="0" algn="l" rtl="0" eaLnBrk="1" fontAlgn="base" hangingPunct="1">
        <a:spcBef>
          <a:spcPts val="0"/>
        </a:spcBef>
        <a:spcAft>
          <a:spcPct val="0"/>
        </a:spcAft>
        <a:buFont typeface="Arial" pitchFamily="34" charset="0"/>
        <a:defRPr sz="2100" kern="1200">
          <a:solidFill>
            <a:schemeClr val="tx1">
              <a:lumMod val="90000"/>
              <a:lumOff val="10000"/>
            </a:schemeClr>
          </a:solidFill>
          <a:latin typeface="Arial" pitchFamily="34" charset="0"/>
          <a:ea typeface="ＭＳ Ｐゴシック" charset="0"/>
          <a:cs typeface="Arial" pitchFamily="34" charset="0"/>
        </a:defRPr>
      </a:lvl1pPr>
      <a:lvl2pPr marL="227013" indent="-227013" algn="l" rtl="0" eaLnBrk="1" fontAlgn="base" hangingPunct="1">
        <a:spcBef>
          <a:spcPts val="0"/>
        </a:spcBef>
        <a:spcAft>
          <a:spcPct val="0"/>
        </a:spcAft>
        <a:buFont typeface="Arial" pitchFamily="34" charset="0"/>
        <a:buChar char="–"/>
        <a:defRPr sz="2100" kern="1200">
          <a:solidFill>
            <a:schemeClr val="tx1">
              <a:lumMod val="90000"/>
              <a:lumOff val="10000"/>
            </a:schemeClr>
          </a:solidFill>
          <a:latin typeface="Arial" pitchFamily="34" charset="0"/>
          <a:ea typeface="Arial" charset="0"/>
          <a:cs typeface="Arial" pitchFamily="34" charset="0"/>
        </a:defRPr>
      </a:lvl2pPr>
      <a:lvl3pPr marL="461963" indent="-234950" algn="l" rtl="0" eaLnBrk="1" fontAlgn="base" hangingPunct="1">
        <a:spcBef>
          <a:spcPts val="0"/>
        </a:spcBef>
        <a:spcAft>
          <a:spcPct val="0"/>
        </a:spcAft>
        <a:buFont typeface="Arial" pitchFamily="34" charset="0"/>
        <a:buChar char="•"/>
        <a:defRPr sz="1500" kern="1200">
          <a:solidFill>
            <a:schemeClr val="tx1">
              <a:lumMod val="90000"/>
              <a:lumOff val="10000"/>
            </a:schemeClr>
          </a:solidFill>
          <a:latin typeface="Arial" pitchFamily="34" charset="0"/>
          <a:ea typeface="Arial" charset="0"/>
          <a:cs typeface="Arial" pitchFamily="34" charset="0"/>
        </a:defRPr>
      </a:lvl3pPr>
      <a:lvl4pPr marL="687388" indent="-225425" algn="l" rtl="0" eaLnBrk="1" fontAlgn="base" hangingPunct="1">
        <a:spcBef>
          <a:spcPts val="0"/>
        </a:spcBef>
        <a:spcAft>
          <a:spcPct val="0"/>
        </a:spcAft>
        <a:buFont typeface="Arial" pitchFamily="34" charset="0"/>
        <a:buChar char="–"/>
        <a:defRPr sz="1500" kern="1200">
          <a:solidFill>
            <a:schemeClr val="tx1">
              <a:lumMod val="90000"/>
              <a:lumOff val="10000"/>
            </a:schemeClr>
          </a:solidFill>
          <a:latin typeface="Arial" pitchFamily="34" charset="0"/>
          <a:ea typeface="Arial" charset="0"/>
          <a:cs typeface="Arial" pitchFamily="34" charset="0"/>
        </a:defRPr>
      </a:lvl4pPr>
      <a:lvl5pPr marL="914400" indent="-227013" algn="l" rtl="0" eaLnBrk="1" fontAlgn="base" hangingPunct="1">
        <a:spcBef>
          <a:spcPts val="0"/>
        </a:spcBef>
        <a:spcAft>
          <a:spcPct val="0"/>
        </a:spcAft>
        <a:buFont typeface="Arial" pitchFamily="34" charset="0"/>
        <a:buChar char="»"/>
        <a:defRPr sz="1500" kern="1200">
          <a:solidFill>
            <a:schemeClr val="tx1">
              <a:lumMod val="90000"/>
              <a:lumOff val="10000"/>
            </a:schemeClr>
          </a:solidFill>
          <a:latin typeface="Arial" pitchFamily="34" charset="0"/>
          <a:ea typeface="Arial" charset="0"/>
          <a:cs typeface="Arial" pitchFamily="34" charset="0"/>
        </a:defRPr>
      </a:lvl5pPr>
      <a:lvl6pPr marL="1414463" indent="-128588" algn="l" defTabSz="514350" rtl="0" eaLnBrk="1" latinLnBrk="0" hangingPunct="1">
        <a:spcBef>
          <a:spcPct val="20000"/>
        </a:spcBef>
        <a:buFont typeface="Arial" pitchFamily="34" charset="0"/>
        <a:buChar char="•"/>
        <a:defRPr sz="1125" kern="1200">
          <a:solidFill>
            <a:schemeClr val="tx1"/>
          </a:solidFill>
          <a:latin typeface="+mn-lt"/>
          <a:ea typeface="+mn-ea"/>
          <a:cs typeface="+mn-cs"/>
        </a:defRPr>
      </a:lvl6pPr>
      <a:lvl7pPr marL="1671638" indent="-128588" algn="l" defTabSz="514350" rtl="0" eaLnBrk="1" latinLnBrk="0" hangingPunct="1">
        <a:spcBef>
          <a:spcPct val="20000"/>
        </a:spcBef>
        <a:buFont typeface="Arial" pitchFamily="34" charset="0"/>
        <a:buChar char="•"/>
        <a:defRPr sz="1125" kern="1200">
          <a:solidFill>
            <a:schemeClr val="tx1"/>
          </a:solidFill>
          <a:latin typeface="+mn-lt"/>
          <a:ea typeface="+mn-ea"/>
          <a:cs typeface="+mn-cs"/>
        </a:defRPr>
      </a:lvl7pPr>
      <a:lvl8pPr marL="1928813" indent="-128588" algn="l" defTabSz="514350" rtl="0" eaLnBrk="1" latinLnBrk="0" hangingPunct="1">
        <a:spcBef>
          <a:spcPct val="20000"/>
        </a:spcBef>
        <a:buFont typeface="Arial" pitchFamily="34" charset="0"/>
        <a:buChar char="•"/>
        <a:defRPr sz="1125" kern="1200">
          <a:solidFill>
            <a:schemeClr val="tx1"/>
          </a:solidFill>
          <a:latin typeface="+mn-lt"/>
          <a:ea typeface="+mn-ea"/>
          <a:cs typeface="+mn-cs"/>
        </a:defRPr>
      </a:lvl8pPr>
      <a:lvl9pPr marL="2185988" indent="-128588" algn="l" defTabSz="514350" rtl="0" eaLnBrk="1" latinLnBrk="0" hangingPunct="1">
        <a:spcBef>
          <a:spcPct val="20000"/>
        </a:spcBef>
        <a:buFont typeface="Arial" pitchFamily="34" charset="0"/>
        <a:buChar char="•"/>
        <a:defRPr sz="1125" kern="1200">
          <a:solidFill>
            <a:schemeClr val="tx1"/>
          </a:solidFill>
          <a:latin typeface="+mn-lt"/>
          <a:ea typeface="+mn-ea"/>
          <a:cs typeface="+mn-cs"/>
        </a:defRPr>
      </a:lvl9pPr>
    </p:bodyStyle>
    <p:otherStyle>
      <a:defPPr>
        <a:defRPr lang="en-US"/>
      </a:defPPr>
      <a:lvl1pPr marL="0" algn="l" defTabSz="514350" rtl="0" eaLnBrk="1" latinLnBrk="0" hangingPunct="1">
        <a:defRPr sz="1013" kern="1200">
          <a:solidFill>
            <a:schemeClr val="tx1"/>
          </a:solidFill>
          <a:latin typeface="+mn-lt"/>
          <a:ea typeface="+mn-ea"/>
          <a:cs typeface="+mn-cs"/>
        </a:defRPr>
      </a:lvl1pPr>
      <a:lvl2pPr marL="257175" algn="l" defTabSz="514350" rtl="0" eaLnBrk="1" latinLnBrk="0" hangingPunct="1">
        <a:defRPr sz="1013" kern="1200">
          <a:solidFill>
            <a:schemeClr val="tx1"/>
          </a:solidFill>
          <a:latin typeface="+mn-lt"/>
          <a:ea typeface="+mn-ea"/>
          <a:cs typeface="+mn-cs"/>
        </a:defRPr>
      </a:lvl2pPr>
      <a:lvl3pPr marL="514350" algn="l" defTabSz="514350" rtl="0" eaLnBrk="1" latinLnBrk="0" hangingPunct="1">
        <a:defRPr sz="1013" kern="1200">
          <a:solidFill>
            <a:schemeClr val="tx1"/>
          </a:solidFill>
          <a:latin typeface="+mn-lt"/>
          <a:ea typeface="+mn-ea"/>
          <a:cs typeface="+mn-cs"/>
        </a:defRPr>
      </a:lvl3pPr>
      <a:lvl4pPr marL="771525" algn="l" defTabSz="514350" rtl="0" eaLnBrk="1" latinLnBrk="0" hangingPunct="1">
        <a:defRPr sz="1013" kern="1200">
          <a:solidFill>
            <a:schemeClr val="tx1"/>
          </a:solidFill>
          <a:latin typeface="+mn-lt"/>
          <a:ea typeface="+mn-ea"/>
          <a:cs typeface="+mn-cs"/>
        </a:defRPr>
      </a:lvl4pPr>
      <a:lvl5pPr marL="1028700" algn="l" defTabSz="514350" rtl="0" eaLnBrk="1" latinLnBrk="0" hangingPunct="1">
        <a:defRPr sz="1013" kern="1200">
          <a:solidFill>
            <a:schemeClr val="tx1"/>
          </a:solidFill>
          <a:latin typeface="+mn-lt"/>
          <a:ea typeface="+mn-ea"/>
          <a:cs typeface="+mn-cs"/>
        </a:defRPr>
      </a:lvl5pPr>
      <a:lvl6pPr marL="1285875" algn="l" defTabSz="514350" rtl="0" eaLnBrk="1" latinLnBrk="0" hangingPunct="1">
        <a:defRPr sz="1013" kern="1200">
          <a:solidFill>
            <a:schemeClr val="tx1"/>
          </a:solidFill>
          <a:latin typeface="+mn-lt"/>
          <a:ea typeface="+mn-ea"/>
          <a:cs typeface="+mn-cs"/>
        </a:defRPr>
      </a:lvl6pPr>
      <a:lvl7pPr marL="1543050" algn="l" defTabSz="514350" rtl="0" eaLnBrk="1" latinLnBrk="0" hangingPunct="1">
        <a:defRPr sz="1013" kern="1200">
          <a:solidFill>
            <a:schemeClr val="tx1"/>
          </a:solidFill>
          <a:latin typeface="+mn-lt"/>
          <a:ea typeface="+mn-ea"/>
          <a:cs typeface="+mn-cs"/>
        </a:defRPr>
      </a:lvl7pPr>
      <a:lvl8pPr marL="1800225" algn="l" defTabSz="514350" rtl="0" eaLnBrk="1" latinLnBrk="0" hangingPunct="1">
        <a:defRPr sz="1013" kern="1200">
          <a:solidFill>
            <a:schemeClr val="tx1"/>
          </a:solidFill>
          <a:latin typeface="+mn-lt"/>
          <a:ea typeface="+mn-ea"/>
          <a:cs typeface="+mn-cs"/>
        </a:defRPr>
      </a:lvl8pPr>
      <a:lvl9pPr marL="2057400" algn="l" defTabSz="514350" rtl="0" eaLnBrk="1" latinLnBrk="0" hangingPunct="1">
        <a:defRPr sz="1013" kern="1200">
          <a:solidFill>
            <a:schemeClr val="tx1"/>
          </a:solidFill>
          <a:latin typeface="+mn-lt"/>
          <a:ea typeface="+mn-ea"/>
          <a:cs typeface="+mn-cs"/>
        </a:defRPr>
      </a:lvl9pPr>
    </p:otherStyle>
  </p:txStyles>
  <p:extLst>
    <p:ext uri="{27BBF7A9-308A-43DC-89C8-2F10F3537804}">
      <p15:sldGuideLst xmlns:p15="http://schemas.microsoft.com/office/powerpoint/2012/main">
        <p15:guide id="1" pos="7512">
          <p15:clr>
            <a:srgbClr val="5ACBF0"/>
          </p15:clr>
        </p15:guide>
        <p15:guide id="2" pos="12971">
          <p15:clr>
            <a:srgbClr val="5ACBF0"/>
          </p15:clr>
        </p15:guide>
        <p15:guide id="3" pos="168">
          <p15:clr>
            <a:srgbClr val="5ACBF0"/>
          </p15:clr>
        </p15:guide>
        <p15:guide id="4" orient="horz" pos="624">
          <p15:clr>
            <a:srgbClr val="F26B43"/>
          </p15:clr>
        </p15:guide>
        <p15:guide id="5" orient="horz" pos="583">
          <p15:clr>
            <a:srgbClr val="F26B43"/>
          </p15:clr>
        </p15:guide>
        <p15:guide id="6" orient="horz" pos="4176">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gradFill flip="none" rotWithShape="1">
          <a:gsLst>
            <a:gs pos="87000">
              <a:schemeClr val="tx2"/>
            </a:gs>
            <a:gs pos="90000">
              <a:schemeClr val="tx2"/>
            </a:gs>
            <a:gs pos="98000">
              <a:schemeClr val="bg1">
                <a:lumMod val="40000"/>
                <a:lumOff val="60000"/>
              </a:schemeClr>
            </a:gs>
          </a:gsLst>
          <a:path path="circle">
            <a:fillToRect l="100000" t="100000"/>
          </a:path>
          <a:tileRect r="-100000" b="-100000"/>
        </a:gra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809A6F4-437A-F5BC-A382-7E14CD1E36B7}"/>
              </a:ext>
            </a:extLst>
          </p:cNvPr>
          <p:cNvSpPr txBox="1"/>
          <p:nvPr userDrawn="1"/>
        </p:nvSpPr>
        <p:spPr>
          <a:xfrm>
            <a:off x="5862607" y="24910"/>
            <a:ext cx="466787" cy="216635"/>
          </a:xfrm>
          <a:prstGeom prst="rect">
            <a:avLst/>
          </a:prstGeom>
          <a:noFill/>
        </p:spPr>
        <p:txBody>
          <a:bodyPr wrap="square" lIns="0" tIns="0" rIns="0" bIns="0" rtlCol="0" anchor="b">
            <a:spAutoFit/>
          </a:bodyPr>
          <a:lstStyle/>
          <a:p>
            <a:pPr algn="ctr"/>
            <a:r>
              <a:rPr lang="en-US" sz="1400" b="1">
                <a:solidFill>
                  <a:srgbClr val="00B050"/>
                </a:solidFill>
              </a:rPr>
              <a:t>CUI</a:t>
            </a:r>
          </a:p>
        </p:txBody>
      </p:sp>
      <p:sp>
        <p:nvSpPr>
          <p:cNvPr id="4" name="TextBox 3">
            <a:extLst>
              <a:ext uri="{FF2B5EF4-FFF2-40B4-BE49-F238E27FC236}">
                <a16:creationId xmlns:a16="http://schemas.microsoft.com/office/drawing/2014/main" id="{901DB1F4-AA0B-D214-2C9A-AE809FF1F697}"/>
              </a:ext>
            </a:extLst>
          </p:cNvPr>
          <p:cNvSpPr txBox="1"/>
          <p:nvPr userDrawn="1"/>
        </p:nvSpPr>
        <p:spPr>
          <a:xfrm>
            <a:off x="5862607" y="6624203"/>
            <a:ext cx="466787" cy="216635"/>
          </a:xfrm>
          <a:prstGeom prst="rect">
            <a:avLst/>
          </a:prstGeom>
          <a:noFill/>
        </p:spPr>
        <p:txBody>
          <a:bodyPr wrap="square" lIns="0" tIns="0" rIns="0" bIns="0" rtlCol="0" anchor="b">
            <a:spAutoFit/>
          </a:bodyPr>
          <a:lstStyle/>
          <a:p>
            <a:pPr algn="ctr"/>
            <a:r>
              <a:rPr lang="en-US" sz="1400" b="1">
                <a:solidFill>
                  <a:srgbClr val="00B050"/>
                </a:solidFill>
              </a:rPr>
              <a:t>CUI</a:t>
            </a:r>
          </a:p>
        </p:txBody>
      </p:sp>
      <p:sp>
        <p:nvSpPr>
          <p:cNvPr id="4099" name="Title Placeholder 1"/>
          <p:cNvSpPr>
            <a:spLocks noGrp="1"/>
          </p:cNvSpPr>
          <p:nvPr>
            <p:ph type="title"/>
          </p:nvPr>
        </p:nvSpPr>
        <p:spPr bwMode="auto">
          <a:xfrm>
            <a:off x="948366" y="128981"/>
            <a:ext cx="10386814" cy="832920"/>
          </a:xfrm>
          <a:prstGeom prst="rect">
            <a:avLst/>
          </a:prstGeom>
          <a:noFill/>
          <a:ln w="9525">
            <a:noFill/>
            <a:miter lim="800000"/>
            <a:headEnd/>
            <a:tailEnd/>
          </a:ln>
        </p:spPr>
        <p:txBody>
          <a:bodyPr vert="horz" wrap="square" lIns="45720" tIns="0" rIns="45720" bIns="0" numCol="1" anchor="ctr" anchorCtr="0" compatLnSpc="1">
            <a:prstTxWarp prst="textNoShape">
              <a:avLst/>
            </a:prstTxWarp>
          </a:bodyPr>
          <a:lstStyle/>
          <a:p>
            <a:pPr lvl="0"/>
            <a:r>
              <a:rPr lang="en-US"/>
              <a:t>Click to edit Master title slide</a:t>
            </a:r>
          </a:p>
        </p:txBody>
      </p:sp>
      <p:sp>
        <p:nvSpPr>
          <p:cNvPr id="1030" name="Text Placeholder 2"/>
          <p:cNvSpPr>
            <a:spLocks noGrp="1"/>
          </p:cNvSpPr>
          <p:nvPr>
            <p:ph type="body" idx="1"/>
          </p:nvPr>
        </p:nvSpPr>
        <p:spPr bwMode="auto">
          <a:xfrm>
            <a:off x="266700" y="1028700"/>
            <a:ext cx="11658600" cy="56007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Box 14">
            <a:extLst>
              <a:ext uri="{FF2B5EF4-FFF2-40B4-BE49-F238E27FC236}">
                <a16:creationId xmlns:a16="http://schemas.microsoft.com/office/drawing/2014/main" id="{8E9D0075-D2A3-A5CC-4256-B31D3D5E4FF4}"/>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pPr algn="r">
                <a:spcBef>
                  <a:spcPct val="50000"/>
                </a:spcBef>
                <a:defRPr/>
              </a:pPr>
              <a:t>‹#›</a:t>
            </a:fld>
            <a:endParaRPr lang="en-US" sz="1100" b="0" baseline="0"/>
          </a:p>
        </p:txBody>
      </p:sp>
      <p:sp>
        <p:nvSpPr>
          <p:cNvPr id="6" name="Date Placeholder 4">
            <a:extLst>
              <a:ext uri="{FF2B5EF4-FFF2-40B4-BE49-F238E27FC236}">
                <a16:creationId xmlns:a16="http://schemas.microsoft.com/office/drawing/2014/main" id="{654CE446-4257-6BEB-B6A7-C36A4CB84617}"/>
              </a:ext>
            </a:extLst>
          </p:cNvPr>
          <p:cNvSpPr>
            <a:spLocks noGrp="1"/>
          </p:cNvSpPr>
          <p:nvPr>
            <p:ph type="dt" sz="half" idx="2"/>
          </p:nvPr>
        </p:nvSpPr>
        <p:spPr>
          <a:xfrm>
            <a:off x="8842515" y="6653150"/>
            <a:ext cx="3081713" cy="137160"/>
          </a:xfrm>
          <a:prstGeom prst="rect">
            <a:avLst/>
          </a:prstGeom>
        </p:spPr>
        <p:txBody>
          <a:bodyPr anchor="ctr"/>
          <a:lstStyle>
            <a:lvl1pPr algn="r">
              <a:defRPr sz="900">
                <a:solidFill>
                  <a:schemeClr val="tx1">
                    <a:lumMod val="75000"/>
                    <a:lumOff val="25000"/>
                  </a:schemeClr>
                </a:solidFill>
              </a:defRPr>
            </a:lvl1pPr>
          </a:lstStyle>
          <a:p>
            <a:endParaRPr lang="en-US"/>
          </a:p>
        </p:txBody>
      </p:sp>
      <p:sp>
        <p:nvSpPr>
          <p:cNvPr id="7" name="Footer Placeholder 3">
            <a:extLst>
              <a:ext uri="{FF2B5EF4-FFF2-40B4-BE49-F238E27FC236}">
                <a16:creationId xmlns:a16="http://schemas.microsoft.com/office/drawing/2014/main" id="{BB31B321-C66F-1A23-694D-DF5296341D94}"/>
              </a:ext>
            </a:extLst>
          </p:cNvPr>
          <p:cNvSpPr>
            <a:spLocks noGrp="1"/>
          </p:cNvSpPr>
          <p:nvPr>
            <p:ph type="ftr" sz="quarter" idx="3"/>
          </p:nvPr>
        </p:nvSpPr>
        <p:spPr>
          <a:xfrm>
            <a:off x="266700" y="6653150"/>
            <a:ext cx="2901373" cy="137160"/>
          </a:xfrm>
          <a:prstGeom prst="rect">
            <a:avLst/>
          </a:prstGeom>
        </p:spPr>
        <p:txBody>
          <a:bodyPr anchor="ctr"/>
          <a:lstStyle>
            <a:lvl1pPr>
              <a:defRPr sz="900">
                <a:solidFill>
                  <a:schemeClr val="tx1">
                    <a:lumMod val="75000"/>
                    <a:lumOff val="25000"/>
                  </a:schemeClr>
                </a:solidFill>
              </a:defRPr>
            </a:lvl1pPr>
          </a:lstStyle>
          <a:p>
            <a:endParaRPr lang="en-US"/>
          </a:p>
        </p:txBody>
      </p:sp>
      <p:pic>
        <p:nvPicPr>
          <p:cNvPr id="9" name="Picture 8" descr="A red and white sign&#10;&#10;Description automatically generated with medium confidence">
            <a:extLst>
              <a:ext uri="{FF2B5EF4-FFF2-40B4-BE49-F238E27FC236}">
                <a16:creationId xmlns:a16="http://schemas.microsoft.com/office/drawing/2014/main" id="{9C47990B-ED32-7041-7CE6-379DC0F77AAE}"/>
              </a:ext>
            </a:extLst>
          </p:cNvPr>
          <p:cNvPicPr>
            <a:picLocks noChangeAspect="1"/>
          </p:cNvPicPr>
          <p:nvPr userDrawn="1"/>
        </p:nvPicPr>
        <p:blipFill>
          <a:blip r:embed="rId30"/>
          <a:stretch>
            <a:fillRect/>
          </a:stretch>
        </p:blipFill>
        <p:spPr>
          <a:xfrm>
            <a:off x="11309075" y="319470"/>
            <a:ext cx="681666" cy="451942"/>
          </a:xfrm>
          <a:prstGeom prst="rect">
            <a:avLst/>
          </a:prstGeom>
        </p:spPr>
      </p:pic>
      <p:pic>
        <p:nvPicPr>
          <p:cNvPr id="2" name="Picture 1" descr="A picture containing text, clipart&#10;&#10;Description automatically generated">
            <a:extLst>
              <a:ext uri="{FF2B5EF4-FFF2-40B4-BE49-F238E27FC236}">
                <a16:creationId xmlns:a16="http://schemas.microsoft.com/office/drawing/2014/main" id="{A03C655F-18AF-780C-F994-802A30EEA9EF}"/>
              </a:ext>
            </a:extLst>
          </p:cNvPr>
          <p:cNvPicPr>
            <a:picLocks noChangeAspect="1"/>
          </p:cNvPicPr>
          <p:nvPr userDrawn="1"/>
        </p:nvPicPr>
        <p:blipFill>
          <a:blip r:embed="rId31"/>
          <a:stretch>
            <a:fillRect/>
          </a:stretch>
        </p:blipFill>
        <p:spPr>
          <a:xfrm>
            <a:off x="266700" y="113697"/>
            <a:ext cx="644814" cy="811816"/>
          </a:xfrm>
          <a:prstGeom prst="rect">
            <a:avLst/>
          </a:prstGeom>
        </p:spPr>
      </p:pic>
      <p:sp>
        <p:nvSpPr>
          <p:cNvPr id="8" name="Rectangle 7">
            <a:extLst>
              <a:ext uri="{FF2B5EF4-FFF2-40B4-BE49-F238E27FC236}">
                <a16:creationId xmlns:a16="http://schemas.microsoft.com/office/drawing/2014/main" id="{7AD4339D-DBCA-B475-10A1-FBC7E6A007BD}"/>
              </a:ext>
            </a:extLst>
          </p:cNvPr>
          <p:cNvSpPr/>
          <p:nvPr userDrawn="1"/>
        </p:nvSpPr>
        <p:spPr>
          <a:xfrm>
            <a:off x="0" y="0"/>
            <a:ext cx="12192000" cy="6858000"/>
          </a:xfrm>
          <a:prstGeom prst="rect">
            <a:avLst/>
          </a:prstGeom>
          <a:noFill/>
          <a:ln w="76200">
            <a:solidFill>
              <a:schemeClr val="bg2">
                <a:lumMod val="9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8968281"/>
      </p:ext>
    </p:extLst>
  </p:cSld>
  <p:clrMap bg1="lt1" tx1="dk1" bg2="lt2" tx2="dk2" accent1="accent1" accent2="accent2" accent3="accent3" accent4="accent4" accent5="accent5" accent6="accent6" hlink="hlink" folHlink="folHlink"/>
  <p:sldLayoutIdLst>
    <p:sldLayoutId id="2147484082" r:id="rId1"/>
    <p:sldLayoutId id="2147484083" r:id="rId2"/>
    <p:sldLayoutId id="2147484084" r:id="rId3"/>
    <p:sldLayoutId id="2147484085" r:id="rId4"/>
    <p:sldLayoutId id="2147484086" r:id="rId5"/>
    <p:sldLayoutId id="2147484087" r:id="rId6"/>
    <p:sldLayoutId id="2147484088" r:id="rId7"/>
    <p:sldLayoutId id="2147484089" r:id="rId8"/>
    <p:sldLayoutId id="2147484090" r:id="rId9"/>
    <p:sldLayoutId id="2147484091" r:id="rId10"/>
    <p:sldLayoutId id="2147484092" r:id="rId11"/>
    <p:sldLayoutId id="2147484093" r:id="rId12"/>
    <p:sldLayoutId id="2147484094" r:id="rId13"/>
    <p:sldLayoutId id="2147484095" r:id="rId14"/>
    <p:sldLayoutId id="2147484096" r:id="rId15"/>
    <p:sldLayoutId id="2147484097" r:id="rId16"/>
    <p:sldLayoutId id="2147484098" r:id="rId17"/>
    <p:sldLayoutId id="2147484099" r:id="rId18"/>
    <p:sldLayoutId id="2147484139" r:id="rId19"/>
    <p:sldLayoutId id="2147484101" r:id="rId20"/>
    <p:sldLayoutId id="2147484102" r:id="rId21"/>
    <p:sldLayoutId id="2147484103" r:id="rId22"/>
    <p:sldLayoutId id="2147484104" r:id="rId23"/>
    <p:sldLayoutId id="2147484105" r:id="rId24"/>
    <p:sldLayoutId id="2147484106" r:id="rId25"/>
    <p:sldLayoutId id="2147484107" r:id="rId26"/>
    <p:sldLayoutId id="2147484108" r:id="rId27"/>
    <p:sldLayoutId id="2147484141" r:id="rId28"/>
  </p:sldLayoutIdLst>
  <p:hf hdr="0" dt="0"/>
  <p:txStyles>
    <p:titleStyle>
      <a:lvl1pPr algn="l" rtl="0" eaLnBrk="1" fontAlgn="base" hangingPunct="1">
        <a:spcBef>
          <a:spcPct val="0"/>
        </a:spcBef>
        <a:spcAft>
          <a:spcPct val="0"/>
        </a:spcAft>
        <a:defRPr sz="3200" b="1" kern="1200" cap="all">
          <a:solidFill>
            <a:schemeClr val="tx1">
              <a:lumMod val="90000"/>
              <a:lumOff val="10000"/>
            </a:schemeClr>
          </a:solidFill>
          <a:latin typeface="Arial" pitchFamily="34" charset="0"/>
          <a:ea typeface="ＭＳ Ｐゴシック" charset="0"/>
          <a:cs typeface="Arial" pitchFamily="34" charset="0"/>
        </a:defRPr>
      </a:lvl1pPr>
      <a:lvl2pPr algn="l" rtl="0" eaLnBrk="1" fontAlgn="base" hangingPunct="1">
        <a:spcBef>
          <a:spcPct val="0"/>
        </a:spcBef>
        <a:spcAft>
          <a:spcPct val="0"/>
        </a:spcAft>
        <a:defRPr sz="1350" b="1">
          <a:solidFill>
            <a:srgbClr val="978473"/>
          </a:solidFill>
          <a:latin typeface="Arial" charset="0"/>
          <a:ea typeface="ＭＳ Ｐゴシック" charset="0"/>
          <a:cs typeface="Arial" charset="0"/>
        </a:defRPr>
      </a:lvl2pPr>
      <a:lvl3pPr algn="l" rtl="0" eaLnBrk="1" fontAlgn="base" hangingPunct="1">
        <a:spcBef>
          <a:spcPct val="0"/>
        </a:spcBef>
        <a:spcAft>
          <a:spcPct val="0"/>
        </a:spcAft>
        <a:defRPr sz="1350" b="1">
          <a:solidFill>
            <a:srgbClr val="978473"/>
          </a:solidFill>
          <a:latin typeface="Arial" charset="0"/>
          <a:ea typeface="ＭＳ Ｐゴシック" charset="0"/>
          <a:cs typeface="Arial" charset="0"/>
        </a:defRPr>
      </a:lvl3pPr>
      <a:lvl4pPr algn="l" rtl="0" eaLnBrk="1" fontAlgn="base" hangingPunct="1">
        <a:spcBef>
          <a:spcPct val="0"/>
        </a:spcBef>
        <a:spcAft>
          <a:spcPct val="0"/>
        </a:spcAft>
        <a:defRPr sz="1350" b="1">
          <a:solidFill>
            <a:srgbClr val="978473"/>
          </a:solidFill>
          <a:latin typeface="Arial" charset="0"/>
          <a:ea typeface="ＭＳ Ｐゴシック" charset="0"/>
          <a:cs typeface="Arial" charset="0"/>
        </a:defRPr>
      </a:lvl4pPr>
      <a:lvl5pPr algn="l" rtl="0" eaLnBrk="1" fontAlgn="base" hangingPunct="1">
        <a:spcBef>
          <a:spcPct val="0"/>
        </a:spcBef>
        <a:spcAft>
          <a:spcPct val="0"/>
        </a:spcAft>
        <a:defRPr sz="1350" b="1">
          <a:solidFill>
            <a:srgbClr val="978473"/>
          </a:solidFill>
          <a:latin typeface="Arial" charset="0"/>
          <a:ea typeface="ＭＳ Ｐゴシック" charset="0"/>
          <a:cs typeface="Arial" charset="0"/>
        </a:defRPr>
      </a:lvl5pPr>
      <a:lvl6pPr marL="257175" algn="l" rtl="0" eaLnBrk="1" fontAlgn="base" hangingPunct="1">
        <a:spcBef>
          <a:spcPct val="0"/>
        </a:spcBef>
        <a:spcAft>
          <a:spcPct val="0"/>
        </a:spcAft>
        <a:defRPr sz="2475">
          <a:solidFill>
            <a:schemeClr val="tx1"/>
          </a:solidFill>
          <a:latin typeface="Arial" charset="0"/>
          <a:cs typeface="Arial" charset="0"/>
        </a:defRPr>
      </a:lvl6pPr>
      <a:lvl7pPr marL="514350" algn="l" rtl="0" eaLnBrk="1" fontAlgn="base" hangingPunct="1">
        <a:spcBef>
          <a:spcPct val="0"/>
        </a:spcBef>
        <a:spcAft>
          <a:spcPct val="0"/>
        </a:spcAft>
        <a:defRPr sz="2475">
          <a:solidFill>
            <a:schemeClr val="tx1"/>
          </a:solidFill>
          <a:latin typeface="Arial" charset="0"/>
          <a:cs typeface="Arial" charset="0"/>
        </a:defRPr>
      </a:lvl7pPr>
      <a:lvl8pPr marL="771525" algn="l" rtl="0" eaLnBrk="1" fontAlgn="base" hangingPunct="1">
        <a:spcBef>
          <a:spcPct val="0"/>
        </a:spcBef>
        <a:spcAft>
          <a:spcPct val="0"/>
        </a:spcAft>
        <a:defRPr sz="2475">
          <a:solidFill>
            <a:schemeClr val="tx1"/>
          </a:solidFill>
          <a:latin typeface="Arial" charset="0"/>
          <a:cs typeface="Arial" charset="0"/>
        </a:defRPr>
      </a:lvl8pPr>
      <a:lvl9pPr marL="1028700" algn="l" rtl="0" eaLnBrk="1" fontAlgn="base" hangingPunct="1">
        <a:spcBef>
          <a:spcPct val="0"/>
        </a:spcBef>
        <a:spcAft>
          <a:spcPct val="0"/>
        </a:spcAft>
        <a:defRPr sz="2475">
          <a:solidFill>
            <a:schemeClr val="tx1"/>
          </a:solidFill>
          <a:latin typeface="Arial" charset="0"/>
          <a:cs typeface="Arial" charset="0"/>
        </a:defRPr>
      </a:lvl9pPr>
    </p:titleStyle>
    <p:bodyStyle>
      <a:lvl1pPr marL="0" indent="0" algn="l" rtl="0" eaLnBrk="1" fontAlgn="base" hangingPunct="1">
        <a:spcBef>
          <a:spcPts val="0"/>
        </a:spcBef>
        <a:spcAft>
          <a:spcPct val="0"/>
        </a:spcAft>
        <a:buFont typeface="Arial" pitchFamily="34" charset="0"/>
        <a:defRPr sz="2100" kern="1200">
          <a:solidFill>
            <a:schemeClr val="tx1">
              <a:lumMod val="90000"/>
              <a:lumOff val="10000"/>
            </a:schemeClr>
          </a:solidFill>
          <a:latin typeface="Arial" pitchFamily="34" charset="0"/>
          <a:ea typeface="ＭＳ Ｐゴシック" charset="0"/>
          <a:cs typeface="Arial" pitchFamily="34" charset="0"/>
        </a:defRPr>
      </a:lvl1pPr>
      <a:lvl2pPr marL="227013" indent="-227013" algn="l" rtl="0" eaLnBrk="1" fontAlgn="base" hangingPunct="1">
        <a:spcBef>
          <a:spcPts val="0"/>
        </a:spcBef>
        <a:spcAft>
          <a:spcPct val="0"/>
        </a:spcAft>
        <a:buFont typeface="Arial" pitchFamily="34" charset="0"/>
        <a:buChar char="–"/>
        <a:defRPr sz="2100" kern="1200">
          <a:solidFill>
            <a:schemeClr val="tx1">
              <a:lumMod val="90000"/>
              <a:lumOff val="10000"/>
            </a:schemeClr>
          </a:solidFill>
          <a:latin typeface="Arial" pitchFamily="34" charset="0"/>
          <a:ea typeface="Arial" charset="0"/>
          <a:cs typeface="Arial" pitchFamily="34" charset="0"/>
        </a:defRPr>
      </a:lvl2pPr>
      <a:lvl3pPr marL="461963" indent="-234950" algn="l" rtl="0" eaLnBrk="1" fontAlgn="base" hangingPunct="1">
        <a:spcBef>
          <a:spcPts val="0"/>
        </a:spcBef>
        <a:spcAft>
          <a:spcPct val="0"/>
        </a:spcAft>
        <a:buFont typeface="Arial" pitchFamily="34" charset="0"/>
        <a:buChar char="•"/>
        <a:defRPr sz="1500" kern="1200">
          <a:solidFill>
            <a:schemeClr val="tx1">
              <a:lumMod val="90000"/>
              <a:lumOff val="10000"/>
            </a:schemeClr>
          </a:solidFill>
          <a:latin typeface="Arial" pitchFamily="34" charset="0"/>
          <a:ea typeface="Arial" charset="0"/>
          <a:cs typeface="Arial" pitchFamily="34" charset="0"/>
        </a:defRPr>
      </a:lvl3pPr>
      <a:lvl4pPr marL="687388" indent="-225425" algn="l" rtl="0" eaLnBrk="1" fontAlgn="base" hangingPunct="1">
        <a:spcBef>
          <a:spcPts val="0"/>
        </a:spcBef>
        <a:spcAft>
          <a:spcPct val="0"/>
        </a:spcAft>
        <a:buFont typeface="Arial" pitchFamily="34" charset="0"/>
        <a:buChar char="–"/>
        <a:defRPr sz="1500" kern="1200">
          <a:solidFill>
            <a:schemeClr val="tx1">
              <a:lumMod val="90000"/>
              <a:lumOff val="10000"/>
            </a:schemeClr>
          </a:solidFill>
          <a:latin typeface="Arial" pitchFamily="34" charset="0"/>
          <a:ea typeface="Arial" charset="0"/>
          <a:cs typeface="Arial" pitchFamily="34" charset="0"/>
        </a:defRPr>
      </a:lvl4pPr>
      <a:lvl5pPr marL="914400" indent="-227013" algn="l" rtl="0" eaLnBrk="1" fontAlgn="base" hangingPunct="1">
        <a:spcBef>
          <a:spcPts val="0"/>
        </a:spcBef>
        <a:spcAft>
          <a:spcPct val="0"/>
        </a:spcAft>
        <a:buFont typeface="Arial" pitchFamily="34" charset="0"/>
        <a:buChar char="»"/>
        <a:defRPr sz="1500" kern="1200">
          <a:solidFill>
            <a:schemeClr val="tx1">
              <a:lumMod val="90000"/>
              <a:lumOff val="10000"/>
            </a:schemeClr>
          </a:solidFill>
          <a:latin typeface="Arial" pitchFamily="34" charset="0"/>
          <a:ea typeface="Arial" charset="0"/>
          <a:cs typeface="Arial" pitchFamily="34" charset="0"/>
        </a:defRPr>
      </a:lvl5pPr>
      <a:lvl6pPr marL="1414463" indent="-128588" algn="l" defTabSz="514350" rtl="0" eaLnBrk="1" latinLnBrk="0" hangingPunct="1">
        <a:spcBef>
          <a:spcPct val="20000"/>
        </a:spcBef>
        <a:buFont typeface="Arial" pitchFamily="34" charset="0"/>
        <a:buChar char="•"/>
        <a:defRPr sz="1125" kern="1200">
          <a:solidFill>
            <a:schemeClr val="tx1"/>
          </a:solidFill>
          <a:latin typeface="+mn-lt"/>
          <a:ea typeface="+mn-ea"/>
          <a:cs typeface="+mn-cs"/>
        </a:defRPr>
      </a:lvl6pPr>
      <a:lvl7pPr marL="1671638" indent="-128588" algn="l" defTabSz="514350" rtl="0" eaLnBrk="1" latinLnBrk="0" hangingPunct="1">
        <a:spcBef>
          <a:spcPct val="20000"/>
        </a:spcBef>
        <a:buFont typeface="Arial" pitchFamily="34" charset="0"/>
        <a:buChar char="•"/>
        <a:defRPr sz="1125" kern="1200">
          <a:solidFill>
            <a:schemeClr val="tx1"/>
          </a:solidFill>
          <a:latin typeface="+mn-lt"/>
          <a:ea typeface="+mn-ea"/>
          <a:cs typeface="+mn-cs"/>
        </a:defRPr>
      </a:lvl7pPr>
      <a:lvl8pPr marL="1928813" indent="-128588" algn="l" defTabSz="514350" rtl="0" eaLnBrk="1" latinLnBrk="0" hangingPunct="1">
        <a:spcBef>
          <a:spcPct val="20000"/>
        </a:spcBef>
        <a:buFont typeface="Arial" pitchFamily="34" charset="0"/>
        <a:buChar char="•"/>
        <a:defRPr sz="1125" kern="1200">
          <a:solidFill>
            <a:schemeClr val="tx1"/>
          </a:solidFill>
          <a:latin typeface="+mn-lt"/>
          <a:ea typeface="+mn-ea"/>
          <a:cs typeface="+mn-cs"/>
        </a:defRPr>
      </a:lvl8pPr>
      <a:lvl9pPr marL="2185988" indent="-128588" algn="l" defTabSz="514350" rtl="0" eaLnBrk="1" latinLnBrk="0" hangingPunct="1">
        <a:spcBef>
          <a:spcPct val="20000"/>
        </a:spcBef>
        <a:buFont typeface="Arial" pitchFamily="34" charset="0"/>
        <a:buChar char="•"/>
        <a:defRPr sz="1125" kern="1200">
          <a:solidFill>
            <a:schemeClr val="tx1"/>
          </a:solidFill>
          <a:latin typeface="+mn-lt"/>
          <a:ea typeface="+mn-ea"/>
          <a:cs typeface="+mn-cs"/>
        </a:defRPr>
      </a:lvl9pPr>
    </p:bodyStyle>
    <p:otherStyle>
      <a:defPPr>
        <a:defRPr lang="en-US"/>
      </a:defPPr>
      <a:lvl1pPr marL="0" algn="l" defTabSz="514350" rtl="0" eaLnBrk="1" latinLnBrk="0" hangingPunct="1">
        <a:defRPr sz="1013" kern="1200">
          <a:solidFill>
            <a:schemeClr val="tx1"/>
          </a:solidFill>
          <a:latin typeface="+mn-lt"/>
          <a:ea typeface="+mn-ea"/>
          <a:cs typeface="+mn-cs"/>
        </a:defRPr>
      </a:lvl1pPr>
      <a:lvl2pPr marL="257175" algn="l" defTabSz="514350" rtl="0" eaLnBrk="1" latinLnBrk="0" hangingPunct="1">
        <a:defRPr sz="1013" kern="1200">
          <a:solidFill>
            <a:schemeClr val="tx1"/>
          </a:solidFill>
          <a:latin typeface="+mn-lt"/>
          <a:ea typeface="+mn-ea"/>
          <a:cs typeface="+mn-cs"/>
        </a:defRPr>
      </a:lvl2pPr>
      <a:lvl3pPr marL="514350" algn="l" defTabSz="514350" rtl="0" eaLnBrk="1" latinLnBrk="0" hangingPunct="1">
        <a:defRPr sz="1013" kern="1200">
          <a:solidFill>
            <a:schemeClr val="tx1"/>
          </a:solidFill>
          <a:latin typeface="+mn-lt"/>
          <a:ea typeface="+mn-ea"/>
          <a:cs typeface="+mn-cs"/>
        </a:defRPr>
      </a:lvl3pPr>
      <a:lvl4pPr marL="771525" algn="l" defTabSz="514350" rtl="0" eaLnBrk="1" latinLnBrk="0" hangingPunct="1">
        <a:defRPr sz="1013" kern="1200">
          <a:solidFill>
            <a:schemeClr val="tx1"/>
          </a:solidFill>
          <a:latin typeface="+mn-lt"/>
          <a:ea typeface="+mn-ea"/>
          <a:cs typeface="+mn-cs"/>
        </a:defRPr>
      </a:lvl4pPr>
      <a:lvl5pPr marL="1028700" algn="l" defTabSz="514350" rtl="0" eaLnBrk="1" latinLnBrk="0" hangingPunct="1">
        <a:defRPr sz="1013" kern="1200">
          <a:solidFill>
            <a:schemeClr val="tx1"/>
          </a:solidFill>
          <a:latin typeface="+mn-lt"/>
          <a:ea typeface="+mn-ea"/>
          <a:cs typeface="+mn-cs"/>
        </a:defRPr>
      </a:lvl5pPr>
      <a:lvl6pPr marL="1285875" algn="l" defTabSz="514350" rtl="0" eaLnBrk="1" latinLnBrk="0" hangingPunct="1">
        <a:defRPr sz="1013" kern="1200">
          <a:solidFill>
            <a:schemeClr val="tx1"/>
          </a:solidFill>
          <a:latin typeface="+mn-lt"/>
          <a:ea typeface="+mn-ea"/>
          <a:cs typeface="+mn-cs"/>
        </a:defRPr>
      </a:lvl6pPr>
      <a:lvl7pPr marL="1543050" algn="l" defTabSz="514350" rtl="0" eaLnBrk="1" latinLnBrk="0" hangingPunct="1">
        <a:defRPr sz="1013" kern="1200">
          <a:solidFill>
            <a:schemeClr val="tx1"/>
          </a:solidFill>
          <a:latin typeface="+mn-lt"/>
          <a:ea typeface="+mn-ea"/>
          <a:cs typeface="+mn-cs"/>
        </a:defRPr>
      </a:lvl7pPr>
      <a:lvl8pPr marL="1800225" algn="l" defTabSz="514350" rtl="0" eaLnBrk="1" latinLnBrk="0" hangingPunct="1">
        <a:defRPr sz="1013" kern="1200">
          <a:solidFill>
            <a:schemeClr val="tx1"/>
          </a:solidFill>
          <a:latin typeface="+mn-lt"/>
          <a:ea typeface="+mn-ea"/>
          <a:cs typeface="+mn-cs"/>
        </a:defRPr>
      </a:lvl8pPr>
      <a:lvl9pPr marL="2057400" algn="l" defTabSz="514350" rtl="0" eaLnBrk="1" latinLnBrk="0" hangingPunct="1">
        <a:defRPr sz="1013" kern="1200">
          <a:solidFill>
            <a:schemeClr val="tx1"/>
          </a:solidFill>
          <a:latin typeface="+mn-lt"/>
          <a:ea typeface="+mn-ea"/>
          <a:cs typeface="+mn-cs"/>
        </a:defRPr>
      </a:lvl9pPr>
    </p:otherStyle>
  </p:txStyles>
  <p:extLst>
    <p:ext uri="{27BBF7A9-308A-43DC-89C8-2F10F3537804}">
      <p15:sldGuideLst xmlns:p15="http://schemas.microsoft.com/office/powerpoint/2012/main">
        <p15:guide id="1" pos="7512">
          <p15:clr>
            <a:srgbClr val="5ACBF0"/>
          </p15:clr>
        </p15:guide>
        <p15:guide id="2" pos="12971">
          <p15:clr>
            <a:srgbClr val="5ACBF0"/>
          </p15:clr>
        </p15:guide>
        <p15:guide id="3" pos="168">
          <p15:clr>
            <a:srgbClr val="5ACBF0"/>
          </p15:clr>
        </p15:guide>
        <p15:guide id="4" orient="horz" pos="624">
          <p15:clr>
            <a:srgbClr val="F26B43"/>
          </p15:clr>
        </p15:guide>
        <p15:guide id="5" orient="horz" pos="583">
          <p15:clr>
            <a:srgbClr val="F26B43"/>
          </p15:clr>
        </p15:guide>
        <p15:guide id="6" orient="horz" pos="4176">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gradFill flip="none" rotWithShape="1">
          <a:gsLst>
            <a:gs pos="85000">
              <a:schemeClr val="tx2"/>
            </a:gs>
            <a:gs pos="90000">
              <a:schemeClr val="tx2">
                <a:alpha val="35000"/>
              </a:schemeClr>
            </a:gs>
            <a:gs pos="95000">
              <a:schemeClr val="bg1">
                <a:lumMod val="40000"/>
                <a:lumOff val="60000"/>
              </a:schemeClr>
            </a:gs>
          </a:gsLst>
          <a:path path="circle">
            <a:fillToRect l="100000" t="100000"/>
          </a:path>
          <a:tileRect r="-100000" b="-100000"/>
        </a:gradFill>
        <a:effectLst/>
      </p:bgPr>
    </p:bg>
    <p:spTree>
      <p:nvGrpSpPr>
        <p:cNvPr id="1" name=""/>
        <p:cNvGrpSpPr/>
        <p:nvPr/>
      </p:nvGrpSpPr>
      <p:grpSpPr>
        <a:xfrm>
          <a:off x="0" y="0"/>
          <a:ext cx="0" cy="0"/>
          <a:chOff x="0" y="0"/>
          <a:chExt cx="0" cy="0"/>
        </a:xfrm>
      </p:grpSpPr>
      <p:sp>
        <p:nvSpPr>
          <p:cNvPr id="4099" name="Title Placeholder 1"/>
          <p:cNvSpPr>
            <a:spLocks noGrp="1"/>
          </p:cNvSpPr>
          <p:nvPr>
            <p:ph type="title"/>
          </p:nvPr>
        </p:nvSpPr>
        <p:spPr bwMode="auto">
          <a:xfrm>
            <a:off x="2160788" y="128981"/>
            <a:ext cx="9764511" cy="832920"/>
          </a:xfrm>
          <a:prstGeom prst="rect">
            <a:avLst/>
          </a:prstGeom>
          <a:noFill/>
          <a:ln w="9525">
            <a:noFill/>
            <a:miter lim="800000"/>
            <a:headEnd/>
            <a:tailEnd/>
          </a:ln>
        </p:spPr>
        <p:txBody>
          <a:bodyPr vert="horz" wrap="square" lIns="45720" tIns="0" rIns="0" bIns="0" numCol="1" anchor="ctr" anchorCtr="0" compatLnSpc="1">
            <a:prstTxWarp prst="textNoShape">
              <a:avLst/>
            </a:prstTxWarp>
          </a:bodyPr>
          <a:lstStyle/>
          <a:p>
            <a:pPr lvl="0"/>
            <a:r>
              <a:rPr lang="en-US"/>
              <a:t>Click to edit Master title slide</a:t>
            </a:r>
          </a:p>
        </p:txBody>
      </p:sp>
      <p:sp>
        <p:nvSpPr>
          <p:cNvPr id="1030" name="Text Placeholder 2"/>
          <p:cNvSpPr>
            <a:spLocks noGrp="1"/>
          </p:cNvSpPr>
          <p:nvPr>
            <p:ph type="body" idx="1"/>
          </p:nvPr>
        </p:nvSpPr>
        <p:spPr bwMode="auto">
          <a:xfrm>
            <a:off x="266700" y="1028700"/>
            <a:ext cx="11658600" cy="56007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033" name="Picture 6"/>
          <p:cNvPicPr>
            <a:picLocks noChangeAspect="1"/>
          </p:cNvPicPr>
          <p:nvPr/>
        </p:nvPicPr>
        <p:blipFill>
          <a:blip r:embed="rId29"/>
          <a:srcRect/>
          <a:stretch>
            <a:fillRect/>
          </a:stretch>
        </p:blipFill>
        <p:spPr bwMode="auto">
          <a:xfrm>
            <a:off x="6079067" y="3416309"/>
            <a:ext cx="25400" cy="3175"/>
          </a:xfrm>
          <a:prstGeom prst="rect">
            <a:avLst/>
          </a:prstGeom>
          <a:noFill/>
          <a:ln w="9525">
            <a:noFill/>
            <a:miter lim="800000"/>
            <a:headEnd/>
            <a:tailEnd/>
          </a:ln>
        </p:spPr>
      </p:pic>
      <p:sp>
        <p:nvSpPr>
          <p:cNvPr id="5" name="Text Box 14">
            <a:extLst>
              <a:ext uri="{FF2B5EF4-FFF2-40B4-BE49-F238E27FC236}">
                <a16:creationId xmlns:a16="http://schemas.microsoft.com/office/drawing/2014/main" id="{8E9D0075-D2A3-A5CC-4256-B31D3D5E4FF4}"/>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pPr algn="r">
                <a:spcBef>
                  <a:spcPct val="50000"/>
                </a:spcBef>
                <a:defRPr/>
              </a:pPr>
              <a:t>‹#›</a:t>
            </a:fld>
            <a:endParaRPr lang="en-US" sz="1100" b="0" baseline="0"/>
          </a:p>
        </p:txBody>
      </p:sp>
      <p:sp>
        <p:nvSpPr>
          <p:cNvPr id="6" name="Date Placeholder 4">
            <a:extLst>
              <a:ext uri="{FF2B5EF4-FFF2-40B4-BE49-F238E27FC236}">
                <a16:creationId xmlns:a16="http://schemas.microsoft.com/office/drawing/2014/main" id="{654CE446-4257-6BEB-B6A7-C36A4CB84617}"/>
              </a:ext>
            </a:extLst>
          </p:cNvPr>
          <p:cNvSpPr>
            <a:spLocks noGrp="1"/>
          </p:cNvSpPr>
          <p:nvPr>
            <p:ph type="dt" sz="half" idx="2"/>
          </p:nvPr>
        </p:nvSpPr>
        <p:spPr>
          <a:xfrm>
            <a:off x="8842515" y="6653150"/>
            <a:ext cx="3081713" cy="137160"/>
          </a:xfrm>
          <a:prstGeom prst="rect">
            <a:avLst/>
          </a:prstGeom>
        </p:spPr>
        <p:txBody>
          <a:bodyPr anchor="ctr"/>
          <a:lstStyle>
            <a:lvl1pPr algn="r">
              <a:defRPr sz="900">
                <a:solidFill>
                  <a:schemeClr val="tx1">
                    <a:lumMod val="75000"/>
                    <a:lumOff val="25000"/>
                  </a:schemeClr>
                </a:solidFill>
              </a:defRPr>
            </a:lvl1pPr>
          </a:lstStyle>
          <a:p>
            <a:endParaRPr lang="en-US"/>
          </a:p>
        </p:txBody>
      </p:sp>
      <p:sp>
        <p:nvSpPr>
          <p:cNvPr id="7" name="Footer Placeholder 3">
            <a:extLst>
              <a:ext uri="{FF2B5EF4-FFF2-40B4-BE49-F238E27FC236}">
                <a16:creationId xmlns:a16="http://schemas.microsoft.com/office/drawing/2014/main" id="{BB31B321-C66F-1A23-694D-DF5296341D94}"/>
              </a:ext>
            </a:extLst>
          </p:cNvPr>
          <p:cNvSpPr>
            <a:spLocks noGrp="1"/>
          </p:cNvSpPr>
          <p:nvPr>
            <p:ph type="ftr" sz="quarter" idx="3"/>
          </p:nvPr>
        </p:nvSpPr>
        <p:spPr>
          <a:xfrm>
            <a:off x="266700" y="6653150"/>
            <a:ext cx="2901373" cy="137160"/>
          </a:xfrm>
          <a:prstGeom prst="rect">
            <a:avLst/>
          </a:prstGeom>
        </p:spPr>
        <p:txBody>
          <a:bodyPr anchor="ctr"/>
          <a:lstStyle>
            <a:lvl1pPr>
              <a:defRPr sz="900">
                <a:solidFill>
                  <a:schemeClr val="tx1">
                    <a:lumMod val="75000"/>
                    <a:lumOff val="25000"/>
                  </a:schemeClr>
                </a:solidFill>
              </a:defRPr>
            </a:lvl1pPr>
          </a:lstStyle>
          <a:p>
            <a:endParaRPr lang="en-US"/>
          </a:p>
        </p:txBody>
      </p:sp>
      <p:sp>
        <p:nvSpPr>
          <p:cNvPr id="3" name="Rectangle 2">
            <a:extLst>
              <a:ext uri="{FF2B5EF4-FFF2-40B4-BE49-F238E27FC236}">
                <a16:creationId xmlns:a16="http://schemas.microsoft.com/office/drawing/2014/main" id="{39720D12-0BDE-1075-1F74-CB008D4B402C}"/>
              </a:ext>
            </a:extLst>
          </p:cNvPr>
          <p:cNvSpPr/>
          <p:nvPr userDrawn="1"/>
        </p:nvSpPr>
        <p:spPr>
          <a:xfrm>
            <a:off x="0" y="0"/>
            <a:ext cx="12192000" cy="6858000"/>
          </a:xfrm>
          <a:prstGeom prst="rect">
            <a:avLst/>
          </a:prstGeom>
          <a:noFill/>
          <a:ln w="76200">
            <a:solidFill>
              <a:schemeClr val="bg2">
                <a:lumMod val="9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81BE7C9B-9448-C381-7665-0C3594C2DD80}"/>
              </a:ext>
            </a:extLst>
          </p:cNvPr>
          <p:cNvPicPr>
            <a:picLocks noChangeAspect="1"/>
          </p:cNvPicPr>
          <p:nvPr userDrawn="1"/>
        </p:nvPicPr>
        <p:blipFill>
          <a:blip r:embed="rId30"/>
          <a:srcRect/>
          <a:stretch/>
        </p:blipFill>
        <p:spPr>
          <a:xfrm>
            <a:off x="190500" y="86740"/>
            <a:ext cx="1970289" cy="874270"/>
          </a:xfrm>
          <a:prstGeom prst="rect">
            <a:avLst/>
          </a:prstGeom>
        </p:spPr>
      </p:pic>
    </p:spTree>
    <p:extLst>
      <p:ext uri="{BB962C8B-B14F-4D97-AF65-F5344CB8AC3E}">
        <p14:creationId xmlns:p14="http://schemas.microsoft.com/office/powerpoint/2010/main" val="2884319183"/>
      </p:ext>
    </p:extLst>
  </p:cSld>
  <p:clrMap bg1="lt1" tx1="dk1" bg2="lt2" tx2="dk2" accent1="accent1" accent2="accent2" accent3="accent3" accent4="accent4" accent5="accent5" accent6="accent6" hlink="hlink" folHlink="folHlink"/>
  <p:sldLayoutIdLst>
    <p:sldLayoutId id="2147484111" r:id="rId1"/>
    <p:sldLayoutId id="2147484112" r:id="rId2"/>
    <p:sldLayoutId id="2147484113" r:id="rId3"/>
    <p:sldLayoutId id="2147484114" r:id="rId4"/>
    <p:sldLayoutId id="2147484115" r:id="rId5"/>
    <p:sldLayoutId id="2147484116" r:id="rId6"/>
    <p:sldLayoutId id="2147484117" r:id="rId7"/>
    <p:sldLayoutId id="2147484118" r:id="rId8"/>
    <p:sldLayoutId id="2147484119" r:id="rId9"/>
    <p:sldLayoutId id="2147484120" r:id="rId10"/>
    <p:sldLayoutId id="2147484121" r:id="rId11"/>
    <p:sldLayoutId id="2147484122" r:id="rId12"/>
    <p:sldLayoutId id="2147484123" r:id="rId13"/>
    <p:sldLayoutId id="2147484124" r:id="rId14"/>
    <p:sldLayoutId id="2147484125" r:id="rId15"/>
    <p:sldLayoutId id="2147484126" r:id="rId16"/>
    <p:sldLayoutId id="2147484127" r:id="rId17"/>
    <p:sldLayoutId id="2147484128" r:id="rId18"/>
    <p:sldLayoutId id="2147484140" r:id="rId19"/>
    <p:sldLayoutId id="2147484130" r:id="rId20"/>
    <p:sldLayoutId id="2147484131" r:id="rId21"/>
    <p:sldLayoutId id="2147484132" r:id="rId22"/>
    <p:sldLayoutId id="2147484133" r:id="rId23"/>
    <p:sldLayoutId id="2147484134" r:id="rId24"/>
    <p:sldLayoutId id="2147484135" r:id="rId25"/>
    <p:sldLayoutId id="2147484136" r:id="rId26"/>
    <p:sldLayoutId id="2147484137" r:id="rId27"/>
  </p:sldLayoutIdLst>
  <p:hf hdr="0" dt="0"/>
  <p:txStyles>
    <p:titleStyle>
      <a:lvl1pPr algn="l" rtl="0" eaLnBrk="1" fontAlgn="base" hangingPunct="1">
        <a:spcBef>
          <a:spcPct val="0"/>
        </a:spcBef>
        <a:spcAft>
          <a:spcPct val="0"/>
        </a:spcAft>
        <a:defRPr sz="3200" b="1" kern="1200" cap="all">
          <a:solidFill>
            <a:schemeClr val="tx1">
              <a:lumMod val="90000"/>
              <a:lumOff val="10000"/>
            </a:schemeClr>
          </a:solidFill>
          <a:latin typeface="Arial" pitchFamily="34" charset="0"/>
          <a:ea typeface="ＭＳ Ｐゴシック" charset="0"/>
          <a:cs typeface="Arial" pitchFamily="34" charset="0"/>
        </a:defRPr>
      </a:lvl1pPr>
      <a:lvl2pPr algn="l" rtl="0" eaLnBrk="1" fontAlgn="base" hangingPunct="1">
        <a:spcBef>
          <a:spcPct val="0"/>
        </a:spcBef>
        <a:spcAft>
          <a:spcPct val="0"/>
        </a:spcAft>
        <a:defRPr sz="1350" b="1">
          <a:solidFill>
            <a:srgbClr val="978473"/>
          </a:solidFill>
          <a:latin typeface="Arial" charset="0"/>
          <a:ea typeface="ＭＳ Ｐゴシック" charset="0"/>
          <a:cs typeface="Arial" charset="0"/>
        </a:defRPr>
      </a:lvl2pPr>
      <a:lvl3pPr algn="l" rtl="0" eaLnBrk="1" fontAlgn="base" hangingPunct="1">
        <a:spcBef>
          <a:spcPct val="0"/>
        </a:spcBef>
        <a:spcAft>
          <a:spcPct val="0"/>
        </a:spcAft>
        <a:defRPr sz="1350" b="1">
          <a:solidFill>
            <a:srgbClr val="978473"/>
          </a:solidFill>
          <a:latin typeface="Arial" charset="0"/>
          <a:ea typeface="ＭＳ Ｐゴシック" charset="0"/>
          <a:cs typeface="Arial" charset="0"/>
        </a:defRPr>
      </a:lvl3pPr>
      <a:lvl4pPr algn="l" rtl="0" eaLnBrk="1" fontAlgn="base" hangingPunct="1">
        <a:spcBef>
          <a:spcPct val="0"/>
        </a:spcBef>
        <a:spcAft>
          <a:spcPct val="0"/>
        </a:spcAft>
        <a:defRPr sz="1350" b="1">
          <a:solidFill>
            <a:srgbClr val="978473"/>
          </a:solidFill>
          <a:latin typeface="Arial" charset="0"/>
          <a:ea typeface="ＭＳ Ｐゴシック" charset="0"/>
          <a:cs typeface="Arial" charset="0"/>
        </a:defRPr>
      </a:lvl4pPr>
      <a:lvl5pPr algn="l" rtl="0" eaLnBrk="1" fontAlgn="base" hangingPunct="1">
        <a:spcBef>
          <a:spcPct val="0"/>
        </a:spcBef>
        <a:spcAft>
          <a:spcPct val="0"/>
        </a:spcAft>
        <a:defRPr sz="1350" b="1">
          <a:solidFill>
            <a:srgbClr val="978473"/>
          </a:solidFill>
          <a:latin typeface="Arial" charset="0"/>
          <a:ea typeface="ＭＳ Ｐゴシック" charset="0"/>
          <a:cs typeface="Arial" charset="0"/>
        </a:defRPr>
      </a:lvl5pPr>
      <a:lvl6pPr marL="257175" algn="l" rtl="0" eaLnBrk="1" fontAlgn="base" hangingPunct="1">
        <a:spcBef>
          <a:spcPct val="0"/>
        </a:spcBef>
        <a:spcAft>
          <a:spcPct val="0"/>
        </a:spcAft>
        <a:defRPr sz="2475">
          <a:solidFill>
            <a:schemeClr val="tx1"/>
          </a:solidFill>
          <a:latin typeface="Arial" charset="0"/>
          <a:cs typeface="Arial" charset="0"/>
        </a:defRPr>
      </a:lvl6pPr>
      <a:lvl7pPr marL="514350" algn="l" rtl="0" eaLnBrk="1" fontAlgn="base" hangingPunct="1">
        <a:spcBef>
          <a:spcPct val="0"/>
        </a:spcBef>
        <a:spcAft>
          <a:spcPct val="0"/>
        </a:spcAft>
        <a:defRPr sz="2475">
          <a:solidFill>
            <a:schemeClr val="tx1"/>
          </a:solidFill>
          <a:latin typeface="Arial" charset="0"/>
          <a:cs typeface="Arial" charset="0"/>
        </a:defRPr>
      </a:lvl7pPr>
      <a:lvl8pPr marL="771525" algn="l" rtl="0" eaLnBrk="1" fontAlgn="base" hangingPunct="1">
        <a:spcBef>
          <a:spcPct val="0"/>
        </a:spcBef>
        <a:spcAft>
          <a:spcPct val="0"/>
        </a:spcAft>
        <a:defRPr sz="2475">
          <a:solidFill>
            <a:schemeClr val="tx1"/>
          </a:solidFill>
          <a:latin typeface="Arial" charset="0"/>
          <a:cs typeface="Arial" charset="0"/>
        </a:defRPr>
      </a:lvl8pPr>
      <a:lvl9pPr marL="1028700" algn="l" rtl="0" eaLnBrk="1" fontAlgn="base" hangingPunct="1">
        <a:spcBef>
          <a:spcPct val="0"/>
        </a:spcBef>
        <a:spcAft>
          <a:spcPct val="0"/>
        </a:spcAft>
        <a:defRPr sz="2475">
          <a:solidFill>
            <a:schemeClr val="tx1"/>
          </a:solidFill>
          <a:latin typeface="Arial" charset="0"/>
          <a:cs typeface="Arial" charset="0"/>
        </a:defRPr>
      </a:lvl9pPr>
    </p:titleStyle>
    <p:bodyStyle>
      <a:lvl1pPr marL="0" indent="0" algn="l" rtl="0" eaLnBrk="1" fontAlgn="base" hangingPunct="1">
        <a:spcBef>
          <a:spcPts val="0"/>
        </a:spcBef>
        <a:spcAft>
          <a:spcPct val="0"/>
        </a:spcAft>
        <a:buFont typeface="Arial" pitchFamily="34" charset="0"/>
        <a:defRPr sz="2100" kern="1200">
          <a:solidFill>
            <a:schemeClr val="tx1">
              <a:lumMod val="90000"/>
              <a:lumOff val="10000"/>
            </a:schemeClr>
          </a:solidFill>
          <a:latin typeface="Arial" pitchFamily="34" charset="0"/>
          <a:ea typeface="ＭＳ Ｐゴシック" charset="0"/>
          <a:cs typeface="Arial" pitchFamily="34" charset="0"/>
        </a:defRPr>
      </a:lvl1pPr>
      <a:lvl2pPr marL="227013" indent="-227013" algn="l" rtl="0" eaLnBrk="1" fontAlgn="base" hangingPunct="1">
        <a:spcBef>
          <a:spcPts val="0"/>
        </a:spcBef>
        <a:spcAft>
          <a:spcPct val="0"/>
        </a:spcAft>
        <a:buFont typeface="Arial" pitchFamily="34" charset="0"/>
        <a:buChar char="–"/>
        <a:defRPr sz="2100" kern="1200">
          <a:solidFill>
            <a:schemeClr val="tx1">
              <a:lumMod val="90000"/>
              <a:lumOff val="10000"/>
            </a:schemeClr>
          </a:solidFill>
          <a:latin typeface="Arial" pitchFamily="34" charset="0"/>
          <a:ea typeface="Arial" charset="0"/>
          <a:cs typeface="Arial" pitchFamily="34" charset="0"/>
        </a:defRPr>
      </a:lvl2pPr>
      <a:lvl3pPr marL="461963" indent="-234950" algn="l" rtl="0" eaLnBrk="1" fontAlgn="base" hangingPunct="1">
        <a:spcBef>
          <a:spcPts val="0"/>
        </a:spcBef>
        <a:spcAft>
          <a:spcPct val="0"/>
        </a:spcAft>
        <a:buFont typeface="Arial" pitchFamily="34" charset="0"/>
        <a:buChar char="•"/>
        <a:defRPr sz="1500" kern="1200">
          <a:solidFill>
            <a:schemeClr val="tx1">
              <a:lumMod val="90000"/>
              <a:lumOff val="10000"/>
            </a:schemeClr>
          </a:solidFill>
          <a:latin typeface="Arial" pitchFamily="34" charset="0"/>
          <a:ea typeface="Arial" charset="0"/>
          <a:cs typeface="Arial" pitchFamily="34" charset="0"/>
        </a:defRPr>
      </a:lvl3pPr>
      <a:lvl4pPr marL="687388" indent="-225425" algn="l" rtl="0" eaLnBrk="1" fontAlgn="base" hangingPunct="1">
        <a:spcBef>
          <a:spcPts val="0"/>
        </a:spcBef>
        <a:spcAft>
          <a:spcPct val="0"/>
        </a:spcAft>
        <a:buFont typeface="Arial" pitchFamily="34" charset="0"/>
        <a:buChar char="–"/>
        <a:defRPr sz="1500" kern="1200">
          <a:solidFill>
            <a:schemeClr val="tx1">
              <a:lumMod val="90000"/>
              <a:lumOff val="10000"/>
            </a:schemeClr>
          </a:solidFill>
          <a:latin typeface="Arial" pitchFamily="34" charset="0"/>
          <a:ea typeface="Arial" charset="0"/>
          <a:cs typeface="Arial" pitchFamily="34" charset="0"/>
        </a:defRPr>
      </a:lvl4pPr>
      <a:lvl5pPr marL="914400" indent="-227013" algn="l" rtl="0" eaLnBrk="1" fontAlgn="base" hangingPunct="1">
        <a:spcBef>
          <a:spcPts val="0"/>
        </a:spcBef>
        <a:spcAft>
          <a:spcPct val="0"/>
        </a:spcAft>
        <a:buFont typeface="Arial" pitchFamily="34" charset="0"/>
        <a:buChar char="»"/>
        <a:defRPr sz="1500" kern="1200">
          <a:solidFill>
            <a:schemeClr val="tx1">
              <a:lumMod val="90000"/>
              <a:lumOff val="10000"/>
            </a:schemeClr>
          </a:solidFill>
          <a:latin typeface="Arial" pitchFamily="34" charset="0"/>
          <a:ea typeface="Arial" charset="0"/>
          <a:cs typeface="Arial" pitchFamily="34" charset="0"/>
        </a:defRPr>
      </a:lvl5pPr>
      <a:lvl6pPr marL="1414463" indent="-128588" algn="l" defTabSz="514350" rtl="0" eaLnBrk="1" latinLnBrk="0" hangingPunct="1">
        <a:spcBef>
          <a:spcPct val="20000"/>
        </a:spcBef>
        <a:buFont typeface="Arial" pitchFamily="34" charset="0"/>
        <a:buChar char="•"/>
        <a:defRPr sz="1125" kern="1200">
          <a:solidFill>
            <a:schemeClr val="tx1"/>
          </a:solidFill>
          <a:latin typeface="+mn-lt"/>
          <a:ea typeface="+mn-ea"/>
          <a:cs typeface="+mn-cs"/>
        </a:defRPr>
      </a:lvl6pPr>
      <a:lvl7pPr marL="1671638" indent="-128588" algn="l" defTabSz="514350" rtl="0" eaLnBrk="1" latinLnBrk="0" hangingPunct="1">
        <a:spcBef>
          <a:spcPct val="20000"/>
        </a:spcBef>
        <a:buFont typeface="Arial" pitchFamily="34" charset="0"/>
        <a:buChar char="•"/>
        <a:defRPr sz="1125" kern="1200">
          <a:solidFill>
            <a:schemeClr val="tx1"/>
          </a:solidFill>
          <a:latin typeface="+mn-lt"/>
          <a:ea typeface="+mn-ea"/>
          <a:cs typeface="+mn-cs"/>
        </a:defRPr>
      </a:lvl7pPr>
      <a:lvl8pPr marL="1928813" indent="-128588" algn="l" defTabSz="514350" rtl="0" eaLnBrk="1" latinLnBrk="0" hangingPunct="1">
        <a:spcBef>
          <a:spcPct val="20000"/>
        </a:spcBef>
        <a:buFont typeface="Arial" pitchFamily="34" charset="0"/>
        <a:buChar char="•"/>
        <a:defRPr sz="1125" kern="1200">
          <a:solidFill>
            <a:schemeClr val="tx1"/>
          </a:solidFill>
          <a:latin typeface="+mn-lt"/>
          <a:ea typeface="+mn-ea"/>
          <a:cs typeface="+mn-cs"/>
        </a:defRPr>
      </a:lvl8pPr>
      <a:lvl9pPr marL="2185988" indent="-128588" algn="l" defTabSz="514350" rtl="0" eaLnBrk="1" latinLnBrk="0" hangingPunct="1">
        <a:spcBef>
          <a:spcPct val="20000"/>
        </a:spcBef>
        <a:buFont typeface="Arial" pitchFamily="34" charset="0"/>
        <a:buChar char="•"/>
        <a:defRPr sz="1125" kern="1200">
          <a:solidFill>
            <a:schemeClr val="tx1"/>
          </a:solidFill>
          <a:latin typeface="+mn-lt"/>
          <a:ea typeface="+mn-ea"/>
          <a:cs typeface="+mn-cs"/>
        </a:defRPr>
      </a:lvl9pPr>
    </p:bodyStyle>
    <p:otherStyle>
      <a:defPPr>
        <a:defRPr lang="en-US"/>
      </a:defPPr>
      <a:lvl1pPr marL="0" algn="l" defTabSz="514350" rtl="0" eaLnBrk="1" latinLnBrk="0" hangingPunct="1">
        <a:defRPr sz="1013" kern="1200">
          <a:solidFill>
            <a:schemeClr val="tx1"/>
          </a:solidFill>
          <a:latin typeface="+mn-lt"/>
          <a:ea typeface="+mn-ea"/>
          <a:cs typeface="+mn-cs"/>
        </a:defRPr>
      </a:lvl1pPr>
      <a:lvl2pPr marL="257175" algn="l" defTabSz="514350" rtl="0" eaLnBrk="1" latinLnBrk="0" hangingPunct="1">
        <a:defRPr sz="1013" kern="1200">
          <a:solidFill>
            <a:schemeClr val="tx1"/>
          </a:solidFill>
          <a:latin typeface="+mn-lt"/>
          <a:ea typeface="+mn-ea"/>
          <a:cs typeface="+mn-cs"/>
        </a:defRPr>
      </a:lvl2pPr>
      <a:lvl3pPr marL="514350" algn="l" defTabSz="514350" rtl="0" eaLnBrk="1" latinLnBrk="0" hangingPunct="1">
        <a:defRPr sz="1013" kern="1200">
          <a:solidFill>
            <a:schemeClr val="tx1"/>
          </a:solidFill>
          <a:latin typeface="+mn-lt"/>
          <a:ea typeface="+mn-ea"/>
          <a:cs typeface="+mn-cs"/>
        </a:defRPr>
      </a:lvl3pPr>
      <a:lvl4pPr marL="771525" algn="l" defTabSz="514350" rtl="0" eaLnBrk="1" latinLnBrk="0" hangingPunct="1">
        <a:defRPr sz="1013" kern="1200">
          <a:solidFill>
            <a:schemeClr val="tx1"/>
          </a:solidFill>
          <a:latin typeface="+mn-lt"/>
          <a:ea typeface="+mn-ea"/>
          <a:cs typeface="+mn-cs"/>
        </a:defRPr>
      </a:lvl4pPr>
      <a:lvl5pPr marL="1028700" algn="l" defTabSz="514350" rtl="0" eaLnBrk="1" latinLnBrk="0" hangingPunct="1">
        <a:defRPr sz="1013" kern="1200">
          <a:solidFill>
            <a:schemeClr val="tx1"/>
          </a:solidFill>
          <a:latin typeface="+mn-lt"/>
          <a:ea typeface="+mn-ea"/>
          <a:cs typeface="+mn-cs"/>
        </a:defRPr>
      </a:lvl5pPr>
      <a:lvl6pPr marL="1285875" algn="l" defTabSz="514350" rtl="0" eaLnBrk="1" latinLnBrk="0" hangingPunct="1">
        <a:defRPr sz="1013" kern="1200">
          <a:solidFill>
            <a:schemeClr val="tx1"/>
          </a:solidFill>
          <a:latin typeface="+mn-lt"/>
          <a:ea typeface="+mn-ea"/>
          <a:cs typeface="+mn-cs"/>
        </a:defRPr>
      </a:lvl6pPr>
      <a:lvl7pPr marL="1543050" algn="l" defTabSz="514350" rtl="0" eaLnBrk="1" latinLnBrk="0" hangingPunct="1">
        <a:defRPr sz="1013" kern="1200">
          <a:solidFill>
            <a:schemeClr val="tx1"/>
          </a:solidFill>
          <a:latin typeface="+mn-lt"/>
          <a:ea typeface="+mn-ea"/>
          <a:cs typeface="+mn-cs"/>
        </a:defRPr>
      </a:lvl7pPr>
      <a:lvl8pPr marL="1800225" algn="l" defTabSz="514350" rtl="0" eaLnBrk="1" latinLnBrk="0" hangingPunct="1">
        <a:defRPr sz="1013" kern="1200">
          <a:solidFill>
            <a:schemeClr val="tx1"/>
          </a:solidFill>
          <a:latin typeface="+mn-lt"/>
          <a:ea typeface="+mn-ea"/>
          <a:cs typeface="+mn-cs"/>
        </a:defRPr>
      </a:lvl8pPr>
      <a:lvl9pPr marL="2057400" algn="l" defTabSz="514350" rtl="0" eaLnBrk="1" latinLnBrk="0" hangingPunct="1">
        <a:defRPr sz="1013" kern="1200">
          <a:solidFill>
            <a:schemeClr val="tx1"/>
          </a:solidFill>
          <a:latin typeface="+mn-lt"/>
          <a:ea typeface="+mn-ea"/>
          <a:cs typeface="+mn-cs"/>
        </a:defRPr>
      </a:lvl9pPr>
    </p:otherStyle>
  </p:txStyles>
  <p:extLst>
    <p:ext uri="{27BBF7A9-308A-43DC-89C8-2F10F3537804}">
      <p15:sldGuideLst xmlns:p15="http://schemas.microsoft.com/office/powerpoint/2012/main">
        <p15:guide id="1" pos="7512">
          <p15:clr>
            <a:srgbClr val="5ACBF0"/>
          </p15:clr>
        </p15:guide>
        <p15:guide id="2" pos="12971">
          <p15:clr>
            <a:srgbClr val="5ACBF0"/>
          </p15:clr>
        </p15:guide>
        <p15:guide id="3" pos="168">
          <p15:clr>
            <a:srgbClr val="5ACBF0"/>
          </p15:clr>
        </p15:guide>
        <p15:guide id="4" orient="horz" pos="624">
          <p15:clr>
            <a:srgbClr val="F26B43"/>
          </p15:clr>
        </p15:guide>
        <p15:guide id="5" orient="horz" pos="583">
          <p15:clr>
            <a:srgbClr val="F26B43"/>
          </p15:clr>
        </p15:guide>
        <p15:guide id="6" orient="horz" pos="4176">
          <p15:clr>
            <a:srgbClr val="F26B43"/>
          </p15:clr>
        </p15:guide>
      </p15:sldGuideLst>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gradFill flip="none" rotWithShape="1">
          <a:gsLst>
            <a:gs pos="85000">
              <a:schemeClr val="tx2"/>
            </a:gs>
            <a:gs pos="90000">
              <a:schemeClr val="tx2">
                <a:alpha val="35000"/>
              </a:schemeClr>
            </a:gs>
            <a:gs pos="95000">
              <a:schemeClr val="bg1">
                <a:lumMod val="40000"/>
                <a:lumOff val="60000"/>
              </a:schemeClr>
            </a:gs>
          </a:gsLst>
          <a:path path="circle">
            <a:fillToRect l="100000" t="100000"/>
          </a:path>
          <a:tileRect r="-100000" b="-100000"/>
        </a:gradFill>
        <a:effectLst/>
      </p:bgPr>
    </p:bg>
    <p:spTree>
      <p:nvGrpSpPr>
        <p:cNvPr id="1" name=""/>
        <p:cNvGrpSpPr/>
        <p:nvPr/>
      </p:nvGrpSpPr>
      <p:grpSpPr>
        <a:xfrm>
          <a:off x="0" y="0"/>
          <a:ext cx="0" cy="0"/>
          <a:chOff x="0" y="0"/>
          <a:chExt cx="0" cy="0"/>
        </a:xfrm>
      </p:grpSpPr>
      <p:sp>
        <p:nvSpPr>
          <p:cNvPr id="4099" name="Title Placeholder 1"/>
          <p:cNvSpPr>
            <a:spLocks noGrp="1"/>
          </p:cNvSpPr>
          <p:nvPr>
            <p:ph type="title"/>
          </p:nvPr>
        </p:nvSpPr>
        <p:spPr bwMode="auto">
          <a:xfrm>
            <a:off x="2160788" y="128981"/>
            <a:ext cx="9764511" cy="832920"/>
          </a:xfrm>
          <a:prstGeom prst="rect">
            <a:avLst/>
          </a:prstGeom>
          <a:noFill/>
          <a:ln w="9525">
            <a:noFill/>
            <a:miter lim="800000"/>
            <a:headEnd/>
            <a:tailEnd/>
          </a:ln>
        </p:spPr>
        <p:txBody>
          <a:bodyPr vert="horz" wrap="square" lIns="45720" tIns="0" rIns="0" bIns="0" numCol="1" anchor="ctr" anchorCtr="0" compatLnSpc="1">
            <a:prstTxWarp prst="textNoShape">
              <a:avLst/>
            </a:prstTxWarp>
          </a:bodyPr>
          <a:lstStyle/>
          <a:p>
            <a:pPr lvl="0"/>
            <a:r>
              <a:rPr lang="en-US"/>
              <a:t>Click to edit Master title slide</a:t>
            </a:r>
          </a:p>
        </p:txBody>
      </p:sp>
      <p:sp>
        <p:nvSpPr>
          <p:cNvPr id="1030" name="Text Placeholder 2"/>
          <p:cNvSpPr>
            <a:spLocks noGrp="1"/>
          </p:cNvSpPr>
          <p:nvPr>
            <p:ph type="body" idx="1"/>
          </p:nvPr>
        </p:nvSpPr>
        <p:spPr bwMode="auto">
          <a:xfrm>
            <a:off x="266700" y="1028700"/>
            <a:ext cx="11658600" cy="56007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033" name="Picture 6"/>
          <p:cNvPicPr>
            <a:picLocks noChangeAspect="1"/>
          </p:cNvPicPr>
          <p:nvPr/>
        </p:nvPicPr>
        <p:blipFill>
          <a:blip r:embed="rId29"/>
          <a:srcRect/>
          <a:stretch>
            <a:fillRect/>
          </a:stretch>
        </p:blipFill>
        <p:spPr bwMode="auto">
          <a:xfrm>
            <a:off x="6079067" y="3416309"/>
            <a:ext cx="25400" cy="3175"/>
          </a:xfrm>
          <a:prstGeom prst="rect">
            <a:avLst/>
          </a:prstGeom>
          <a:noFill/>
          <a:ln w="9525">
            <a:noFill/>
            <a:miter lim="800000"/>
            <a:headEnd/>
            <a:tailEnd/>
          </a:ln>
        </p:spPr>
      </p:pic>
      <p:sp>
        <p:nvSpPr>
          <p:cNvPr id="5" name="Text Box 14">
            <a:extLst>
              <a:ext uri="{FF2B5EF4-FFF2-40B4-BE49-F238E27FC236}">
                <a16:creationId xmlns:a16="http://schemas.microsoft.com/office/drawing/2014/main" id="{8E9D0075-D2A3-A5CC-4256-B31D3D5E4FF4}"/>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pPr algn="r">
                <a:spcBef>
                  <a:spcPct val="50000"/>
                </a:spcBef>
                <a:defRPr/>
              </a:pPr>
              <a:t>‹#›</a:t>
            </a:fld>
            <a:endParaRPr lang="en-US" sz="1100" b="0" baseline="0"/>
          </a:p>
        </p:txBody>
      </p:sp>
      <p:sp>
        <p:nvSpPr>
          <p:cNvPr id="6" name="Date Placeholder 4">
            <a:extLst>
              <a:ext uri="{FF2B5EF4-FFF2-40B4-BE49-F238E27FC236}">
                <a16:creationId xmlns:a16="http://schemas.microsoft.com/office/drawing/2014/main" id="{654CE446-4257-6BEB-B6A7-C36A4CB84617}"/>
              </a:ext>
            </a:extLst>
          </p:cNvPr>
          <p:cNvSpPr>
            <a:spLocks noGrp="1"/>
          </p:cNvSpPr>
          <p:nvPr>
            <p:ph type="dt" sz="half" idx="2"/>
          </p:nvPr>
        </p:nvSpPr>
        <p:spPr>
          <a:xfrm>
            <a:off x="8842515" y="6653150"/>
            <a:ext cx="3081713" cy="137160"/>
          </a:xfrm>
          <a:prstGeom prst="rect">
            <a:avLst/>
          </a:prstGeom>
        </p:spPr>
        <p:txBody>
          <a:bodyPr anchor="ctr"/>
          <a:lstStyle>
            <a:lvl1pPr algn="r">
              <a:defRPr sz="900">
                <a:solidFill>
                  <a:schemeClr val="tx1">
                    <a:lumMod val="75000"/>
                    <a:lumOff val="25000"/>
                  </a:schemeClr>
                </a:solidFill>
              </a:defRPr>
            </a:lvl1pPr>
          </a:lstStyle>
          <a:p>
            <a:endParaRPr lang="en-US"/>
          </a:p>
        </p:txBody>
      </p:sp>
      <p:sp>
        <p:nvSpPr>
          <p:cNvPr id="7" name="Footer Placeholder 3">
            <a:extLst>
              <a:ext uri="{FF2B5EF4-FFF2-40B4-BE49-F238E27FC236}">
                <a16:creationId xmlns:a16="http://schemas.microsoft.com/office/drawing/2014/main" id="{BB31B321-C66F-1A23-694D-DF5296341D94}"/>
              </a:ext>
            </a:extLst>
          </p:cNvPr>
          <p:cNvSpPr>
            <a:spLocks noGrp="1"/>
          </p:cNvSpPr>
          <p:nvPr>
            <p:ph type="ftr" sz="quarter" idx="3"/>
          </p:nvPr>
        </p:nvSpPr>
        <p:spPr>
          <a:xfrm>
            <a:off x="266700" y="6653150"/>
            <a:ext cx="2901373" cy="137160"/>
          </a:xfrm>
          <a:prstGeom prst="rect">
            <a:avLst/>
          </a:prstGeom>
        </p:spPr>
        <p:txBody>
          <a:bodyPr anchor="ctr"/>
          <a:lstStyle>
            <a:lvl1pPr>
              <a:defRPr sz="900">
                <a:solidFill>
                  <a:schemeClr val="tx1">
                    <a:lumMod val="75000"/>
                    <a:lumOff val="25000"/>
                  </a:schemeClr>
                </a:solidFill>
              </a:defRPr>
            </a:lvl1pPr>
          </a:lstStyle>
          <a:p>
            <a:endParaRPr lang="en-US"/>
          </a:p>
        </p:txBody>
      </p:sp>
      <p:sp>
        <p:nvSpPr>
          <p:cNvPr id="3" name="Rectangle 2">
            <a:extLst>
              <a:ext uri="{FF2B5EF4-FFF2-40B4-BE49-F238E27FC236}">
                <a16:creationId xmlns:a16="http://schemas.microsoft.com/office/drawing/2014/main" id="{39720D12-0BDE-1075-1F74-CB008D4B402C}"/>
              </a:ext>
            </a:extLst>
          </p:cNvPr>
          <p:cNvSpPr/>
          <p:nvPr userDrawn="1"/>
        </p:nvSpPr>
        <p:spPr>
          <a:xfrm>
            <a:off x="0" y="0"/>
            <a:ext cx="12192000" cy="6858000"/>
          </a:xfrm>
          <a:prstGeom prst="rect">
            <a:avLst/>
          </a:prstGeom>
          <a:noFill/>
          <a:ln w="76200">
            <a:solidFill>
              <a:schemeClr val="bg2">
                <a:lumMod val="9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81BE7C9B-9448-C381-7665-0C3594C2DD80}"/>
              </a:ext>
            </a:extLst>
          </p:cNvPr>
          <p:cNvPicPr>
            <a:picLocks noChangeAspect="1"/>
          </p:cNvPicPr>
          <p:nvPr userDrawn="1"/>
        </p:nvPicPr>
        <p:blipFill>
          <a:blip r:embed="rId30"/>
          <a:srcRect/>
          <a:stretch/>
        </p:blipFill>
        <p:spPr>
          <a:xfrm>
            <a:off x="190500" y="86740"/>
            <a:ext cx="1970289" cy="874270"/>
          </a:xfrm>
          <a:prstGeom prst="rect">
            <a:avLst/>
          </a:prstGeom>
        </p:spPr>
      </p:pic>
      <p:sp>
        <p:nvSpPr>
          <p:cNvPr id="2" name="TextBox 1">
            <a:extLst>
              <a:ext uri="{FF2B5EF4-FFF2-40B4-BE49-F238E27FC236}">
                <a16:creationId xmlns:a16="http://schemas.microsoft.com/office/drawing/2014/main" id="{0319D296-3ADD-602F-6280-AF09F0C8541E}"/>
              </a:ext>
            </a:extLst>
          </p:cNvPr>
          <p:cNvSpPr txBox="1"/>
          <p:nvPr userDrawn="1"/>
        </p:nvSpPr>
        <p:spPr>
          <a:xfrm>
            <a:off x="5862607" y="24910"/>
            <a:ext cx="466787" cy="216635"/>
          </a:xfrm>
          <a:prstGeom prst="rect">
            <a:avLst/>
          </a:prstGeom>
          <a:noFill/>
        </p:spPr>
        <p:txBody>
          <a:bodyPr wrap="square" lIns="0" tIns="0" rIns="0" bIns="0" rtlCol="0" anchor="b">
            <a:spAutoFit/>
          </a:bodyPr>
          <a:lstStyle/>
          <a:p>
            <a:pPr algn="ctr"/>
            <a:r>
              <a:rPr lang="en-US" sz="1400" b="1">
                <a:solidFill>
                  <a:srgbClr val="00B050"/>
                </a:solidFill>
              </a:rPr>
              <a:t>CUI</a:t>
            </a:r>
          </a:p>
        </p:txBody>
      </p:sp>
      <p:sp>
        <p:nvSpPr>
          <p:cNvPr id="8" name="TextBox 7">
            <a:extLst>
              <a:ext uri="{FF2B5EF4-FFF2-40B4-BE49-F238E27FC236}">
                <a16:creationId xmlns:a16="http://schemas.microsoft.com/office/drawing/2014/main" id="{3CB3D4C0-148A-1C15-E80F-A173E101EED7}"/>
              </a:ext>
            </a:extLst>
          </p:cNvPr>
          <p:cNvSpPr txBox="1"/>
          <p:nvPr userDrawn="1"/>
        </p:nvSpPr>
        <p:spPr>
          <a:xfrm>
            <a:off x="5862607" y="6624203"/>
            <a:ext cx="466787" cy="216635"/>
          </a:xfrm>
          <a:prstGeom prst="rect">
            <a:avLst/>
          </a:prstGeom>
          <a:noFill/>
        </p:spPr>
        <p:txBody>
          <a:bodyPr wrap="square" lIns="0" tIns="0" rIns="0" bIns="0" rtlCol="0" anchor="b">
            <a:spAutoFit/>
          </a:bodyPr>
          <a:lstStyle/>
          <a:p>
            <a:pPr algn="ctr"/>
            <a:r>
              <a:rPr lang="en-US" sz="1400" b="1">
                <a:solidFill>
                  <a:srgbClr val="00B050"/>
                </a:solidFill>
              </a:rPr>
              <a:t>CUI</a:t>
            </a:r>
          </a:p>
        </p:txBody>
      </p:sp>
    </p:spTree>
    <p:extLst>
      <p:ext uri="{BB962C8B-B14F-4D97-AF65-F5344CB8AC3E}">
        <p14:creationId xmlns:p14="http://schemas.microsoft.com/office/powerpoint/2010/main" val="1756410140"/>
      </p:ext>
    </p:extLst>
  </p:cSld>
  <p:clrMap bg1="lt1" tx1="dk1" bg2="lt2" tx2="dk2" accent1="accent1" accent2="accent2" accent3="accent3" accent4="accent4" accent5="accent5" accent6="accent6" hlink="hlink" folHlink="folHlink"/>
  <p:sldLayoutIdLst>
    <p:sldLayoutId id="2147484171" r:id="rId1"/>
    <p:sldLayoutId id="2147484172" r:id="rId2"/>
    <p:sldLayoutId id="2147484173" r:id="rId3"/>
    <p:sldLayoutId id="2147484174" r:id="rId4"/>
    <p:sldLayoutId id="2147484175" r:id="rId5"/>
    <p:sldLayoutId id="2147484176" r:id="rId6"/>
    <p:sldLayoutId id="2147484177" r:id="rId7"/>
    <p:sldLayoutId id="2147484178" r:id="rId8"/>
    <p:sldLayoutId id="2147484179" r:id="rId9"/>
    <p:sldLayoutId id="2147484180" r:id="rId10"/>
    <p:sldLayoutId id="2147484181" r:id="rId11"/>
    <p:sldLayoutId id="2147484182" r:id="rId12"/>
    <p:sldLayoutId id="2147484183" r:id="rId13"/>
    <p:sldLayoutId id="2147484184" r:id="rId14"/>
    <p:sldLayoutId id="2147484185" r:id="rId15"/>
    <p:sldLayoutId id="2147484186" r:id="rId16"/>
    <p:sldLayoutId id="2147484187" r:id="rId17"/>
    <p:sldLayoutId id="2147484188" r:id="rId18"/>
    <p:sldLayoutId id="2147484189" r:id="rId19"/>
    <p:sldLayoutId id="2147484190" r:id="rId20"/>
    <p:sldLayoutId id="2147484191" r:id="rId21"/>
    <p:sldLayoutId id="2147484192" r:id="rId22"/>
    <p:sldLayoutId id="2147484193" r:id="rId23"/>
    <p:sldLayoutId id="2147484194" r:id="rId24"/>
    <p:sldLayoutId id="2147484195" r:id="rId25"/>
    <p:sldLayoutId id="2147484196" r:id="rId26"/>
    <p:sldLayoutId id="2147484197" r:id="rId27"/>
  </p:sldLayoutIdLst>
  <p:hf hdr="0" dt="0"/>
  <p:txStyles>
    <p:titleStyle>
      <a:lvl1pPr algn="l" rtl="0" eaLnBrk="1" fontAlgn="base" hangingPunct="1">
        <a:spcBef>
          <a:spcPct val="0"/>
        </a:spcBef>
        <a:spcAft>
          <a:spcPct val="0"/>
        </a:spcAft>
        <a:defRPr sz="3200" b="1" kern="1200" cap="all">
          <a:solidFill>
            <a:schemeClr val="tx1">
              <a:lumMod val="90000"/>
              <a:lumOff val="10000"/>
            </a:schemeClr>
          </a:solidFill>
          <a:latin typeface="Arial" pitchFamily="34" charset="0"/>
          <a:ea typeface="ＭＳ Ｐゴシック" charset="0"/>
          <a:cs typeface="Arial" pitchFamily="34" charset="0"/>
        </a:defRPr>
      </a:lvl1pPr>
      <a:lvl2pPr algn="l" rtl="0" eaLnBrk="1" fontAlgn="base" hangingPunct="1">
        <a:spcBef>
          <a:spcPct val="0"/>
        </a:spcBef>
        <a:spcAft>
          <a:spcPct val="0"/>
        </a:spcAft>
        <a:defRPr sz="1350" b="1">
          <a:solidFill>
            <a:srgbClr val="978473"/>
          </a:solidFill>
          <a:latin typeface="Arial" charset="0"/>
          <a:ea typeface="ＭＳ Ｐゴシック" charset="0"/>
          <a:cs typeface="Arial" charset="0"/>
        </a:defRPr>
      </a:lvl2pPr>
      <a:lvl3pPr algn="l" rtl="0" eaLnBrk="1" fontAlgn="base" hangingPunct="1">
        <a:spcBef>
          <a:spcPct val="0"/>
        </a:spcBef>
        <a:spcAft>
          <a:spcPct val="0"/>
        </a:spcAft>
        <a:defRPr sz="1350" b="1">
          <a:solidFill>
            <a:srgbClr val="978473"/>
          </a:solidFill>
          <a:latin typeface="Arial" charset="0"/>
          <a:ea typeface="ＭＳ Ｐゴシック" charset="0"/>
          <a:cs typeface="Arial" charset="0"/>
        </a:defRPr>
      </a:lvl3pPr>
      <a:lvl4pPr algn="l" rtl="0" eaLnBrk="1" fontAlgn="base" hangingPunct="1">
        <a:spcBef>
          <a:spcPct val="0"/>
        </a:spcBef>
        <a:spcAft>
          <a:spcPct val="0"/>
        </a:spcAft>
        <a:defRPr sz="1350" b="1">
          <a:solidFill>
            <a:srgbClr val="978473"/>
          </a:solidFill>
          <a:latin typeface="Arial" charset="0"/>
          <a:ea typeface="ＭＳ Ｐゴシック" charset="0"/>
          <a:cs typeface="Arial" charset="0"/>
        </a:defRPr>
      </a:lvl4pPr>
      <a:lvl5pPr algn="l" rtl="0" eaLnBrk="1" fontAlgn="base" hangingPunct="1">
        <a:spcBef>
          <a:spcPct val="0"/>
        </a:spcBef>
        <a:spcAft>
          <a:spcPct val="0"/>
        </a:spcAft>
        <a:defRPr sz="1350" b="1">
          <a:solidFill>
            <a:srgbClr val="978473"/>
          </a:solidFill>
          <a:latin typeface="Arial" charset="0"/>
          <a:ea typeface="ＭＳ Ｐゴシック" charset="0"/>
          <a:cs typeface="Arial" charset="0"/>
        </a:defRPr>
      </a:lvl5pPr>
      <a:lvl6pPr marL="257175" algn="l" rtl="0" eaLnBrk="1" fontAlgn="base" hangingPunct="1">
        <a:spcBef>
          <a:spcPct val="0"/>
        </a:spcBef>
        <a:spcAft>
          <a:spcPct val="0"/>
        </a:spcAft>
        <a:defRPr sz="2475">
          <a:solidFill>
            <a:schemeClr val="tx1"/>
          </a:solidFill>
          <a:latin typeface="Arial" charset="0"/>
          <a:cs typeface="Arial" charset="0"/>
        </a:defRPr>
      </a:lvl6pPr>
      <a:lvl7pPr marL="514350" algn="l" rtl="0" eaLnBrk="1" fontAlgn="base" hangingPunct="1">
        <a:spcBef>
          <a:spcPct val="0"/>
        </a:spcBef>
        <a:spcAft>
          <a:spcPct val="0"/>
        </a:spcAft>
        <a:defRPr sz="2475">
          <a:solidFill>
            <a:schemeClr val="tx1"/>
          </a:solidFill>
          <a:latin typeface="Arial" charset="0"/>
          <a:cs typeface="Arial" charset="0"/>
        </a:defRPr>
      </a:lvl7pPr>
      <a:lvl8pPr marL="771525" algn="l" rtl="0" eaLnBrk="1" fontAlgn="base" hangingPunct="1">
        <a:spcBef>
          <a:spcPct val="0"/>
        </a:spcBef>
        <a:spcAft>
          <a:spcPct val="0"/>
        </a:spcAft>
        <a:defRPr sz="2475">
          <a:solidFill>
            <a:schemeClr val="tx1"/>
          </a:solidFill>
          <a:latin typeface="Arial" charset="0"/>
          <a:cs typeface="Arial" charset="0"/>
        </a:defRPr>
      </a:lvl8pPr>
      <a:lvl9pPr marL="1028700" algn="l" rtl="0" eaLnBrk="1" fontAlgn="base" hangingPunct="1">
        <a:spcBef>
          <a:spcPct val="0"/>
        </a:spcBef>
        <a:spcAft>
          <a:spcPct val="0"/>
        </a:spcAft>
        <a:defRPr sz="2475">
          <a:solidFill>
            <a:schemeClr val="tx1"/>
          </a:solidFill>
          <a:latin typeface="Arial" charset="0"/>
          <a:cs typeface="Arial" charset="0"/>
        </a:defRPr>
      </a:lvl9pPr>
    </p:titleStyle>
    <p:bodyStyle>
      <a:lvl1pPr marL="0" indent="0" algn="l" rtl="0" eaLnBrk="1" fontAlgn="base" hangingPunct="1">
        <a:spcBef>
          <a:spcPts val="0"/>
        </a:spcBef>
        <a:spcAft>
          <a:spcPct val="0"/>
        </a:spcAft>
        <a:buFont typeface="Arial" pitchFamily="34" charset="0"/>
        <a:defRPr sz="2100" kern="1200">
          <a:solidFill>
            <a:schemeClr val="tx1">
              <a:lumMod val="90000"/>
              <a:lumOff val="10000"/>
            </a:schemeClr>
          </a:solidFill>
          <a:latin typeface="Arial" pitchFamily="34" charset="0"/>
          <a:ea typeface="ＭＳ Ｐゴシック" charset="0"/>
          <a:cs typeface="Arial" pitchFamily="34" charset="0"/>
        </a:defRPr>
      </a:lvl1pPr>
      <a:lvl2pPr marL="227013" indent="-227013" algn="l" rtl="0" eaLnBrk="1" fontAlgn="base" hangingPunct="1">
        <a:spcBef>
          <a:spcPts val="0"/>
        </a:spcBef>
        <a:spcAft>
          <a:spcPct val="0"/>
        </a:spcAft>
        <a:buFont typeface="Arial" pitchFamily="34" charset="0"/>
        <a:buChar char="–"/>
        <a:defRPr sz="2100" kern="1200">
          <a:solidFill>
            <a:schemeClr val="tx1">
              <a:lumMod val="90000"/>
              <a:lumOff val="10000"/>
            </a:schemeClr>
          </a:solidFill>
          <a:latin typeface="Arial" pitchFamily="34" charset="0"/>
          <a:ea typeface="Arial" charset="0"/>
          <a:cs typeface="Arial" pitchFamily="34" charset="0"/>
        </a:defRPr>
      </a:lvl2pPr>
      <a:lvl3pPr marL="461963" indent="-234950" algn="l" rtl="0" eaLnBrk="1" fontAlgn="base" hangingPunct="1">
        <a:spcBef>
          <a:spcPts val="0"/>
        </a:spcBef>
        <a:spcAft>
          <a:spcPct val="0"/>
        </a:spcAft>
        <a:buFont typeface="Arial" pitchFamily="34" charset="0"/>
        <a:buChar char="•"/>
        <a:defRPr sz="1500" kern="1200">
          <a:solidFill>
            <a:schemeClr val="tx1">
              <a:lumMod val="90000"/>
              <a:lumOff val="10000"/>
            </a:schemeClr>
          </a:solidFill>
          <a:latin typeface="Arial" pitchFamily="34" charset="0"/>
          <a:ea typeface="Arial" charset="0"/>
          <a:cs typeface="Arial" pitchFamily="34" charset="0"/>
        </a:defRPr>
      </a:lvl3pPr>
      <a:lvl4pPr marL="687388" indent="-225425" algn="l" rtl="0" eaLnBrk="1" fontAlgn="base" hangingPunct="1">
        <a:spcBef>
          <a:spcPts val="0"/>
        </a:spcBef>
        <a:spcAft>
          <a:spcPct val="0"/>
        </a:spcAft>
        <a:buFont typeface="Arial" pitchFamily="34" charset="0"/>
        <a:buChar char="–"/>
        <a:defRPr sz="1500" kern="1200">
          <a:solidFill>
            <a:schemeClr val="tx1">
              <a:lumMod val="90000"/>
              <a:lumOff val="10000"/>
            </a:schemeClr>
          </a:solidFill>
          <a:latin typeface="Arial" pitchFamily="34" charset="0"/>
          <a:ea typeface="Arial" charset="0"/>
          <a:cs typeface="Arial" pitchFamily="34" charset="0"/>
        </a:defRPr>
      </a:lvl4pPr>
      <a:lvl5pPr marL="914400" indent="-227013" algn="l" rtl="0" eaLnBrk="1" fontAlgn="base" hangingPunct="1">
        <a:spcBef>
          <a:spcPts val="0"/>
        </a:spcBef>
        <a:spcAft>
          <a:spcPct val="0"/>
        </a:spcAft>
        <a:buFont typeface="Arial" pitchFamily="34" charset="0"/>
        <a:buChar char="»"/>
        <a:defRPr sz="1500" kern="1200">
          <a:solidFill>
            <a:schemeClr val="tx1">
              <a:lumMod val="90000"/>
              <a:lumOff val="10000"/>
            </a:schemeClr>
          </a:solidFill>
          <a:latin typeface="Arial" pitchFamily="34" charset="0"/>
          <a:ea typeface="Arial" charset="0"/>
          <a:cs typeface="Arial" pitchFamily="34" charset="0"/>
        </a:defRPr>
      </a:lvl5pPr>
      <a:lvl6pPr marL="1414463" indent="-128588" algn="l" defTabSz="514350" rtl="0" eaLnBrk="1" latinLnBrk="0" hangingPunct="1">
        <a:spcBef>
          <a:spcPct val="20000"/>
        </a:spcBef>
        <a:buFont typeface="Arial" pitchFamily="34" charset="0"/>
        <a:buChar char="•"/>
        <a:defRPr sz="1125" kern="1200">
          <a:solidFill>
            <a:schemeClr val="tx1"/>
          </a:solidFill>
          <a:latin typeface="+mn-lt"/>
          <a:ea typeface="+mn-ea"/>
          <a:cs typeface="+mn-cs"/>
        </a:defRPr>
      </a:lvl6pPr>
      <a:lvl7pPr marL="1671638" indent="-128588" algn="l" defTabSz="514350" rtl="0" eaLnBrk="1" latinLnBrk="0" hangingPunct="1">
        <a:spcBef>
          <a:spcPct val="20000"/>
        </a:spcBef>
        <a:buFont typeface="Arial" pitchFamily="34" charset="0"/>
        <a:buChar char="•"/>
        <a:defRPr sz="1125" kern="1200">
          <a:solidFill>
            <a:schemeClr val="tx1"/>
          </a:solidFill>
          <a:latin typeface="+mn-lt"/>
          <a:ea typeface="+mn-ea"/>
          <a:cs typeface="+mn-cs"/>
        </a:defRPr>
      </a:lvl7pPr>
      <a:lvl8pPr marL="1928813" indent="-128588" algn="l" defTabSz="514350" rtl="0" eaLnBrk="1" latinLnBrk="0" hangingPunct="1">
        <a:spcBef>
          <a:spcPct val="20000"/>
        </a:spcBef>
        <a:buFont typeface="Arial" pitchFamily="34" charset="0"/>
        <a:buChar char="•"/>
        <a:defRPr sz="1125" kern="1200">
          <a:solidFill>
            <a:schemeClr val="tx1"/>
          </a:solidFill>
          <a:latin typeface="+mn-lt"/>
          <a:ea typeface="+mn-ea"/>
          <a:cs typeface="+mn-cs"/>
        </a:defRPr>
      </a:lvl8pPr>
      <a:lvl9pPr marL="2185988" indent="-128588" algn="l" defTabSz="514350" rtl="0" eaLnBrk="1" latinLnBrk="0" hangingPunct="1">
        <a:spcBef>
          <a:spcPct val="20000"/>
        </a:spcBef>
        <a:buFont typeface="Arial" pitchFamily="34" charset="0"/>
        <a:buChar char="•"/>
        <a:defRPr sz="1125" kern="1200">
          <a:solidFill>
            <a:schemeClr val="tx1"/>
          </a:solidFill>
          <a:latin typeface="+mn-lt"/>
          <a:ea typeface="+mn-ea"/>
          <a:cs typeface="+mn-cs"/>
        </a:defRPr>
      </a:lvl9pPr>
    </p:bodyStyle>
    <p:otherStyle>
      <a:defPPr>
        <a:defRPr lang="en-US"/>
      </a:defPPr>
      <a:lvl1pPr marL="0" algn="l" defTabSz="514350" rtl="0" eaLnBrk="1" latinLnBrk="0" hangingPunct="1">
        <a:defRPr sz="1013" kern="1200">
          <a:solidFill>
            <a:schemeClr val="tx1"/>
          </a:solidFill>
          <a:latin typeface="+mn-lt"/>
          <a:ea typeface="+mn-ea"/>
          <a:cs typeface="+mn-cs"/>
        </a:defRPr>
      </a:lvl1pPr>
      <a:lvl2pPr marL="257175" algn="l" defTabSz="514350" rtl="0" eaLnBrk="1" latinLnBrk="0" hangingPunct="1">
        <a:defRPr sz="1013" kern="1200">
          <a:solidFill>
            <a:schemeClr val="tx1"/>
          </a:solidFill>
          <a:latin typeface="+mn-lt"/>
          <a:ea typeface="+mn-ea"/>
          <a:cs typeface="+mn-cs"/>
        </a:defRPr>
      </a:lvl2pPr>
      <a:lvl3pPr marL="514350" algn="l" defTabSz="514350" rtl="0" eaLnBrk="1" latinLnBrk="0" hangingPunct="1">
        <a:defRPr sz="1013" kern="1200">
          <a:solidFill>
            <a:schemeClr val="tx1"/>
          </a:solidFill>
          <a:latin typeface="+mn-lt"/>
          <a:ea typeface="+mn-ea"/>
          <a:cs typeface="+mn-cs"/>
        </a:defRPr>
      </a:lvl3pPr>
      <a:lvl4pPr marL="771525" algn="l" defTabSz="514350" rtl="0" eaLnBrk="1" latinLnBrk="0" hangingPunct="1">
        <a:defRPr sz="1013" kern="1200">
          <a:solidFill>
            <a:schemeClr val="tx1"/>
          </a:solidFill>
          <a:latin typeface="+mn-lt"/>
          <a:ea typeface="+mn-ea"/>
          <a:cs typeface="+mn-cs"/>
        </a:defRPr>
      </a:lvl4pPr>
      <a:lvl5pPr marL="1028700" algn="l" defTabSz="514350" rtl="0" eaLnBrk="1" latinLnBrk="0" hangingPunct="1">
        <a:defRPr sz="1013" kern="1200">
          <a:solidFill>
            <a:schemeClr val="tx1"/>
          </a:solidFill>
          <a:latin typeface="+mn-lt"/>
          <a:ea typeface="+mn-ea"/>
          <a:cs typeface="+mn-cs"/>
        </a:defRPr>
      </a:lvl5pPr>
      <a:lvl6pPr marL="1285875" algn="l" defTabSz="514350" rtl="0" eaLnBrk="1" latinLnBrk="0" hangingPunct="1">
        <a:defRPr sz="1013" kern="1200">
          <a:solidFill>
            <a:schemeClr val="tx1"/>
          </a:solidFill>
          <a:latin typeface="+mn-lt"/>
          <a:ea typeface="+mn-ea"/>
          <a:cs typeface="+mn-cs"/>
        </a:defRPr>
      </a:lvl6pPr>
      <a:lvl7pPr marL="1543050" algn="l" defTabSz="514350" rtl="0" eaLnBrk="1" latinLnBrk="0" hangingPunct="1">
        <a:defRPr sz="1013" kern="1200">
          <a:solidFill>
            <a:schemeClr val="tx1"/>
          </a:solidFill>
          <a:latin typeface="+mn-lt"/>
          <a:ea typeface="+mn-ea"/>
          <a:cs typeface="+mn-cs"/>
        </a:defRPr>
      </a:lvl7pPr>
      <a:lvl8pPr marL="1800225" algn="l" defTabSz="514350" rtl="0" eaLnBrk="1" latinLnBrk="0" hangingPunct="1">
        <a:defRPr sz="1013" kern="1200">
          <a:solidFill>
            <a:schemeClr val="tx1"/>
          </a:solidFill>
          <a:latin typeface="+mn-lt"/>
          <a:ea typeface="+mn-ea"/>
          <a:cs typeface="+mn-cs"/>
        </a:defRPr>
      </a:lvl8pPr>
      <a:lvl9pPr marL="2057400" algn="l" defTabSz="514350" rtl="0" eaLnBrk="1" latinLnBrk="0" hangingPunct="1">
        <a:defRPr sz="1013" kern="1200">
          <a:solidFill>
            <a:schemeClr val="tx1"/>
          </a:solidFill>
          <a:latin typeface="+mn-lt"/>
          <a:ea typeface="+mn-ea"/>
          <a:cs typeface="+mn-cs"/>
        </a:defRPr>
      </a:lvl9pPr>
    </p:otherStyle>
  </p:txStyles>
  <p:extLst>
    <p:ext uri="{27BBF7A9-308A-43DC-89C8-2F10F3537804}">
      <p15:sldGuideLst xmlns:p15="http://schemas.microsoft.com/office/powerpoint/2012/main">
        <p15:guide id="1" pos="7512">
          <p15:clr>
            <a:srgbClr val="5ACBF0"/>
          </p15:clr>
        </p15:guide>
        <p15:guide id="2" pos="12971">
          <p15:clr>
            <a:srgbClr val="5ACBF0"/>
          </p15:clr>
        </p15:guide>
        <p15:guide id="3" pos="168">
          <p15:clr>
            <a:srgbClr val="5ACBF0"/>
          </p15:clr>
        </p15:guide>
        <p15:guide id="4" orient="horz" pos="624">
          <p15:clr>
            <a:srgbClr val="F26B43"/>
          </p15:clr>
        </p15:guide>
        <p15:guide id="5" orient="horz" pos="583">
          <p15:clr>
            <a:srgbClr val="F26B43"/>
          </p15:clr>
        </p15:guide>
        <p15:guide id="6" orient="horz" pos="4176">
          <p15:clr>
            <a:srgbClr val="F26B43"/>
          </p15:clr>
        </p15:guide>
      </p15:sldGuideLst>
    </p:ext>
  </p:extLst>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gradFill flip="none" rotWithShape="1">
          <a:gsLst>
            <a:gs pos="87000">
              <a:schemeClr val="tx2"/>
            </a:gs>
            <a:gs pos="90000">
              <a:schemeClr val="tx2"/>
            </a:gs>
            <a:gs pos="98000">
              <a:schemeClr val="bg1">
                <a:lumMod val="40000"/>
                <a:lumOff val="60000"/>
              </a:schemeClr>
            </a:gs>
          </a:gsLst>
          <a:path path="circle">
            <a:fillToRect l="100000" t="100000"/>
          </a:path>
          <a:tileRect r="-100000" b="-100000"/>
        </a:gradFill>
        <a:effectLst/>
      </p:bgPr>
    </p:bg>
    <p:spTree>
      <p:nvGrpSpPr>
        <p:cNvPr id="1" name=""/>
        <p:cNvGrpSpPr/>
        <p:nvPr/>
      </p:nvGrpSpPr>
      <p:grpSpPr>
        <a:xfrm>
          <a:off x="0" y="0"/>
          <a:ext cx="0" cy="0"/>
          <a:chOff x="0" y="0"/>
          <a:chExt cx="0" cy="0"/>
        </a:xfrm>
      </p:grpSpPr>
      <p:sp>
        <p:nvSpPr>
          <p:cNvPr id="23" name="Text Placeholder 2"/>
          <p:cNvSpPr>
            <a:spLocks noGrp="1"/>
          </p:cNvSpPr>
          <p:nvPr>
            <p:ph type="body" idx="1"/>
          </p:nvPr>
        </p:nvSpPr>
        <p:spPr bwMode="auto">
          <a:xfrm>
            <a:off x="266700" y="1028700"/>
            <a:ext cx="11658600" cy="56007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24" name="Picture 6"/>
          <p:cNvPicPr>
            <a:picLocks noChangeAspect="1"/>
          </p:cNvPicPr>
          <p:nvPr userDrawn="1"/>
        </p:nvPicPr>
        <p:blipFill>
          <a:blip r:embed="rId4"/>
          <a:srcRect/>
          <a:stretch>
            <a:fillRect/>
          </a:stretch>
        </p:blipFill>
        <p:spPr bwMode="auto">
          <a:xfrm>
            <a:off x="6079067" y="3416309"/>
            <a:ext cx="25400" cy="3175"/>
          </a:xfrm>
          <a:prstGeom prst="rect">
            <a:avLst/>
          </a:prstGeom>
          <a:noFill/>
          <a:ln w="9525">
            <a:noFill/>
            <a:miter lim="800000"/>
            <a:headEnd/>
            <a:tailEnd/>
          </a:ln>
        </p:spPr>
      </p:pic>
      <p:sp>
        <p:nvSpPr>
          <p:cNvPr id="11" name="Text Box 14">
            <a:extLst>
              <a:ext uri="{FF2B5EF4-FFF2-40B4-BE49-F238E27FC236}">
                <a16:creationId xmlns:a16="http://schemas.microsoft.com/office/drawing/2014/main" id="{06488F25-D32D-48D0-BB8A-6B1499EB02EC}"/>
              </a:ext>
            </a:extLst>
          </p:cNvPr>
          <p:cNvSpPr txBox="1">
            <a:spLocks noChangeArrowheads="1"/>
          </p:cNvSpPr>
          <p:nvPr userDrawn="1"/>
        </p:nvSpPr>
        <p:spPr bwMode="auto">
          <a:xfrm>
            <a:off x="11218426" y="6627107"/>
            <a:ext cx="771525" cy="153888"/>
          </a:xfrm>
          <a:prstGeom prst="rect">
            <a:avLst/>
          </a:prstGeom>
          <a:noFill/>
          <a:ln w="9525">
            <a:noFill/>
            <a:miter lim="800000"/>
            <a:headEnd/>
            <a:tailEnd/>
          </a:ln>
          <a:effectLst/>
        </p:spPr>
        <p:txBody>
          <a:bodyPr wrap="square" tIns="0" bIns="0">
            <a:spAutoFit/>
          </a:bodyPr>
          <a:lstStyle/>
          <a:p>
            <a:pPr algn="r">
              <a:spcBef>
                <a:spcPct val="50000"/>
              </a:spcBef>
              <a:defRPr/>
            </a:pPr>
            <a:fld id="{99D903CA-8EC9-4EB0-B4F7-7D6D89967A95}" type="slidenum">
              <a:rPr lang="en-US" sz="1000" b="0" baseline="0" smtClean="0"/>
              <a:pPr algn="r">
                <a:spcBef>
                  <a:spcPct val="50000"/>
                </a:spcBef>
                <a:defRPr/>
              </a:pPr>
              <a:t>‹#›</a:t>
            </a:fld>
            <a:endParaRPr lang="en-US" sz="1000" b="0" baseline="0"/>
          </a:p>
        </p:txBody>
      </p:sp>
      <p:sp>
        <p:nvSpPr>
          <p:cNvPr id="17" name="Date Placeholder 4">
            <a:extLst>
              <a:ext uri="{FF2B5EF4-FFF2-40B4-BE49-F238E27FC236}">
                <a16:creationId xmlns:a16="http://schemas.microsoft.com/office/drawing/2014/main" id="{876090B8-EB33-44F6-B805-AE75858FA42D}"/>
              </a:ext>
            </a:extLst>
          </p:cNvPr>
          <p:cNvSpPr>
            <a:spLocks noGrp="1"/>
          </p:cNvSpPr>
          <p:nvPr>
            <p:ph type="dt" sz="half" idx="2"/>
          </p:nvPr>
        </p:nvSpPr>
        <p:spPr>
          <a:xfrm>
            <a:off x="8842515" y="6653150"/>
            <a:ext cx="2761673" cy="137160"/>
          </a:xfrm>
          <a:prstGeom prst="rect">
            <a:avLst/>
          </a:prstGeom>
        </p:spPr>
        <p:txBody>
          <a:bodyPr anchor="ctr"/>
          <a:lstStyle>
            <a:lvl1pPr algn="r">
              <a:defRPr sz="900">
                <a:solidFill>
                  <a:schemeClr val="bg2">
                    <a:lumMod val="75000"/>
                  </a:schemeClr>
                </a:solidFill>
              </a:defRPr>
            </a:lvl1pPr>
          </a:lstStyle>
          <a:p>
            <a:endParaRPr lang="en-US"/>
          </a:p>
        </p:txBody>
      </p:sp>
      <p:sp>
        <p:nvSpPr>
          <p:cNvPr id="18" name="Footer Placeholder 3">
            <a:extLst>
              <a:ext uri="{FF2B5EF4-FFF2-40B4-BE49-F238E27FC236}">
                <a16:creationId xmlns:a16="http://schemas.microsoft.com/office/drawing/2014/main" id="{2F8A329A-59C1-4D23-B5E6-03FA1C182A0A}"/>
              </a:ext>
            </a:extLst>
          </p:cNvPr>
          <p:cNvSpPr>
            <a:spLocks noGrp="1"/>
          </p:cNvSpPr>
          <p:nvPr>
            <p:ph type="ftr" sz="quarter" idx="3"/>
          </p:nvPr>
        </p:nvSpPr>
        <p:spPr>
          <a:xfrm>
            <a:off x="266700" y="6653150"/>
            <a:ext cx="2901373" cy="137160"/>
          </a:xfrm>
          <a:prstGeom prst="rect">
            <a:avLst/>
          </a:prstGeom>
        </p:spPr>
        <p:txBody>
          <a:bodyPr anchor="ctr"/>
          <a:lstStyle>
            <a:lvl1pPr>
              <a:defRPr sz="900">
                <a:solidFill>
                  <a:schemeClr val="bg2">
                    <a:lumMod val="75000"/>
                  </a:schemeClr>
                </a:solidFill>
              </a:defRPr>
            </a:lvl1pPr>
          </a:lstStyle>
          <a:p>
            <a:endParaRPr lang="en-US"/>
          </a:p>
        </p:txBody>
      </p:sp>
      <p:sp>
        <p:nvSpPr>
          <p:cNvPr id="2" name="Title Placeholder 1">
            <a:extLst>
              <a:ext uri="{FF2B5EF4-FFF2-40B4-BE49-F238E27FC236}">
                <a16:creationId xmlns:a16="http://schemas.microsoft.com/office/drawing/2014/main" id="{CA18FFB5-1B4A-8A37-78CC-AC1A7AE08575}"/>
              </a:ext>
            </a:extLst>
          </p:cNvPr>
          <p:cNvSpPr>
            <a:spLocks noGrp="1"/>
          </p:cNvSpPr>
          <p:nvPr>
            <p:ph type="title"/>
          </p:nvPr>
        </p:nvSpPr>
        <p:spPr bwMode="auto">
          <a:xfrm>
            <a:off x="266699" y="128981"/>
            <a:ext cx="11658599" cy="83292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slide</a:t>
            </a:r>
          </a:p>
        </p:txBody>
      </p:sp>
    </p:spTree>
    <p:extLst>
      <p:ext uri="{BB962C8B-B14F-4D97-AF65-F5344CB8AC3E}">
        <p14:creationId xmlns:p14="http://schemas.microsoft.com/office/powerpoint/2010/main" val="199137462"/>
      </p:ext>
    </p:extLst>
  </p:cSld>
  <p:clrMap bg1="lt1" tx1="dk1" bg2="lt2" tx2="dk2" accent1="accent1" accent2="accent2" accent3="accent3" accent4="accent4" accent5="accent5" accent6="accent6" hlink="hlink" folHlink="folHlink"/>
  <p:sldLayoutIdLst>
    <p:sldLayoutId id="2147483724" r:id="rId1"/>
    <p:sldLayoutId id="2147483725" r:id="rId2"/>
  </p:sldLayoutIdLst>
  <p:hf hdr="0" dt="0"/>
  <p:txStyles>
    <p:titleStyle>
      <a:lvl1pPr algn="l" rtl="0" eaLnBrk="1" fontAlgn="base" hangingPunct="1">
        <a:spcBef>
          <a:spcPct val="0"/>
        </a:spcBef>
        <a:spcAft>
          <a:spcPct val="0"/>
        </a:spcAft>
        <a:defRPr sz="3200" b="1" kern="1200" cap="all">
          <a:solidFill>
            <a:schemeClr val="tx1">
              <a:lumMod val="90000"/>
              <a:lumOff val="10000"/>
            </a:schemeClr>
          </a:solidFill>
          <a:latin typeface="Arial" pitchFamily="34" charset="0"/>
          <a:ea typeface="ＭＳ Ｐゴシック" charset="0"/>
          <a:cs typeface="Arial" pitchFamily="34" charset="0"/>
        </a:defRPr>
      </a:lvl1pPr>
      <a:lvl2pPr algn="l" rtl="0" eaLnBrk="1" fontAlgn="base" hangingPunct="1">
        <a:spcBef>
          <a:spcPct val="0"/>
        </a:spcBef>
        <a:spcAft>
          <a:spcPct val="0"/>
        </a:spcAft>
        <a:defRPr sz="1350" b="1">
          <a:solidFill>
            <a:srgbClr val="978473"/>
          </a:solidFill>
          <a:latin typeface="Arial" charset="0"/>
          <a:ea typeface="ＭＳ Ｐゴシック" charset="0"/>
          <a:cs typeface="Arial" charset="0"/>
        </a:defRPr>
      </a:lvl2pPr>
      <a:lvl3pPr algn="l" rtl="0" eaLnBrk="1" fontAlgn="base" hangingPunct="1">
        <a:spcBef>
          <a:spcPct val="0"/>
        </a:spcBef>
        <a:spcAft>
          <a:spcPct val="0"/>
        </a:spcAft>
        <a:defRPr sz="1350" b="1">
          <a:solidFill>
            <a:srgbClr val="978473"/>
          </a:solidFill>
          <a:latin typeface="Arial" charset="0"/>
          <a:ea typeface="ＭＳ Ｐゴシック" charset="0"/>
          <a:cs typeface="Arial" charset="0"/>
        </a:defRPr>
      </a:lvl3pPr>
      <a:lvl4pPr algn="l" rtl="0" eaLnBrk="1" fontAlgn="base" hangingPunct="1">
        <a:spcBef>
          <a:spcPct val="0"/>
        </a:spcBef>
        <a:spcAft>
          <a:spcPct val="0"/>
        </a:spcAft>
        <a:defRPr sz="1350" b="1">
          <a:solidFill>
            <a:srgbClr val="978473"/>
          </a:solidFill>
          <a:latin typeface="Arial" charset="0"/>
          <a:ea typeface="ＭＳ Ｐゴシック" charset="0"/>
          <a:cs typeface="Arial" charset="0"/>
        </a:defRPr>
      </a:lvl4pPr>
      <a:lvl5pPr algn="l" rtl="0" eaLnBrk="1" fontAlgn="base" hangingPunct="1">
        <a:spcBef>
          <a:spcPct val="0"/>
        </a:spcBef>
        <a:spcAft>
          <a:spcPct val="0"/>
        </a:spcAft>
        <a:defRPr sz="1350" b="1">
          <a:solidFill>
            <a:srgbClr val="978473"/>
          </a:solidFill>
          <a:latin typeface="Arial" charset="0"/>
          <a:ea typeface="ＭＳ Ｐゴシック" charset="0"/>
          <a:cs typeface="Arial" charset="0"/>
        </a:defRPr>
      </a:lvl5pPr>
      <a:lvl6pPr marL="257175" algn="l" rtl="0" eaLnBrk="1" fontAlgn="base" hangingPunct="1">
        <a:spcBef>
          <a:spcPct val="0"/>
        </a:spcBef>
        <a:spcAft>
          <a:spcPct val="0"/>
        </a:spcAft>
        <a:defRPr sz="2475">
          <a:solidFill>
            <a:schemeClr val="tx1"/>
          </a:solidFill>
          <a:latin typeface="Arial" charset="0"/>
          <a:cs typeface="Arial" charset="0"/>
        </a:defRPr>
      </a:lvl6pPr>
      <a:lvl7pPr marL="514350" algn="l" rtl="0" eaLnBrk="1" fontAlgn="base" hangingPunct="1">
        <a:spcBef>
          <a:spcPct val="0"/>
        </a:spcBef>
        <a:spcAft>
          <a:spcPct val="0"/>
        </a:spcAft>
        <a:defRPr sz="2475">
          <a:solidFill>
            <a:schemeClr val="tx1"/>
          </a:solidFill>
          <a:latin typeface="Arial" charset="0"/>
          <a:cs typeface="Arial" charset="0"/>
        </a:defRPr>
      </a:lvl7pPr>
      <a:lvl8pPr marL="771525" algn="l" rtl="0" eaLnBrk="1" fontAlgn="base" hangingPunct="1">
        <a:spcBef>
          <a:spcPct val="0"/>
        </a:spcBef>
        <a:spcAft>
          <a:spcPct val="0"/>
        </a:spcAft>
        <a:defRPr sz="2475">
          <a:solidFill>
            <a:schemeClr val="tx1"/>
          </a:solidFill>
          <a:latin typeface="Arial" charset="0"/>
          <a:cs typeface="Arial" charset="0"/>
        </a:defRPr>
      </a:lvl8pPr>
      <a:lvl9pPr marL="1028700" algn="l" rtl="0" eaLnBrk="1" fontAlgn="base" hangingPunct="1">
        <a:spcBef>
          <a:spcPct val="0"/>
        </a:spcBef>
        <a:spcAft>
          <a:spcPct val="0"/>
        </a:spcAft>
        <a:defRPr sz="2475">
          <a:solidFill>
            <a:schemeClr val="tx1"/>
          </a:solidFill>
          <a:latin typeface="Arial" charset="0"/>
          <a:cs typeface="Arial" charset="0"/>
        </a:defRPr>
      </a:lvl9pPr>
    </p:titleStyle>
    <p:bodyStyle>
      <a:lvl1pPr marL="0" indent="0" algn="l" rtl="0" eaLnBrk="1" fontAlgn="base" hangingPunct="1">
        <a:spcBef>
          <a:spcPts val="169"/>
        </a:spcBef>
        <a:spcAft>
          <a:spcPct val="0"/>
        </a:spcAft>
        <a:buFont typeface="Arial" pitchFamily="34" charset="0"/>
        <a:defRPr sz="2100" kern="1200">
          <a:solidFill>
            <a:schemeClr val="tx1">
              <a:lumMod val="90000"/>
              <a:lumOff val="10000"/>
            </a:schemeClr>
          </a:solidFill>
          <a:latin typeface="Arial" pitchFamily="34" charset="0"/>
          <a:ea typeface="ＭＳ Ｐゴシック" charset="0"/>
          <a:cs typeface="Arial" pitchFamily="34" charset="0"/>
        </a:defRPr>
      </a:lvl1pPr>
      <a:lvl2pPr marL="230188" indent="-230188" algn="l" rtl="0" eaLnBrk="1" fontAlgn="base" hangingPunct="1">
        <a:spcBef>
          <a:spcPts val="169"/>
        </a:spcBef>
        <a:spcAft>
          <a:spcPct val="0"/>
        </a:spcAft>
        <a:buFont typeface="Arial" pitchFamily="34" charset="0"/>
        <a:buChar char="–"/>
        <a:defRPr sz="2100" kern="1200">
          <a:solidFill>
            <a:schemeClr val="tx1">
              <a:lumMod val="90000"/>
              <a:lumOff val="10000"/>
            </a:schemeClr>
          </a:solidFill>
          <a:latin typeface="Arial" pitchFamily="34" charset="0"/>
          <a:ea typeface="Arial" charset="0"/>
          <a:cs typeface="Arial" pitchFamily="34" charset="0"/>
        </a:defRPr>
      </a:lvl2pPr>
      <a:lvl3pPr marL="461963" indent="-231775" algn="l" rtl="0" eaLnBrk="1" fontAlgn="base" hangingPunct="1">
        <a:spcBef>
          <a:spcPts val="169"/>
        </a:spcBef>
        <a:spcAft>
          <a:spcPct val="0"/>
        </a:spcAft>
        <a:buFont typeface="Arial" pitchFamily="34" charset="0"/>
        <a:buChar char="•"/>
        <a:defRPr sz="1500" kern="1200">
          <a:solidFill>
            <a:schemeClr val="tx1">
              <a:lumMod val="90000"/>
              <a:lumOff val="10000"/>
            </a:schemeClr>
          </a:solidFill>
          <a:latin typeface="Arial" pitchFamily="34" charset="0"/>
          <a:ea typeface="Arial" charset="0"/>
          <a:cs typeface="Arial" pitchFamily="34" charset="0"/>
        </a:defRPr>
      </a:lvl3pPr>
      <a:lvl4pPr marL="684213" indent="-222250" algn="l" rtl="0" eaLnBrk="1" fontAlgn="base" hangingPunct="1">
        <a:spcBef>
          <a:spcPts val="169"/>
        </a:spcBef>
        <a:spcAft>
          <a:spcPct val="0"/>
        </a:spcAft>
        <a:buFont typeface="Arial" pitchFamily="34" charset="0"/>
        <a:buChar char="–"/>
        <a:defRPr sz="1500" kern="1200">
          <a:solidFill>
            <a:schemeClr val="tx1">
              <a:lumMod val="90000"/>
              <a:lumOff val="10000"/>
            </a:schemeClr>
          </a:solidFill>
          <a:latin typeface="Arial" pitchFamily="34" charset="0"/>
          <a:ea typeface="Arial" charset="0"/>
          <a:cs typeface="Arial" pitchFamily="34" charset="0"/>
        </a:defRPr>
      </a:lvl4pPr>
      <a:lvl5pPr marL="914400" indent="-230188" algn="l" rtl="0" eaLnBrk="1" fontAlgn="base" hangingPunct="1">
        <a:spcBef>
          <a:spcPts val="169"/>
        </a:spcBef>
        <a:spcAft>
          <a:spcPct val="0"/>
        </a:spcAft>
        <a:buFont typeface="Arial" pitchFamily="34" charset="0"/>
        <a:buChar char="»"/>
        <a:defRPr sz="1500" kern="1200">
          <a:solidFill>
            <a:schemeClr val="tx1">
              <a:lumMod val="90000"/>
              <a:lumOff val="10000"/>
            </a:schemeClr>
          </a:solidFill>
          <a:latin typeface="Arial" pitchFamily="34" charset="0"/>
          <a:ea typeface="Arial" charset="0"/>
          <a:cs typeface="Arial" pitchFamily="34" charset="0"/>
        </a:defRPr>
      </a:lvl5pPr>
      <a:lvl6pPr marL="1414463" indent="-128588" algn="l" defTabSz="514350" rtl="0" eaLnBrk="1" latinLnBrk="0" hangingPunct="1">
        <a:spcBef>
          <a:spcPct val="20000"/>
        </a:spcBef>
        <a:buFont typeface="Arial" pitchFamily="34" charset="0"/>
        <a:buChar char="•"/>
        <a:defRPr sz="1125" kern="1200">
          <a:solidFill>
            <a:schemeClr val="tx1"/>
          </a:solidFill>
          <a:latin typeface="+mn-lt"/>
          <a:ea typeface="+mn-ea"/>
          <a:cs typeface="+mn-cs"/>
        </a:defRPr>
      </a:lvl6pPr>
      <a:lvl7pPr marL="1671638" indent="-128588" algn="l" defTabSz="514350" rtl="0" eaLnBrk="1" latinLnBrk="0" hangingPunct="1">
        <a:spcBef>
          <a:spcPct val="20000"/>
        </a:spcBef>
        <a:buFont typeface="Arial" pitchFamily="34" charset="0"/>
        <a:buChar char="•"/>
        <a:defRPr sz="1125" kern="1200">
          <a:solidFill>
            <a:schemeClr val="tx1"/>
          </a:solidFill>
          <a:latin typeface="+mn-lt"/>
          <a:ea typeface="+mn-ea"/>
          <a:cs typeface="+mn-cs"/>
        </a:defRPr>
      </a:lvl7pPr>
      <a:lvl8pPr marL="1928813" indent="-128588" algn="l" defTabSz="514350" rtl="0" eaLnBrk="1" latinLnBrk="0" hangingPunct="1">
        <a:spcBef>
          <a:spcPct val="20000"/>
        </a:spcBef>
        <a:buFont typeface="Arial" pitchFamily="34" charset="0"/>
        <a:buChar char="•"/>
        <a:defRPr sz="1125" kern="1200">
          <a:solidFill>
            <a:schemeClr val="tx1"/>
          </a:solidFill>
          <a:latin typeface="+mn-lt"/>
          <a:ea typeface="+mn-ea"/>
          <a:cs typeface="+mn-cs"/>
        </a:defRPr>
      </a:lvl8pPr>
      <a:lvl9pPr marL="2185988" indent="-128588" algn="l" defTabSz="514350" rtl="0" eaLnBrk="1" latinLnBrk="0" hangingPunct="1">
        <a:spcBef>
          <a:spcPct val="20000"/>
        </a:spcBef>
        <a:buFont typeface="Arial" pitchFamily="34" charset="0"/>
        <a:buChar char="•"/>
        <a:defRPr sz="1125" kern="1200">
          <a:solidFill>
            <a:schemeClr val="tx1"/>
          </a:solidFill>
          <a:latin typeface="+mn-lt"/>
          <a:ea typeface="+mn-ea"/>
          <a:cs typeface="+mn-cs"/>
        </a:defRPr>
      </a:lvl9pPr>
    </p:bodyStyle>
    <p:otherStyle>
      <a:defPPr>
        <a:defRPr lang="en-US"/>
      </a:defPPr>
      <a:lvl1pPr marL="0" algn="l" defTabSz="514350" rtl="0" eaLnBrk="1" latinLnBrk="0" hangingPunct="1">
        <a:defRPr sz="1013" kern="1200">
          <a:solidFill>
            <a:schemeClr val="tx1"/>
          </a:solidFill>
          <a:latin typeface="+mn-lt"/>
          <a:ea typeface="+mn-ea"/>
          <a:cs typeface="+mn-cs"/>
        </a:defRPr>
      </a:lvl1pPr>
      <a:lvl2pPr marL="257175" algn="l" defTabSz="514350" rtl="0" eaLnBrk="1" latinLnBrk="0" hangingPunct="1">
        <a:defRPr sz="1013" kern="1200">
          <a:solidFill>
            <a:schemeClr val="tx1"/>
          </a:solidFill>
          <a:latin typeface="+mn-lt"/>
          <a:ea typeface="+mn-ea"/>
          <a:cs typeface="+mn-cs"/>
        </a:defRPr>
      </a:lvl2pPr>
      <a:lvl3pPr marL="514350" algn="l" defTabSz="514350" rtl="0" eaLnBrk="1" latinLnBrk="0" hangingPunct="1">
        <a:defRPr sz="1013" kern="1200">
          <a:solidFill>
            <a:schemeClr val="tx1"/>
          </a:solidFill>
          <a:latin typeface="+mn-lt"/>
          <a:ea typeface="+mn-ea"/>
          <a:cs typeface="+mn-cs"/>
        </a:defRPr>
      </a:lvl3pPr>
      <a:lvl4pPr marL="771525" algn="l" defTabSz="514350" rtl="0" eaLnBrk="1" latinLnBrk="0" hangingPunct="1">
        <a:defRPr sz="1013" kern="1200">
          <a:solidFill>
            <a:schemeClr val="tx1"/>
          </a:solidFill>
          <a:latin typeface="+mn-lt"/>
          <a:ea typeface="+mn-ea"/>
          <a:cs typeface="+mn-cs"/>
        </a:defRPr>
      </a:lvl4pPr>
      <a:lvl5pPr marL="1028700" algn="l" defTabSz="514350" rtl="0" eaLnBrk="1" latinLnBrk="0" hangingPunct="1">
        <a:defRPr sz="1013" kern="1200">
          <a:solidFill>
            <a:schemeClr val="tx1"/>
          </a:solidFill>
          <a:latin typeface="+mn-lt"/>
          <a:ea typeface="+mn-ea"/>
          <a:cs typeface="+mn-cs"/>
        </a:defRPr>
      </a:lvl5pPr>
      <a:lvl6pPr marL="1285875" algn="l" defTabSz="514350" rtl="0" eaLnBrk="1" latinLnBrk="0" hangingPunct="1">
        <a:defRPr sz="1013" kern="1200">
          <a:solidFill>
            <a:schemeClr val="tx1"/>
          </a:solidFill>
          <a:latin typeface="+mn-lt"/>
          <a:ea typeface="+mn-ea"/>
          <a:cs typeface="+mn-cs"/>
        </a:defRPr>
      </a:lvl6pPr>
      <a:lvl7pPr marL="1543050" algn="l" defTabSz="514350" rtl="0" eaLnBrk="1" latinLnBrk="0" hangingPunct="1">
        <a:defRPr sz="1013" kern="1200">
          <a:solidFill>
            <a:schemeClr val="tx1"/>
          </a:solidFill>
          <a:latin typeface="+mn-lt"/>
          <a:ea typeface="+mn-ea"/>
          <a:cs typeface="+mn-cs"/>
        </a:defRPr>
      </a:lvl7pPr>
      <a:lvl8pPr marL="1800225" algn="l" defTabSz="514350" rtl="0" eaLnBrk="1" latinLnBrk="0" hangingPunct="1">
        <a:defRPr sz="1013" kern="1200">
          <a:solidFill>
            <a:schemeClr val="tx1"/>
          </a:solidFill>
          <a:latin typeface="+mn-lt"/>
          <a:ea typeface="+mn-ea"/>
          <a:cs typeface="+mn-cs"/>
        </a:defRPr>
      </a:lvl8pPr>
      <a:lvl9pPr marL="2057400" algn="l" defTabSz="514350" rtl="0" eaLnBrk="1" latinLnBrk="0" hangingPunct="1">
        <a:defRPr sz="1013" kern="1200">
          <a:solidFill>
            <a:schemeClr val="tx1"/>
          </a:solidFill>
          <a:latin typeface="+mn-lt"/>
          <a:ea typeface="+mn-ea"/>
          <a:cs typeface="+mn-cs"/>
        </a:defRPr>
      </a:lvl9pPr>
    </p:otherStyle>
  </p:txStyles>
  <p:extLst>
    <p:ext uri="{27BBF7A9-308A-43DC-89C8-2F10F3537804}">
      <p15:sldGuideLst xmlns:p15="http://schemas.microsoft.com/office/powerpoint/2012/main">
        <p15:guide id="0" orient="horz" pos="583" userDrawn="1">
          <p15:clr>
            <a:srgbClr val="F26B43"/>
          </p15:clr>
        </p15:guide>
        <p15:guide id="1" pos="7512" userDrawn="1">
          <p15:clr>
            <a:srgbClr val="5ACBF0"/>
          </p15:clr>
        </p15:guide>
        <p15:guide id="2" pos="12971">
          <p15:clr>
            <a:srgbClr val="5ACBF0"/>
          </p15:clr>
        </p15:guide>
        <p15:guide id="3" pos="168" userDrawn="1">
          <p15:clr>
            <a:srgbClr val="5ACBF0"/>
          </p15:clr>
        </p15:guide>
        <p15:guide id="5" orient="horz" pos="637" userDrawn="1">
          <p15:clr>
            <a:srgbClr val="F26B43"/>
          </p15:clr>
        </p15:guide>
        <p15:guide id="6" orient="horz" pos="4176" userDrawn="1">
          <p15:clr>
            <a:srgbClr val="F26B43"/>
          </p15:clr>
        </p15:guide>
      </p15:sldGuideLst>
    </p:ext>
  </p:extLst>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0B998A66-8D44-B0A7-27E5-5884D337898F}"/>
              </a:ext>
            </a:extLst>
          </p:cNvPr>
          <p:cNvSpPr>
            <a:spLocks noGrp="1"/>
          </p:cNvSpPr>
          <p:nvPr>
            <p:ph type="body" idx="1"/>
          </p:nvPr>
        </p:nvSpPr>
        <p:spPr>
          <a:xfrm>
            <a:off x="762000" y="1388396"/>
            <a:ext cx="10668000" cy="4453605"/>
          </a:xfrm>
          <a:prstGeom prst="rect">
            <a:avLst/>
          </a:prstGeom>
        </p:spPr>
        <p:txBody>
          <a:bodyPr vert="horz" lIns="91440" tIns="45720" rIns="91440" bIns="45720" rtlCol="0">
            <a:normAutofit/>
          </a:bodyPr>
          <a:lstStyle/>
          <a:p>
            <a:pPr marL="0" marR="0" lvl="0" indent="0" defTabSz="76197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2333" b="1" i="0" u="none" strike="noStrike" kern="0" cap="none" spc="0" normalizeH="0" baseline="0" noProof="0" dirty="0">
                <a:ln>
                  <a:noFill/>
                </a:ln>
                <a:solidFill>
                  <a:srgbClr val="0082BE"/>
                </a:solidFill>
                <a:effectLst/>
                <a:uLnTx/>
                <a:uFillTx/>
                <a:latin typeface="Arial" panose="020B0604020202020204" pitchFamily="34" charset="0"/>
                <a:ea typeface="+mn-ea"/>
                <a:cs typeface="Arial" panose="020B0604020202020204" pitchFamily="34" charset="0"/>
              </a:rPr>
              <a:t>Click to edit text</a:t>
            </a:r>
          </a:p>
          <a:p>
            <a:pPr marL="0" marR="0" lvl="1" indent="-228591" defTabSz="761970" eaLnBrk="1" fontAlgn="auto" latinLnBrk="0" hangingPunct="1">
              <a:lnSpc>
                <a:spcPct val="100000"/>
              </a:lnSpc>
              <a:spcBef>
                <a:spcPts val="0"/>
              </a:spcBef>
              <a:spcAft>
                <a:spcPts val="0"/>
              </a:spcAft>
              <a:buClr>
                <a:srgbClr val="00447C"/>
              </a:buClr>
              <a:buSzPct val="120000"/>
              <a:buFont typeface="Arial" panose="020B0604020202020204" pitchFamily="34" charset="0"/>
              <a:buChar char="•"/>
              <a:tabLst/>
              <a:defRPr/>
            </a:pPr>
            <a:r>
              <a:rPr kumimoji="0" lang="en-US" sz="2000" b="0" i="0" u="none" strike="noStrike" kern="0" cap="none" spc="0" normalizeH="0" baseline="0" noProof="0" dirty="0">
                <a:ln>
                  <a:noFill/>
                </a:ln>
                <a:solidFill>
                  <a:sysClr val="windowText" lastClr="000000"/>
                </a:solidFill>
                <a:effectLst/>
                <a:uLnTx/>
                <a:uFillTx/>
                <a:latin typeface="Arial" panose="020B0604020202020204" pitchFamily="34" charset="0"/>
                <a:ea typeface="+mn-ea"/>
                <a:cs typeface="Arial" panose="020B0604020202020204" pitchFamily="34" charset="0"/>
              </a:rPr>
              <a:t>Second level</a:t>
            </a:r>
          </a:p>
          <a:p>
            <a:pPr marL="480041" marR="0" lvl="2" indent="-228591" defTabSz="761970" eaLnBrk="1" fontAlgn="auto" latinLnBrk="0" hangingPunct="1">
              <a:lnSpc>
                <a:spcPct val="100000"/>
              </a:lnSpc>
              <a:spcBef>
                <a:spcPts val="0"/>
              </a:spcBef>
              <a:spcAft>
                <a:spcPts val="0"/>
              </a:spcAft>
              <a:buClr>
                <a:srgbClr val="00447C"/>
              </a:buClr>
              <a:buSzPct val="110000"/>
              <a:buFont typeface="Arial" panose="020B0604020202020204" pitchFamily="34" charset="0"/>
              <a:buChar char="•"/>
              <a:tabLst/>
              <a:defRPr/>
            </a:pPr>
            <a:r>
              <a:rPr kumimoji="0" lang="en-US" sz="2000" b="0" i="0" u="none" strike="noStrike" kern="0" cap="none" spc="0" normalizeH="0" baseline="0" noProof="0" dirty="0">
                <a:ln>
                  <a:noFill/>
                </a:ln>
                <a:solidFill>
                  <a:sysClr val="windowText" lastClr="000000"/>
                </a:solidFill>
                <a:effectLst/>
                <a:uLnTx/>
                <a:uFillTx/>
                <a:latin typeface="Arial" panose="020B0604020202020204" pitchFamily="34" charset="0"/>
                <a:ea typeface="+mn-ea"/>
                <a:cs typeface="Arial" panose="020B0604020202020204" pitchFamily="34" charset="0"/>
              </a:rPr>
              <a:t>Third level</a:t>
            </a:r>
          </a:p>
          <a:p>
            <a:pPr marL="723871" marR="0" lvl="3" indent="-228591" defTabSz="761970" eaLnBrk="1" fontAlgn="auto" latinLnBrk="0" hangingPunct="1">
              <a:lnSpc>
                <a:spcPct val="100000"/>
              </a:lnSpc>
              <a:spcBef>
                <a:spcPts val="0"/>
              </a:spcBef>
              <a:spcAft>
                <a:spcPts val="0"/>
              </a:spcAft>
              <a:buClr>
                <a:srgbClr val="00447C"/>
              </a:buClr>
              <a:buSzPct val="105000"/>
              <a:buFont typeface="Arial" panose="020B0604020202020204" pitchFamily="34" charset="0"/>
              <a:buChar char="•"/>
              <a:tabLst/>
              <a:defRPr/>
            </a:pPr>
            <a:r>
              <a:rPr kumimoji="0" lang="en-US" sz="1667" b="0" i="0" u="none" strike="noStrike" kern="0" cap="none" spc="0" normalizeH="0" baseline="0" noProof="0" dirty="0">
                <a:ln>
                  <a:noFill/>
                </a:ln>
                <a:solidFill>
                  <a:sysClr val="windowText" lastClr="000000"/>
                </a:solidFill>
                <a:effectLst/>
                <a:uLnTx/>
                <a:uFillTx/>
                <a:latin typeface="Arial" panose="020B0604020202020204" pitchFamily="34" charset="0"/>
                <a:ea typeface="+mn-ea"/>
                <a:cs typeface="Arial" panose="020B0604020202020204" pitchFamily="34" charset="0"/>
              </a:rPr>
              <a:t>Fourth level</a:t>
            </a:r>
          </a:p>
          <a:p>
            <a:pPr marL="967701" marR="0" lvl="4" indent="-238115" defTabSz="761970" eaLnBrk="1" fontAlgn="auto" latinLnBrk="0" hangingPunct="1">
              <a:lnSpc>
                <a:spcPct val="100000"/>
              </a:lnSpc>
              <a:spcBef>
                <a:spcPts val="0"/>
              </a:spcBef>
              <a:spcAft>
                <a:spcPts val="0"/>
              </a:spcAft>
              <a:buClr>
                <a:srgbClr val="00447C"/>
              </a:buClr>
              <a:buSzTx/>
              <a:buFont typeface="Arial" panose="020B0604020202020204" pitchFamily="34" charset="0"/>
              <a:buChar char="•"/>
              <a:tabLst/>
              <a:defRPr/>
            </a:pPr>
            <a:r>
              <a:rPr kumimoji="0" lang="en-US" sz="1667" b="0" i="0" u="none" strike="noStrike" kern="0" cap="none" spc="0" normalizeH="0" baseline="0" noProof="0" dirty="0">
                <a:ln>
                  <a:noFill/>
                </a:ln>
                <a:solidFill>
                  <a:sysClr val="windowText" lastClr="000000"/>
                </a:solidFill>
                <a:effectLst/>
                <a:uLnTx/>
                <a:uFillTx/>
                <a:latin typeface="Arial" panose="020B0604020202020204" pitchFamily="34" charset="0"/>
                <a:ea typeface="+mn-ea"/>
                <a:cs typeface="Arial" panose="020B0604020202020204" pitchFamily="34" charset="0"/>
              </a:rPr>
              <a:t>Fifth level</a:t>
            </a:r>
          </a:p>
        </p:txBody>
      </p:sp>
      <p:sp>
        <p:nvSpPr>
          <p:cNvPr id="4" name="Title Placeholder 1">
            <a:extLst>
              <a:ext uri="{FF2B5EF4-FFF2-40B4-BE49-F238E27FC236}">
                <a16:creationId xmlns:a16="http://schemas.microsoft.com/office/drawing/2014/main" id="{159A40B6-22F0-FD82-356C-F1B0414B541E}"/>
              </a:ext>
            </a:extLst>
          </p:cNvPr>
          <p:cNvSpPr>
            <a:spLocks noGrp="1"/>
          </p:cNvSpPr>
          <p:nvPr>
            <p:ph type="title"/>
          </p:nvPr>
        </p:nvSpPr>
        <p:spPr>
          <a:xfrm>
            <a:off x="762000" y="365126"/>
            <a:ext cx="10666271" cy="777875"/>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2" name="Holder 6">
            <a:extLst>
              <a:ext uri="{FF2B5EF4-FFF2-40B4-BE49-F238E27FC236}">
                <a16:creationId xmlns:a16="http://schemas.microsoft.com/office/drawing/2014/main" id="{1978194C-A1D2-5B77-F35C-A664FCC3CE1A}"/>
              </a:ext>
            </a:extLst>
          </p:cNvPr>
          <p:cNvSpPr txBox="1">
            <a:spLocks/>
          </p:cNvSpPr>
          <p:nvPr userDrawn="1"/>
        </p:nvSpPr>
        <p:spPr>
          <a:xfrm>
            <a:off x="11645718" y="6512161"/>
            <a:ext cx="355783" cy="179536"/>
          </a:xfrm>
          <a:prstGeom prst="rect">
            <a:avLst/>
          </a:prstGeom>
        </p:spPr>
        <p:txBody>
          <a:bodyPr wrap="square" lIns="0" tIns="0" rIns="0" bIns="0" anchor="b">
            <a:spAutoFit/>
          </a:bodyPr>
          <a:lstStyle>
            <a:defPPr>
              <a:defRPr kern="0"/>
            </a:defPPr>
            <a:lvl1pPr>
              <a:defRPr sz="1400" b="1" i="0">
                <a:solidFill>
                  <a:srgbClr val="FFC526"/>
                </a:solidFill>
                <a:latin typeface="Arial"/>
                <a:cs typeface="Arial"/>
              </a:defRPr>
            </a:lvl1pPr>
          </a:lstStyle>
          <a:p>
            <a:pPr marL="31749" algn="r">
              <a:lnSpc>
                <a:spcPts val="1371"/>
              </a:lnSpc>
            </a:pPr>
            <a:fld id="{81D60167-4931-47E6-BA6A-407CBD079E47}" type="slidenum">
              <a:rPr lang="en-US" sz="1167" b="0" spc="-21" smtClean="0"/>
              <a:pPr marL="31749" algn="r">
                <a:lnSpc>
                  <a:spcPts val="1371"/>
                </a:lnSpc>
              </a:pPr>
              <a:t>‹#›</a:t>
            </a:fld>
            <a:endParaRPr lang="en-US" sz="1167" b="0" spc="-21" dirty="0"/>
          </a:p>
        </p:txBody>
      </p:sp>
    </p:spTree>
    <p:extLst>
      <p:ext uri="{BB962C8B-B14F-4D97-AF65-F5344CB8AC3E}">
        <p14:creationId xmlns:p14="http://schemas.microsoft.com/office/powerpoint/2010/main" val="3932606724"/>
      </p:ext>
    </p:extLst>
  </p:cSld>
  <p:clrMap bg1="lt1" tx1="dk1" bg2="lt2" tx2="dk2" accent1="accent1" accent2="accent2" accent3="accent3" accent4="accent4" accent5="accent5" accent6="accent6" hlink="hlink" folHlink="folHlink"/>
  <p:sldLayoutIdLst>
    <p:sldLayoutId id="2147484199" r:id="rId1"/>
    <p:sldLayoutId id="2147484200" r:id="rId2"/>
    <p:sldLayoutId id="2147484201" r:id="rId3"/>
  </p:sldLayoutIdLst>
  <p:txStyles>
    <p:titleStyle>
      <a:lvl1pPr algn="l" defTabSz="761970" rtl="0" eaLnBrk="1" latinLnBrk="0" hangingPunct="1">
        <a:lnSpc>
          <a:spcPct val="90000"/>
        </a:lnSpc>
        <a:spcBef>
          <a:spcPct val="0"/>
        </a:spcBef>
        <a:buNone/>
        <a:defRPr sz="3333" b="0" kern="1200" cap="all" baseline="0">
          <a:solidFill>
            <a:schemeClr val="accent1"/>
          </a:solidFill>
          <a:latin typeface="Arial Black" panose="020B0A04020102020204" pitchFamily="34" charset="0"/>
          <a:ea typeface="+mj-ea"/>
          <a:cs typeface="Arial" panose="020B0604020202020204" pitchFamily="34" charset="0"/>
        </a:defRPr>
      </a:lvl1pPr>
    </p:titleStyle>
    <p:bodyStyle>
      <a:lvl1pPr marL="0" indent="0" algn="l" defTabSz="761970" rtl="0" eaLnBrk="1" latinLnBrk="0" hangingPunct="1">
        <a:lnSpc>
          <a:spcPct val="90000"/>
        </a:lnSpc>
        <a:spcBef>
          <a:spcPts val="833"/>
        </a:spcBef>
        <a:buFont typeface="Arial" panose="020B0604020202020204" pitchFamily="34" charset="0"/>
        <a:buNone/>
        <a:defRPr sz="2333" b="1" kern="1200">
          <a:solidFill>
            <a:schemeClr val="bg2">
              <a:lumMod val="10000"/>
            </a:schemeClr>
          </a:solidFill>
          <a:latin typeface="Arial" panose="020B0604020202020204" pitchFamily="34" charset="0"/>
          <a:ea typeface="+mn-ea"/>
          <a:cs typeface="Arial" panose="020B0604020202020204" pitchFamily="34" charset="0"/>
        </a:defRPr>
      </a:lvl1pPr>
      <a:lvl2pPr marL="571477" indent="-190492" algn="l" defTabSz="761970" rtl="0" eaLnBrk="1" latinLnBrk="0" hangingPunct="1">
        <a:lnSpc>
          <a:spcPct val="90000"/>
        </a:lnSpc>
        <a:spcBef>
          <a:spcPts val="417"/>
        </a:spcBef>
        <a:buClr>
          <a:schemeClr val="tx2"/>
        </a:buClr>
        <a:buFont typeface="Arial" panose="020B0604020202020204" pitchFamily="34" charset="0"/>
        <a:buChar char="•"/>
        <a:defRPr sz="2333" kern="1200">
          <a:solidFill>
            <a:schemeClr val="bg2">
              <a:lumMod val="10000"/>
            </a:schemeClr>
          </a:solidFill>
          <a:latin typeface="Arial" panose="020B0604020202020204" pitchFamily="34" charset="0"/>
          <a:ea typeface="+mn-ea"/>
          <a:cs typeface="Arial" panose="020B0604020202020204" pitchFamily="34" charset="0"/>
        </a:defRPr>
      </a:lvl2pPr>
      <a:lvl3pPr marL="952462" indent="-190492" algn="l" defTabSz="761970" rtl="0" eaLnBrk="1" latinLnBrk="0" hangingPunct="1">
        <a:lnSpc>
          <a:spcPct val="90000"/>
        </a:lnSpc>
        <a:spcBef>
          <a:spcPts val="417"/>
        </a:spcBef>
        <a:buClr>
          <a:schemeClr val="tx2"/>
        </a:buClr>
        <a:buFont typeface="Arial" panose="020B0604020202020204" pitchFamily="34" charset="0"/>
        <a:buChar char="•"/>
        <a:defRPr sz="2000" kern="1200">
          <a:solidFill>
            <a:schemeClr val="bg2">
              <a:lumMod val="10000"/>
            </a:schemeClr>
          </a:solidFill>
          <a:latin typeface="Arial" panose="020B0604020202020204" pitchFamily="34" charset="0"/>
          <a:ea typeface="+mn-ea"/>
          <a:cs typeface="Arial" panose="020B0604020202020204" pitchFamily="34" charset="0"/>
        </a:defRPr>
      </a:lvl3pPr>
      <a:lvl4pPr marL="1333447" indent="-190492" algn="l" defTabSz="761970" rtl="0" eaLnBrk="1" latinLnBrk="0" hangingPunct="1">
        <a:lnSpc>
          <a:spcPct val="90000"/>
        </a:lnSpc>
        <a:spcBef>
          <a:spcPts val="417"/>
        </a:spcBef>
        <a:buClr>
          <a:schemeClr val="tx2"/>
        </a:buClr>
        <a:buFont typeface="Arial" panose="020B0604020202020204" pitchFamily="34" charset="0"/>
        <a:buChar char="•"/>
        <a:defRPr sz="1667" kern="1200">
          <a:solidFill>
            <a:schemeClr val="bg2">
              <a:lumMod val="10000"/>
            </a:schemeClr>
          </a:solidFill>
          <a:latin typeface="Arial" panose="020B0604020202020204" pitchFamily="34" charset="0"/>
          <a:ea typeface="+mn-ea"/>
          <a:cs typeface="Arial" panose="020B0604020202020204" pitchFamily="34" charset="0"/>
        </a:defRPr>
      </a:lvl4pPr>
      <a:lvl5pPr marL="1714431" indent="-190492" algn="l" defTabSz="761970" rtl="0" eaLnBrk="1" latinLnBrk="0" hangingPunct="1">
        <a:lnSpc>
          <a:spcPct val="90000"/>
        </a:lnSpc>
        <a:spcBef>
          <a:spcPts val="417"/>
        </a:spcBef>
        <a:buClr>
          <a:schemeClr val="tx2"/>
        </a:buClr>
        <a:buFont typeface="Arial" panose="020B0604020202020204" pitchFamily="34" charset="0"/>
        <a:buChar char="•"/>
        <a:defRPr sz="1500" kern="1200">
          <a:solidFill>
            <a:schemeClr val="bg2">
              <a:lumMod val="10000"/>
            </a:schemeClr>
          </a:solidFill>
          <a:latin typeface="Arial" panose="020B0604020202020204" pitchFamily="34" charset="0"/>
          <a:ea typeface="+mn-ea"/>
          <a:cs typeface="Arial" panose="020B0604020202020204" pitchFamily="34" charset="0"/>
        </a:defRPr>
      </a:lvl5pPr>
      <a:lvl6pPr marL="2095416" indent="-190492" algn="l" defTabSz="761970" rtl="0" eaLnBrk="1" latinLnBrk="0" hangingPunct="1">
        <a:lnSpc>
          <a:spcPct val="90000"/>
        </a:lnSpc>
        <a:spcBef>
          <a:spcPts val="417"/>
        </a:spcBef>
        <a:buFont typeface="Arial" panose="020B0604020202020204" pitchFamily="34" charset="0"/>
        <a:buChar char="•"/>
        <a:defRPr sz="1500" kern="1200">
          <a:solidFill>
            <a:schemeClr val="tx1"/>
          </a:solidFill>
          <a:latin typeface="+mn-lt"/>
          <a:ea typeface="+mn-ea"/>
          <a:cs typeface="+mn-cs"/>
        </a:defRPr>
      </a:lvl6pPr>
      <a:lvl7pPr marL="2476401" indent="-190492" algn="l" defTabSz="761970" rtl="0" eaLnBrk="1" latinLnBrk="0" hangingPunct="1">
        <a:lnSpc>
          <a:spcPct val="90000"/>
        </a:lnSpc>
        <a:spcBef>
          <a:spcPts val="417"/>
        </a:spcBef>
        <a:buFont typeface="Arial" panose="020B0604020202020204" pitchFamily="34" charset="0"/>
        <a:buChar char="•"/>
        <a:defRPr sz="1500" kern="1200">
          <a:solidFill>
            <a:schemeClr val="tx1"/>
          </a:solidFill>
          <a:latin typeface="+mn-lt"/>
          <a:ea typeface="+mn-ea"/>
          <a:cs typeface="+mn-cs"/>
        </a:defRPr>
      </a:lvl7pPr>
      <a:lvl8pPr marL="2857386" indent="-190492" algn="l" defTabSz="761970" rtl="0" eaLnBrk="1" latinLnBrk="0" hangingPunct="1">
        <a:lnSpc>
          <a:spcPct val="90000"/>
        </a:lnSpc>
        <a:spcBef>
          <a:spcPts val="417"/>
        </a:spcBef>
        <a:buFont typeface="Arial" panose="020B0604020202020204" pitchFamily="34" charset="0"/>
        <a:buChar char="•"/>
        <a:defRPr sz="1500" kern="1200">
          <a:solidFill>
            <a:schemeClr val="tx1"/>
          </a:solidFill>
          <a:latin typeface="+mn-lt"/>
          <a:ea typeface="+mn-ea"/>
          <a:cs typeface="+mn-cs"/>
        </a:defRPr>
      </a:lvl8pPr>
      <a:lvl9pPr marL="3238370" indent="-190492" algn="l" defTabSz="761970" rtl="0" eaLnBrk="1" latinLnBrk="0" hangingPunct="1">
        <a:lnSpc>
          <a:spcPct val="90000"/>
        </a:lnSpc>
        <a:spcBef>
          <a:spcPts val="417"/>
        </a:spcBef>
        <a:buFont typeface="Arial" panose="020B0604020202020204" pitchFamily="34" charset="0"/>
        <a:buChar char="•"/>
        <a:defRPr sz="1500" kern="1200">
          <a:solidFill>
            <a:schemeClr val="tx1"/>
          </a:solidFill>
          <a:latin typeface="+mn-lt"/>
          <a:ea typeface="+mn-ea"/>
          <a:cs typeface="+mn-cs"/>
        </a:defRPr>
      </a:lvl9pPr>
    </p:bodyStyle>
    <p:other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cxnSp>
        <p:nvCxnSpPr>
          <p:cNvPr id="39" name="Straight Connector 38">
            <a:extLst>
              <a:ext uri="{FF2B5EF4-FFF2-40B4-BE49-F238E27FC236}">
                <a16:creationId xmlns:a16="http://schemas.microsoft.com/office/drawing/2014/main" id="{36E477CE-5B90-939D-D3C3-0EE98366619C}"/>
              </a:ext>
            </a:extLst>
          </p:cNvPr>
          <p:cNvCxnSpPr>
            <a:cxnSpLocks/>
          </p:cNvCxnSpPr>
          <p:nvPr userDrawn="1"/>
        </p:nvCxnSpPr>
        <p:spPr>
          <a:xfrm>
            <a:off x="952500" y="595313"/>
            <a:ext cx="10492482" cy="0"/>
          </a:xfrm>
          <a:prstGeom prst="line">
            <a:avLst/>
          </a:prstGeom>
          <a:ln w="38100">
            <a:solidFill>
              <a:srgbClr val="FFC526"/>
            </a:solidFill>
          </a:ln>
        </p:spPr>
        <p:style>
          <a:lnRef idx="1">
            <a:schemeClr val="accent1"/>
          </a:lnRef>
          <a:fillRef idx="0">
            <a:schemeClr val="accent1"/>
          </a:fillRef>
          <a:effectRef idx="0">
            <a:schemeClr val="accent1"/>
          </a:effectRef>
          <a:fontRef idx="minor">
            <a:schemeClr val="tx1"/>
          </a:fontRef>
        </p:style>
      </p:cxnSp>
      <p:pic>
        <p:nvPicPr>
          <p:cNvPr id="3" name="Picture 2">
            <a:extLst>
              <a:ext uri="{FF2B5EF4-FFF2-40B4-BE49-F238E27FC236}">
                <a16:creationId xmlns:a16="http://schemas.microsoft.com/office/drawing/2014/main" id="{216EBD06-7812-3DC5-6C0D-7E9D1CCD506A}"/>
              </a:ext>
            </a:extLst>
          </p:cNvPr>
          <p:cNvPicPr>
            <a:picLocks noChangeAspect="1"/>
          </p:cNvPicPr>
          <p:nvPr userDrawn="1"/>
        </p:nvPicPr>
        <p:blipFill>
          <a:blip r:embed="rId5" cstate="print">
            <a:extLst>
              <a:ext uri="{28A0092B-C50C-407E-A947-70E740481C1C}">
                <a14:useLocalDpi xmlns:a14="http://schemas.microsoft.com/office/drawing/2010/main"/>
              </a:ext>
            </a:extLst>
          </a:blip>
          <a:stretch>
            <a:fillRect/>
          </a:stretch>
        </p:blipFill>
        <p:spPr>
          <a:xfrm>
            <a:off x="11113331" y="265122"/>
            <a:ext cx="663804" cy="660382"/>
          </a:xfrm>
          <a:prstGeom prst="rect">
            <a:avLst/>
          </a:prstGeom>
        </p:spPr>
      </p:pic>
      <p:sp>
        <p:nvSpPr>
          <p:cNvPr id="9" name="Title Placeholder 8">
            <a:extLst>
              <a:ext uri="{FF2B5EF4-FFF2-40B4-BE49-F238E27FC236}">
                <a16:creationId xmlns:a16="http://schemas.microsoft.com/office/drawing/2014/main" id="{359DA966-4F2C-4976-643E-7D982F9CCB85}"/>
              </a:ext>
            </a:extLst>
          </p:cNvPr>
          <p:cNvSpPr>
            <a:spLocks noGrp="1"/>
          </p:cNvSpPr>
          <p:nvPr>
            <p:ph type="title"/>
          </p:nvPr>
        </p:nvSpPr>
        <p:spPr>
          <a:xfrm>
            <a:off x="762000" y="238125"/>
            <a:ext cx="6604001" cy="714375"/>
          </a:xfrm>
          <a:prstGeom prst="rect">
            <a:avLst/>
          </a:prstGeom>
          <a:solidFill>
            <a:schemeClr val="bg1"/>
          </a:solidFill>
        </p:spPr>
        <p:txBody>
          <a:bodyPr vert="horz" lIns="0" tIns="0" rIns="91440" bIns="0" rtlCol="0" anchor="ctr">
            <a:noAutofit/>
          </a:bodyPr>
          <a:lstStyle/>
          <a:p>
            <a:r>
              <a:rPr lang="en-US" dirty="0"/>
              <a:t>Click Here to Edit Slide Title</a:t>
            </a:r>
          </a:p>
        </p:txBody>
      </p:sp>
      <p:sp>
        <p:nvSpPr>
          <p:cNvPr id="4" name="Freeform: Shape 3">
            <a:extLst>
              <a:ext uri="{FF2B5EF4-FFF2-40B4-BE49-F238E27FC236}">
                <a16:creationId xmlns:a16="http://schemas.microsoft.com/office/drawing/2014/main" id="{4D4ADEA3-FEDB-DCD6-0899-5A69C37F8823}"/>
              </a:ext>
            </a:extLst>
          </p:cNvPr>
          <p:cNvSpPr/>
          <p:nvPr userDrawn="1"/>
        </p:nvSpPr>
        <p:spPr>
          <a:xfrm>
            <a:off x="0" y="6356772"/>
            <a:ext cx="12192000" cy="510352"/>
          </a:xfrm>
          <a:custGeom>
            <a:avLst/>
            <a:gdLst>
              <a:gd name="connsiteX0" fmla="*/ 14630400 w 14630400"/>
              <a:gd name="connsiteY0" fmla="*/ 0 h 612422"/>
              <a:gd name="connsiteX1" fmla="*/ 14630400 w 14630400"/>
              <a:gd name="connsiteY1" fmla="*/ 608311 h 612422"/>
              <a:gd name="connsiteX2" fmla="*/ 0 w 14630400"/>
              <a:gd name="connsiteY2" fmla="*/ 612422 h 612422"/>
              <a:gd name="connsiteX3" fmla="*/ 0 w 14630400"/>
              <a:gd name="connsiteY3" fmla="*/ 260542 h 612422"/>
              <a:gd name="connsiteX4" fmla="*/ 9763571 w 14630400"/>
              <a:gd name="connsiteY4" fmla="*/ 255155 h 612422"/>
              <a:gd name="connsiteX5" fmla="*/ 9916837 w 14630400"/>
              <a:gd name="connsiteY5" fmla="*/ 206994 h 612422"/>
              <a:gd name="connsiteX6" fmla="*/ 10136743 w 14630400"/>
              <a:gd name="connsiteY6" fmla="*/ 54031 h 612422"/>
              <a:gd name="connsiteX7" fmla="*/ 10303032 w 14630400"/>
              <a:gd name="connsiteY7" fmla="*/ 1780 h 6124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4630400" h="612422">
                <a:moveTo>
                  <a:pt x="14630400" y="0"/>
                </a:moveTo>
                <a:lnTo>
                  <a:pt x="14630400" y="608311"/>
                </a:lnTo>
                <a:lnTo>
                  <a:pt x="0" y="612422"/>
                </a:lnTo>
                <a:lnTo>
                  <a:pt x="0" y="260542"/>
                </a:lnTo>
                <a:lnTo>
                  <a:pt x="9763571" y="255155"/>
                </a:lnTo>
                <a:cubicBezTo>
                  <a:pt x="9818700" y="255155"/>
                  <a:pt x="9871706" y="238495"/>
                  <a:pt x="9916837" y="206994"/>
                </a:cubicBezTo>
                <a:lnTo>
                  <a:pt x="10136743" y="54031"/>
                </a:lnTo>
                <a:cubicBezTo>
                  <a:pt x="10185810" y="19954"/>
                  <a:pt x="10243210" y="1780"/>
                  <a:pt x="10303032" y="1780"/>
                </a:cubicBezTo>
                <a:close/>
              </a:path>
            </a:pathLst>
          </a:cu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500" dirty="0"/>
          </a:p>
        </p:txBody>
      </p:sp>
      <p:grpSp>
        <p:nvGrpSpPr>
          <p:cNvPr id="6" name="Group 5">
            <a:extLst>
              <a:ext uri="{FF2B5EF4-FFF2-40B4-BE49-F238E27FC236}">
                <a16:creationId xmlns:a16="http://schemas.microsoft.com/office/drawing/2014/main" id="{40928655-892E-9231-67D2-2C6E38D0D7E4}"/>
              </a:ext>
            </a:extLst>
          </p:cNvPr>
          <p:cNvGrpSpPr/>
          <p:nvPr userDrawn="1"/>
        </p:nvGrpSpPr>
        <p:grpSpPr>
          <a:xfrm>
            <a:off x="8826500" y="6567991"/>
            <a:ext cx="2667000" cy="76427"/>
            <a:chOff x="10658475" y="7733888"/>
            <a:chExt cx="3281462" cy="94035"/>
          </a:xfrm>
        </p:grpSpPr>
        <p:sp>
          <p:nvSpPr>
            <p:cNvPr id="8" name="Freeform: Shape 7">
              <a:extLst>
                <a:ext uri="{FF2B5EF4-FFF2-40B4-BE49-F238E27FC236}">
                  <a16:creationId xmlns:a16="http://schemas.microsoft.com/office/drawing/2014/main" id="{7084BAA4-066E-4D31-5532-6C1C75314824}"/>
                </a:ext>
              </a:extLst>
            </p:cNvPr>
            <p:cNvSpPr/>
            <p:nvPr/>
          </p:nvSpPr>
          <p:spPr>
            <a:xfrm>
              <a:off x="10658475" y="7733888"/>
              <a:ext cx="110295" cy="93921"/>
            </a:xfrm>
            <a:custGeom>
              <a:avLst/>
              <a:gdLst>
                <a:gd name="connsiteX0" fmla="*/ 0 w 110295"/>
                <a:gd name="connsiteY0" fmla="*/ 93921 h 93921"/>
                <a:gd name="connsiteX1" fmla="*/ 0 w 110295"/>
                <a:gd name="connsiteY1" fmla="*/ 0 h 93921"/>
                <a:gd name="connsiteX2" fmla="*/ 14896 w 110295"/>
                <a:gd name="connsiteY2" fmla="*/ 0 h 93921"/>
                <a:gd name="connsiteX3" fmla="*/ 80959 w 110295"/>
                <a:gd name="connsiteY3" fmla="*/ 55375 h 93921"/>
                <a:gd name="connsiteX4" fmla="*/ 86872 w 110295"/>
                <a:gd name="connsiteY4" fmla="*/ 60605 h 93921"/>
                <a:gd name="connsiteX5" fmla="*/ 91534 w 110295"/>
                <a:gd name="connsiteY5" fmla="*/ 65609 h 93921"/>
                <a:gd name="connsiteX6" fmla="*/ 90852 w 110295"/>
                <a:gd name="connsiteY6" fmla="*/ 54465 h 93921"/>
                <a:gd name="connsiteX7" fmla="*/ 90624 w 110295"/>
                <a:gd name="connsiteY7" fmla="*/ 49349 h 93921"/>
                <a:gd name="connsiteX8" fmla="*/ 90624 w 110295"/>
                <a:gd name="connsiteY8" fmla="*/ 0 h 93921"/>
                <a:gd name="connsiteX9" fmla="*/ 110296 w 110295"/>
                <a:gd name="connsiteY9" fmla="*/ 0 h 93921"/>
                <a:gd name="connsiteX10" fmla="*/ 110296 w 110295"/>
                <a:gd name="connsiteY10" fmla="*/ 93921 h 93921"/>
                <a:gd name="connsiteX11" fmla="*/ 95400 w 110295"/>
                <a:gd name="connsiteY11" fmla="*/ 93921 h 93921"/>
                <a:gd name="connsiteX12" fmla="*/ 26607 w 110295"/>
                <a:gd name="connsiteY12" fmla="*/ 35931 h 93921"/>
                <a:gd name="connsiteX13" fmla="*/ 22287 w 110295"/>
                <a:gd name="connsiteY13" fmla="*/ 31951 h 93921"/>
                <a:gd name="connsiteX14" fmla="*/ 18875 w 110295"/>
                <a:gd name="connsiteY14" fmla="*/ 28313 h 93921"/>
                <a:gd name="connsiteX15" fmla="*/ 19558 w 110295"/>
                <a:gd name="connsiteY15" fmla="*/ 36500 h 93921"/>
                <a:gd name="connsiteX16" fmla="*/ 19785 w 110295"/>
                <a:gd name="connsiteY16" fmla="*/ 43208 h 93921"/>
                <a:gd name="connsiteX17" fmla="*/ 19785 w 110295"/>
                <a:gd name="connsiteY17" fmla="*/ 93921 h 93921"/>
                <a:gd name="connsiteX18" fmla="*/ 0 w 110295"/>
                <a:gd name="connsiteY18" fmla="*/ 93921 h 939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10295" h="93921">
                  <a:moveTo>
                    <a:pt x="0" y="93921"/>
                  </a:moveTo>
                  <a:lnTo>
                    <a:pt x="0" y="0"/>
                  </a:lnTo>
                  <a:lnTo>
                    <a:pt x="14896" y="0"/>
                  </a:lnTo>
                  <a:lnTo>
                    <a:pt x="80959" y="55375"/>
                  </a:lnTo>
                  <a:cubicBezTo>
                    <a:pt x="83233" y="57194"/>
                    <a:pt x="85166" y="58900"/>
                    <a:pt x="86872" y="60605"/>
                  </a:cubicBezTo>
                  <a:cubicBezTo>
                    <a:pt x="88578" y="62311"/>
                    <a:pt x="90169" y="63903"/>
                    <a:pt x="91534" y="65609"/>
                  </a:cubicBezTo>
                  <a:cubicBezTo>
                    <a:pt x="91193" y="60378"/>
                    <a:pt x="90965" y="56626"/>
                    <a:pt x="90852" y="54465"/>
                  </a:cubicBezTo>
                  <a:cubicBezTo>
                    <a:pt x="90738" y="52305"/>
                    <a:pt x="90624" y="50599"/>
                    <a:pt x="90624" y="49349"/>
                  </a:cubicBezTo>
                  <a:lnTo>
                    <a:pt x="90624" y="0"/>
                  </a:lnTo>
                  <a:lnTo>
                    <a:pt x="110296" y="0"/>
                  </a:lnTo>
                  <a:lnTo>
                    <a:pt x="110296" y="93921"/>
                  </a:lnTo>
                  <a:lnTo>
                    <a:pt x="95400" y="93921"/>
                  </a:lnTo>
                  <a:lnTo>
                    <a:pt x="26607" y="35931"/>
                  </a:lnTo>
                  <a:cubicBezTo>
                    <a:pt x="24902" y="34453"/>
                    <a:pt x="23537" y="33089"/>
                    <a:pt x="22287" y="31951"/>
                  </a:cubicBezTo>
                  <a:cubicBezTo>
                    <a:pt x="21036" y="30814"/>
                    <a:pt x="19899" y="29564"/>
                    <a:pt x="18875" y="28313"/>
                  </a:cubicBezTo>
                  <a:cubicBezTo>
                    <a:pt x="19216" y="31156"/>
                    <a:pt x="19444" y="33998"/>
                    <a:pt x="19558" y="36500"/>
                  </a:cubicBezTo>
                  <a:cubicBezTo>
                    <a:pt x="19671" y="39001"/>
                    <a:pt x="19785" y="41275"/>
                    <a:pt x="19785" y="43208"/>
                  </a:cubicBezTo>
                  <a:lnTo>
                    <a:pt x="19785" y="93921"/>
                  </a:lnTo>
                  <a:lnTo>
                    <a:pt x="0" y="93921"/>
                  </a:lnTo>
                  <a:close/>
                </a:path>
              </a:pathLst>
            </a:custGeom>
            <a:solidFill>
              <a:srgbClr val="FFFFFF"/>
            </a:solidFill>
            <a:ln w="0" cap="flat">
              <a:noFill/>
              <a:prstDash val="solid"/>
              <a:miter/>
            </a:ln>
          </p:spPr>
          <p:txBody>
            <a:bodyPr rtlCol="0" anchor="ctr"/>
            <a:lstStyle/>
            <a:p>
              <a:endParaRPr lang="en-US" sz="1500"/>
            </a:p>
          </p:txBody>
        </p:sp>
        <p:sp>
          <p:nvSpPr>
            <p:cNvPr id="15" name="Freeform: Shape 14">
              <a:extLst>
                <a:ext uri="{FF2B5EF4-FFF2-40B4-BE49-F238E27FC236}">
                  <a16:creationId xmlns:a16="http://schemas.microsoft.com/office/drawing/2014/main" id="{194FE9C0-7C03-D8D3-72DB-418423278388}"/>
                </a:ext>
              </a:extLst>
            </p:cNvPr>
            <p:cNvSpPr/>
            <p:nvPr/>
          </p:nvSpPr>
          <p:spPr>
            <a:xfrm>
              <a:off x="10816754" y="7733888"/>
              <a:ext cx="96991" cy="93921"/>
            </a:xfrm>
            <a:custGeom>
              <a:avLst/>
              <a:gdLst>
                <a:gd name="connsiteX0" fmla="*/ 0 w 96991"/>
                <a:gd name="connsiteY0" fmla="*/ 93921 h 93921"/>
                <a:gd name="connsiteX1" fmla="*/ 0 w 96991"/>
                <a:gd name="connsiteY1" fmla="*/ 0 h 93921"/>
                <a:gd name="connsiteX2" fmla="*/ 96082 w 96991"/>
                <a:gd name="connsiteY2" fmla="*/ 0 h 93921"/>
                <a:gd name="connsiteX3" fmla="*/ 96082 w 96991"/>
                <a:gd name="connsiteY3" fmla="*/ 16033 h 93921"/>
                <a:gd name="connsiteX4" fmla="*/ 21832 w 96991"/>
                <a:gd name="connsiteY4" fmla="*/ 16033 h 93921"/>
                <a:gd name="connsiteX5" fmla="*/ 21832 w 96991"/>
                <a:gd name="connsiteY5" fmla="*/ 36955 h 93921"/>
                <a:gd name="connsiteX6" fmla="*/ 65154 w 96991"/>
                <a:gd name="connsiteY6" fmla="*/ 36955 h 93921"/>
                <a:gd name="connsiteX7" fmla="*/ 65154 w 96991"/>
                <a:gd name="connsiteY7" fmla="*/ 52987 h 93921"/>
                <a:gd name="connsiteX8" fmla="*/ 21832 w 96991"/>
                <a:gd name="connsiteY8" fmla="*/ 52987 h 93921"/>
                <a:gd name="connsiteX9" fmla="*/ 21832 w 96991"/>
                <a:gd name="connsiteY9" fmla="*/ 76297 h 93921"/>
                <a:gd name="connsiteX10" fmla="*/ 96992 w 96991"/>
                <a:gd name="connsiteY10" fmla="*/ 76297 h 93921"/>
                <a:gd name="connsiteX11" fmla="*/ 96992 w 96991"/>
                <a:gd name="connsiteY11" fmla="*/ 93921 h 93921"/>
                <a:gd name="connsiteX12" fmla="*/ 0 w 96991"/>
                <a:gd name="connsiteY12" fmla="*/ 93921 h 939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6991" h="93921">
                  <a:moveTo>
                    <a:pt x="0" y="93921"/>
                  </a:moveTo>
                  <a:lnTo>
                    <a:pt x="0" y="0"/>
                  </a:lnTo>
                  <a:lnTo>
                    <a:pt x="96082" y="0"/>
                  </a:lnTo>
                  <a:lnTo>
                    <a:pt x="96082" y="16033"/>
                  </a:lnTo>
                  <a:lnTo>
                    <a:pt x="21832" y="16033"/>
                  </a:lnTo>
                  <a:lnTo>
                    <a:pt x="21832" y="36955"/>
                  </a:lnTo>
                  <a:lnTo>
                    <a:pt x="65154" y="36955"/>
                  </a:lnTo>
                  <a:lnTo>
                    <a:pt x="65154" y="52987"/>
                  </a:lnTo>
                  <a:lnTo>
                    <a:pt x="21832" y="52987"/>
                  </a:lnTo>
                  <a:lnTo>
                    <a:pt x="21832" y="76297"/>
                  </a:lnTo>
                  <a:lnTo>
                    <a:pt x="96992" y="76297"/>
                  </a:lnTo>
                  <a:lnTo>
                    <a:pt x="96992" y="93921"/>
                  </a:lnTo>
                  <a:lnTo>
                    <a:pt x="0" y="93921"/>
                  </a:lnTo>
                  <a:close/>
                </a:path>
              </a:pathLst>
            </a:custGeom>
            <a:solidFill>
              <a:srgbClr val="FFFFFF"/>
            </a:solidFill>
            <a:ln w="0" cap="flat">
              <a:noFill/>
              <a:prstDash val="solid"/>
              <a:miter/>
            </a:ln>
          </p:spPr>
          <p:txBody>
            <a:bodyPr rtlCol="0" anchor="ctr"/>
            <a:lstStyle/>
            <a:p>
              <a:endParaRPr lang="en-US" sz="1500"/>
            </a:p>
          </p:txBody>
        </p:sp>
        <p:sp>
          <p:nvSpPr>
            <p:cNvPr id="16" name="Freeform: Shape 15">
              <a:extLst>
                <a:ext uri="{FF2B5EF4-FFF2-40B4-BE49-F238E27FC236}">
                  <a16:creationId xmlns:a16="http://schemas.microsoft.com/office/drawing/2014/main" id="{7903233A-3905-96B3-2D8E-A3D51DC6DDBE}"/>
                </a:ext>
              </a:extLst>
            </p:cNvPr>
            <p:cNvSpPr/>
            <p:nvPr/>
          </p:nvSpPr>
          <p:spPr>
            <a:xfrm>
              <a:off x="10931598" y="7733888"/>
              <a:ext cx="120983" cy="93921"/>
            </a:xfrm>
            <a:custGeom>
              <a:avLst/>
              <a:gdLst>
                <a:gd name="connsiteX0" fmla="*/ 54238 w 120983"/>
                <a:gd name="connsiteY0" fmla="*/ 93921 h 93921"/>
                <a:gd name="connsiteX1" fmla="*/ 0 w 120983"/>
                <a:gd name="connsiteY1" fmla="*/ 0 h 93921"/>
                <a:gd name="connsiteX2" fmla="*/ 25015 w 120983"/>
                <a:gd name="connsiteY2" fmla="*/ 0 h 93921"/>
                <a:gd name="connsiteX3" fmla="*/ 62994 w 120983"/>
                <a:gd name="connsiteY3" fmla="*/ 67883 h 93921"/>
                <a:gd name="connsiteX4" fmla="*/ 99266 w 120983"/>
                <a:gd name="connsiteY4" fmla="*/ 0 h 93921"/>
                <a:gd name="connsiteX5" fmla="*/ 120984 w 120983"/>
                <a:gd name="connsiteY5" fmla="*/ 0 h 93921"/>
                <a:gd name="connsiteX6" fmla="*/ 69361 w 120983"/>
                <a:gd name="connsiteY6" fmla="*/ 93921 h 93921"/>
                <a:gd name="connsiteX7" fmla="*/ 54238 w 120983"/>
                <a:gd name="connsiteY7" fmla="*/ 93921 h 939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0983" h="93921">
                  <a:moveTo>
                    <a:pt x="54238" y="93921"/>
                  </a:moveTo>
                  <a:lnTo>
                    <a:pt x="0" y="0"/>
                  </a:lnTo>
                  <a:lnTo>
                    <a:pt x="25015" y="0"/>
                  </a:lnTo>
                  <a:lnTo>
                    <a:pt x="62994" y="67883"/>
                  </a:lnTo>
                  <a:lnTo>
                    <a:pt x="99266" y="0"/>
                  </a:lnTo>
                  <a:lnTo>
                    <a:pt x="120984" y="0"/>
                  </a:lnTo>
                  <a:lnTo>
                    <a:pt x="69361" y="93921"/>
                  </a:lnTo>
                  <a:lnTo>
                    <a:pt x="54238" y="93921"/>
                  </a:lnTo>
                  <a:close/>
                </a:path>
              </a:pathLst>
            </a:custGeom>
            <a:solidFill>
              <a:srgbClr val="FFFFFF"/>
            </a:solidFill>
            <a:ln w="0" cap="flat">
              <a:noFill/>
              <a:prstDash val="solid"/>
              <a:miter/>
            </a:ln>
          </p:spPr>
          <p:txBody>
            <a:bodyPr rtlCol="0" anchor="ctr"/>
            <a:lstStyle/>
            <a:p>
              <a:endParaRPr lang="en-US" sz="1500"/>
            </a:p>
          </p:txBody>
        </p:sp>
        <p:sp>
          <p:nvSpPr>
            <p:cNvPr id="17" name="Freeform: Shape 16">
              <a:extLst>
                <a:ext uri="{FF2B5EF4-FFF2-40B4-BE49-F238E27FC236}">
                  <a16:creationId xmlns:a16="http://schemas.microsoft.com/office/drawing/2014/main" id="{572BF0BE-51BA-20E9-6F53-0F73814E094B}"/>
                </a:ext>
              </a:extLst>
            </p:cNvPr>
            <p:cNvSpPr/>
            <p:nvPr/>
          </p:nvSpPr>
          <p:spPr>
            <a:xfrm>
              <a:off x="11078052" y="7733888"/>
              <a:ext cx="96991" cy="93921"/>
            </a:xfrm>
            <a:custGeom>
              <a:avLst/>
              <a:gdLst>
                <a:gd name="connsiteX0" fmla="*/ 0 w 96991"/>
                <a:gd name="connsiteY0" fmla="*/ 93921 h 93921"/>
                <a:gd name="connsiteX1" fmla="*/ 0 w 96991"/>
                <a:gd name="connsiteY1" fmla="*/ 0 h 93921"/>
                <a:gd name="connsiteX2" fmla="*/ 96082 w 96991"/>
                <a:gd name="connsiteY2" fmla="*/ 0 h 93921"/>
                <a:gd name="connsiteX3" fmla="*/ 96082 w 96991"/>
                <a:gd name="connsiteY3" fmla="*/ 16033 h 93921"/>
                <a:gd name="connsiteX4" fmla="*/ 21832 w 96991"/>
                <a:gd name="connsiteY4" fmla="*/ 16033 h 93921"/>
                <a:gd name="connsiteX5" fmla="*/ 21832 w 96991"/>
                <a:gd name="connsiteY5" fmla="*/ 36955 h 93921"/>
                <a:gd name="connsiteX6" fmla="*/ 65154 w 96991"/>
                <a:gd name="connsiteY6" fmla="*/ 36955 h 93921"/>
                <a:gd name="connsiteX7" fmla="*/ 65154 w 96991"/>
                <a:gd name="connsiteY7" fmla="*/ 52987 h 93921"/>
                <a:gd name="connsiteX8" fmla="*/ 21832 w 96991"/>
                <a:gd name="connsiteY8" fmla="*/ 52987 h 93921"/>
                <a:gd name="connsiteX9" fmla="*/ 21832 w 96991"/>
                <a:gd name="connsiteY9" fmla="*/ 76297 h 93921"/>
                <a:gd name="connsiteX10" fmla="*/ 96992 w 96991"/>
                <a:gd name="connsiteY10" fmla="*/ 76297 h 93921"/>
                <a:gd name="connsiteX11" fmla="*/ 96992 w 96991"/>
                <a:gd name="connsiteY11" fmla="*/ 93921 h 93921"/>
                <a:gd name="connsiteX12" fmla="*/ 0 w 96991"/>
                <a:gd name="connsiteY12" fmla="*/ 93921 h 939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6991" h="93921">
                  <a:moveTo>
                    <a:pt x="0" y="93921"/>
                  </a:moveTo>
                  <a:lnTo>
                    <a:pt x="0" y="0"/>
                  </a:lnTo>
                  <a:lnTo>
                    <a:pt x="96082" y="0"/>
                  </a:lnTo>
                  <a:lnTo>
                    <a:pt x="96082" y="16033"/>
                  </a:lnTo>
                  <a:lnTo>
                    <a:pt x="21832" y="16033"/>
                  </a:lnTo>
                  <a:lnTo>
                    <a:pt x="21832" y="36955"/>
                  </a:lnTo>
                  <a:lnTo>
                    <a:pt x="65154" y="36955"/>
                  </a:lnTo>
                  <a:lnTo>
                    <a:pt x="65154" y="52987"/>
                  </a:lnTo>
                  <a:lnTo>
                    <a:pt x="21832" y="52987"/>
                  </a:lnTo>
                  <a:lnTo>
                    <a:pt x="21832" y="76297"/>
                  </a:lnTo>
                  <a:lnTo>
                    <a:pt x="96992" y="76297"/>
                  </a:lnTo>
                  <a:lnTo>
                    <a:pt x="96992" y="93921"/>
                  </a:lnTo>
                  <a:lnTo>
                    <a:pt x="0" y="93921"/>
                  </a:lnTo>
                  <a:close/>
                </a:path>
              </a:pathLst>
            </a:custGeom>
            <a:solidFill>
              <a:srgbClr val="FFFFFF"/>
            </a:solidFill>
            <a:ln w="0" cap="flat">
              <a:noFill/>
              <a:prstDash val="solid"/>
              <a:miter/>
            </a:ln>
          </p:spPr>
          <p:txBody>
            <a:bodyPr rtlCol="0" anchor="ctr"/>
            <a:lstStyle/>
            <a:p>
              <a:endParaRPr lang="en-US" sz="1500"/>
            </a:p>
          </p:txBody>
        </p:sp>
        <p:sp>
          <p:nvSpPr>
            <p:cNvPr id="18" name="Freeform: Shape 17">
              <a:extLst>
                <a:ext uri="{FF2B5EF4-FFF2-40B4-BE49-F238E27FC236}">
                  <a16:creationId xmlns:a16="http://schemas.microsoft.com/office/drawing/2014/main" id="{9C31668A-E328-460E-A27D-AF1EABAB65F6}"/>
                </a:ext>
              </a:extLst>
            </p:cNvPr>
            <p:cNvSpPr/>
            <p:nvPr/>
          </p:nvSpPr>
          <p:spPr>
            <a:xfrm>
              <a:off x="11215296" y="7733888"/>
              <a:ext cx="111432" cy="93921"/>
            </a:xfrm>
            <a:custGeom>
              <a:avLst/>
              <a:gdLst>
                <a:gd name="connsiteX0" fmla="*/ 114 w 111432"/>
                <a:gd name="connsiteY0" fmla="*/ 93921 h 93921"/>
                <a:gd name="connsiteX1" fmla="*/ 114 w 111432"/>
                <a:gd name="connsiteY1" fmla="*/ 0 h 93921"/>
                <a:gd name="connsiteX2" fmla="*/ 80391 w 111432"/>
                <a:gd name="connsiteY2" fmla="*/ 0 h 93921"/>
                <a:gd name="connsiteX3" fmla="*/ 96651 w 111432"/>
                <a:gd name="connsiteY3" fmla="*/ 4321 h 93921"/>
                <a:gd name="connsiteX4" fmla="*/ 101654 w 111432"/>
                <a:gd name="connsiteY4" fmla="*/ 18193 h 93921"/>
                <a:gd name="connsiteX5" fmla="*/ 101654 w 111432"/>
                <a:gd name="connsiteY5" fmla="*/ 40252 h 93921"/>
                <a:gd name="connsiteX6" fmla="*/ 96651 w 111432"/>
                <a:gd name="connsiteY6" fmla="*/ 54124 h 93921"/>
                <a:gd name="connsiteX7" fmla="*/ 80391 w 111432"/>
                <a:gd name="connsiteY7" fmla="*/ 58445 h 93921"/>
                <a:gd name="connsiteX8" fmla="*/ 68110 w 111432"/>
                <a:gd name="connsiteY8" fmla="*/ 58445 h 93921"/>
                <a:gd name="connsiteX9" fmla="*/ 111433 w 111432"/>
                <a:gd name="connsiteY9" fmla="*/ 93921 h 93921"/>
                <a:gd name="connsiteX10" fmla="*/ 80050 w 111432"/>
                <a:gd name="connsiteY10" fmla="*/ 93921 h 93921"/>
                <a:gd name="connsiteX11" fmla="*/ 42185 w 111432"/>
                <a:gd name="connsiteY11" fmla="*/ 58445 h 93921"/>
                <a:gd name="connsiteX12" fmla="*/ 21491 w 111432"/>
                <a:gd name="connsiteY12" fmla="*/ 58445 h 93921"/>
                <a:gd name="connsiteX13" fmla="*/ 21491 w 111432"/>
                <a:gd name="connsiteY13" fmla="*/ 93921 h 93921"/>
                <a:gd name="connsiteX14" fmla="*/ 0 w 111432"/>
                <a:gd name="connsiteY14" fmla="*/ 93921 h 93921"/>
                <a:gd name="connsiteX15" fmla="*/ 70726 w 111432"/>
                <a:gd name="connsiteY15" fmla="*/ 16260 h 93921"/>
                <a:gd name="connsiteX16" fmla="*/ 21604 w 111432"/>
                <a:gd name="connsiteY16" fmla="*/ 16260 h 93921"/>
                <a:gd name="connsiteX17" fmla="*/ 21604 w 111432"/>
                <a:gd name="connsiteY17" fmla="*/ 42412 h 93921"/>
                <a:gd name="connsiteX18" fmla="*/ 70726 w 111432"/>
                <a:gd name="connsiteY18" fmla="*/ 42412 h 93921"/>
                <a:gd name="connsiteX19" fmla="*/ 78458 w 111432"/>
                <a:gd name="connsiteY19" fmla="*/ 40821 h 93921"/>
                <a:gd name="connsiteX20" fmla="*/ 80504 w 111432"/>
                <a:gd name="connsiteY20" fmla="*/ 35022 h 93921"/>
                <a:gd name="connsiteX21" fmla="*/ 80504 w 111432"/>
                <a:gd name="connsiteY21" fmla="*/ 23765 h 93921"/>
                <a:gd name="connsiteX22" fmla="*/ 78458 w 111432"/>
                <a:gd name="connsiteY22" fmla="*/ 18079 h 93921"/>
                <a:gd name="connsiteX23" fmla="*/ 70726 w 111432"/>
                <a:gd name="connsiteY23" fmla="*/ 16487 h 939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11432" h="93921">
                  <a:moveTo>
                    <a:pt x="114" y="93921"/>
                  </a:moveTo>
                  <a:lnTo>
                    <a:pt x="114" y="0"/>
                  </a:lnTo>
                  <a:lnTo>
                    <a:pt x="80391" y="0"/>
                  </a:lnTo>
                  <a:cubicBezTo>
                    <a:pt x="87895" y="0"/>
                    <a:pt x="93240" y="1478"/>
                    <a:pt x="96651" y="4321"/>
                  </a:cubicBezTo>
                  <a:cubicBezTo>
                    <a:pt x="100062" y="7163"/>
                    <a:pt x="101654" y="11825"/>
                    <a:pt x="101654" y="18193"/>
                  </a:cubicBezTo>
                  <a:lnTo>
                    <a:pt x="101654" y="40252"/>
                  </a:lnTo>
                  <a:cubicBezTo>
                    <a:pt x="101654" y="46620"/>
                    <a:pt x="99948" y="51168"/>
                    <a:pt x="96651" y="54124"/>
                  </a:cubicBezTo>
                  <a:cubicBezTo>
                    <a:pt x="93353" y="57081"/>
                    <a:pt x="87895" y="58445"/>
                    <a:pt x="80391" y="58445"/>
                  </a:cubicBezTo>
                  <a:lnTo>
                    <a:pt x="68110" y="58445"/>
                  </a:lnTo>
                  <a:lnTo>
                    <a:pt x="111433" y="93921"/>
                  </a:lnTo>
                  <a:lnTo>
                    <a:pt x="80050" y="93921"/>
                  </a:lnTo>
                  <a:lnTo>
                    <a:pt x="42185" y="58445"/>
                  </a:lnTo>
                  <a:lnTo>
                    <a:pt x="21491" y="58445"/>
                  </a:lnTo>
                  <a:lnTo>
                    <a:pt x="21491" y="93921"/>
                  </a:lnTo>
                  <a:lnTo>
                    <a:pt x="0" y="93921"/>
                  </a:lnTo>
                  <a:close/>
                  <a:moveTo>
                    <a:pt x="70726" y="16260"/>
                  </a:moveTo>
                  <a:lnTo>
                    <a:pt x="21604" y="16260"/>
                  </a:lnTo>
                  <a:lnTo>
                    <a:pt x="21604" y="42412"/>
                  </a:lnTo>
                  <a:lnTo>
                    <a:pt x="70726" y="42412"/>
                  </a:lnTo>
                  <a:cubicBezTo>
                    <a:pt x="74478" y="42412"/>
                    <a:pt x="77093" y="41844"/>
                    <a:pt x="78458" y="40821"/>
                  </a:cubicBezTo>
                  <a:cubicBezTo>
                    <a:pt x="79822" y="39797"/>
                    <a:pt x="80504" y="37750"/>
                    <a:pt x="80504" y="35022"/>
                  </a:cubicBezTo>
                  <a:lnTo>
                    <a:pt x="80504" y="23765"/>
                  </a:lnTo>
                  <a:cubicBezTo>
                    <a:pt x="80504" y="21036"/>
                    <a:pt x="79822" y="19103"/>
                    <a:pt x="78458" y="18079"/>
                  </a:cubicBezTo>
                  <a:cubicBezTo>
                    <a:pt x="77093" y="17056"/>
                    <a:pt x="74478" y="16487"/>
                    <a:pt x="70726" y="16487"/>
                  </a:cubicBezTo>
                  <a:close/>
                </a:path>
              </a:pathLst>
            </a:custGeom>
            <a:solidFill>
              <a:srgbClr val="FFFFFF"/>
            </a:solidFill>
            <a:ln w="0" cap="flat">
              <a:noFill/>
              <a:prstDash val="solid"/>
              <a:miter/>
            </a:ln>
          </p:spPr>
          <p:txBody>
            <a:bodyPr rtlCol="0" anchor="ctr"/>
            <a:lstStyle/>
            <a:p>
              <a:endParaRPr lang="en-US" sz="1500"/>
            </a:p>
          </p:txBody>
        </p:sp>
        <p:sp>
          <p:nvSpPr>
            <p:cNvPr id="19" name="Freeform: Shape 18">
              <a:extLst>
                <a:ext uri="{FF2B5EF4-FFF2-40B4-BE49-F238E27FC236}">
                  <a16:creationId xmlns:a16="http://schemas.microsoft.com/office/drawing/2014/main" id="{ACB94C2C-F195-F485-3B27-FC0EA5F4FF5E}"/>
                </a:ext>
              </a:extLst>
            </p:cNvPr>
            <p:cNvSpPr/>
            <p:nvPr/>
          </p:nvSpPr>
          <p:spPr>
            <a:xfrm>
              <a:off x="11429747" y="7733888"/>
              <a:ext cx="102563" cy="94035"/>
            </a:xfrm>
            <a:custGeom>
              <a:avLst/>
              <a:gdLst>
                <a:gd name="connsiteX0" fmla="*/ 80732 w 102563"/>
                <a:gd name="connsiteY0" fmla="*/ 16829 h 94035"/>
                <a:gd name="connsiteX1" fmla="*/ 21832 w 102563"/>
                <a:gd name="connsiteY1" fmla="*/ 16829 h 94035"/>
                <a:gd name="connsiteX2" fmla="*/ 21832 w 102563"/>
                <a:gd name="connsiteY2" fmla="*/ 76297 h 94035"/>
                <a:gd name="connsiteX3" fmla="*/ 80732 w 102563"/>
                <a:gd name="connsiteY3" fmla="*/ 76297 h 94035"/>
                <a:gd name="connsiteX4" fmla="*/ 80732 w 102563"/>
                <a:gd name="connsiteY4" fmla="*/ 56171 h 94035"/>
                <a:gd name="connsiteX5" fmla="*/ 102563 w 102563"/>
                <a:gd name="connsiteY5" fmla="*/ 60719 h 94035"/>
                <a:gd name="connsiteX6" fmla="*/ 102563 w 102563"/>
                <a:gd name="connsiteY6" fmla="*/ 71862 h 94035"/>
                <a:gd name="connsiteX7" fmla="*/ 97674 w 102563"/>
                <a:gd name="connsiteY7" fmla="*/ 89373 h 94035"/>
                <a:gd name="connsiteX8" fmla="*/ 79254 w 102563"/>
                <a:gd name="connsiteY8" fmla="*/ 94035 h 94035"/>
                <a:gd name="connsiteX9" fmla="*/ 23196 w 102563"/>
                <a:gd name="connsiteY9" fmla="*/ 94035 h 94035"/>
                <a:gd name="connsiteX10" fmla="*/ 4776 w 102563"/>
                <a:gd name="connsiteY10" fmla="*/ 89373 h 94035"/>
                <a:gd name="connsiteX11" fmla="*/ 0 w 102563"/>
                <a:gd name="connsiteY11" fmla="*/ 71862 h 94035"/>
                <a:gd name="connsiteX12" fmla="*/ 0 w 102563"/>
                <a:gd name="connsiteY12" fmla="*/ 22173 h 94035"/>
                <a:gd name="connsiteX13" fmla="*/ 4776 w 102563"/>
                <a:gd name="connsiteY13" fmla="*/ 4662 h 94035"/>
                <a:gd name="connsiteX14" fmla="*/ 23196 w 102563"/>
                <a:gd name="connsiteY14" fmla="*/ 0 h 94035"/>
                <a:gd name="connsiteX15" fmla="*/ 79254 w 102563"/>
                <a:gd name="connsiteY15" fmla="*/ 0 h 94035"/>
                <a:gd name="connsiteX16" fmla="*/ 97674 w 102563"/>
                <a:gd name="connsiteY16" fmla="*/ 4662 h 94035"/>
                <a:gd name="connsiteX17" fmla="*/ 102563 w 102563"/>
                <a:gd name="connsiteY17" fmla="*/ 22173 h 94035"/>
                <a:gd name="connsiteX18" fmla="*/ 102563 w 102563"/>
                <a:gd name="connsiteY18" fmla="*/ 31042 h 94035"/>
                <a:gd name="connsiteX19" fmla="*/ 80732 w 102563"/>
                <a:gd name="connsiteY19" fmla="*/ 34453 h 94035"/>
                <a:gd name="connsiteX20" fmla="*/ 80732 w 102563"/>
                <a:gd name="connsiteY20" fmla="*/ 16715 h 940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02563" h="94035">
                  <a:moveTo>
                    <a:pt x="80732" y="16829"/>
                  </a:moveTo>
                  <a:lnTo>
                    <a:pt x="21832" y="16829"/>
                  </a:lnTo>
                  <a:lnTo>
                    <a:pt x="21832" y="76297"/>
                  </a:lnTo>
                  <a:lnTo>
                    <a:pt x="80732" y="76297"/>
                  </a:lnTo>
                  <a:lnTo>
                    <a:pt x="80732" y="56171"/>
                  </a:lnTo>
                  <a:lnTo>
                    <a:pt x="102563" y="60719"/>
                  </a:lnTo>
                  <a:lnTo>
                    <a:pt x="102563" y="71862"/>
                  </a:lnTo>
                  <a:cubicBezTo>
                    <a:pt x="102563" y="80390"/>
                    <a:pt x="100972" y="86303"/>
                    <a:pt x="97674" y="89373"/>
                  </a:cubicBezTo>
                  <a:cubicBezTo>
                    <a:pt x="94377" y="92443"/>
                    <a:pt x="88350" y="94035"/>
                    <a:pt x="79254" y="94035"/>
                  </a:cubicBezTo>
                  <a:lnTo>
                    <a:pt x="23196" y="94035"/>
                  </a:lnTo>
                  <a:cubicBezTo>
                    <a:pt x="14100" y="94035"/>
                    <a:pt x="7959" y="92443"/>
                    <a:pt x="4776" y="89373"/>
                  </a:cubicBezTo>
                  <a:cubicBezTo>
                    <a:pt x="1592" y="86303"/>
                    <a:pt x="0" y="80390"/>
                    <a:pt x="0" y="71862"/>
                  </a:cubicBezTo>
                  <a:lnTo>
                    <a:pt x="0" y="22173"/>
                  </a:lnTo>
                  <a:cubicBezTo>
                    <a:pt x="0" y="13645"/>
                    <a:pt x="1592" y="7846"/>
                    <a:pt x="4776" y="4662"/>
                  </a:cubicBezTo>
                  <a:cubicBezTo>
                    <a:pt x="7959" y="1478"/>
                    <a:pt x="14100" y="0"/>
                    <a:pt x="23196" y="0"/>
                  </a:cubicBezTo>
                  <a:lnTo>
                    <a:pt x="79254" y="0"/>
                  </a:lnTo>
                  <a:cubicBezTo>
                    <a:pt x="88350" y="0"/>
                    <a:pt x="94490" y="1592"/>
                    <a:pt x="97674" y="4662"/>
                  </a:cubicBezTo>
                  <a:cubicBezTo>
                    <a:pt x="100858" y="7732"/>
                    <a:pt x="102563" y="13645"/>
                    <a:pt x="102563" y="22173"/>
                  </a:cubicBezTo>
                  <a:lnTo>
                    <a:pt x="102563" y="31042"/>
                  </a:lnTo>
                  <a:lnTo>
                    <a:pt x="80732" y="34453"/>
                  </a:lnTo>
                  <a:lnTo>
                    <a:pt x="80732" y="16715"/>
                  </a:lnTo>
                  <a:close/>
                </a:path>
              </a:pathLst>
            </a:custGeom>
            <a:solidFill>
              <a:srgbClr val="FFFFFF"/>
            </a:solidFill>
            <a:ln w="0" cap="flat">
              <a:noFill/>
              <a:prstDash val="solid"/>
              <a:miter/>
            </a:ln>
          </p:spPr>
          <p:txBody>
            <a:bodyPr rtlCol="0" anchor="ctr"/>
            <a:lstStyle/>
            <a:p>
              <a:endParaRPr lang="en-US" sz="1500"/>
            </a:p>
          </p:txBody>
        </p:sp>
        <p:sp>
          <p:nvSpPr>
            <p:cNvPr id="20" name="Freeform: Shape 19">
              <a:extLst>
                <a:ext uri="{FF2B5EF4-FFF2-40B4-BE49-F238E27FC236}">
                  <a16:creationId xmlns:a16="http://schemas.microsoft.com/office/drawing/2014/main" id="{8871BA46-F7FF-A15F-B0C8-40D4515CC64E}"/>
                </a:ext>
              </a:extLst>
            </p:cNvPr>
            <p:cNvSpPr/>
            <p:nvPr/>
          </p:nvSpPr>
          <p:spPr>
            <a:xfrm>
              <a:off x="11575406" y="7733888"/>
              <a:ext cx="115526" cy="93807"/>
            </a:xfrm>
            <a:custGeom>
              <a:avLst/>
              <a:gdLst>
                <a:gd name="connsiteX0" fmla="*/ 0 w 115526"/>
                <a:gd name="connsiteY0" fmla="*/ 22173 h 93807"/>
                <a:gd name="connsiteX1" fmla="*/ 4776 w 115526"/>
                <a:gd name="connsiteY1" fmla="*/ 4662 h 93807"/>
                <a:gd name="connsiteX2" fmla="*/ 23196 w 115526"/>
                <a:gd name="connsiteY2" fmla="*/ 0 h 93807"/>
                <a:gd name="connsiteX3" fmla="*/ 92330 w 115526"/>
                <a:gd name="connsiteY3" fmla="*/ 0 h 93807"/>
                <a:gd name="connsiteX4" fmla="*/ 110750 w 115526"/>
                <a:gd name="connsiteY4" fmla="*/ 4662 h 93807"/>
                <a:gd name="connsiteX5" fmla="*/ 115526 w 115526"/>
                <a:gd name="connsiteY5" fmla="*/ 22173 h 93807"/>
                <a:gd name="connsiteX6" fmla="*/ 115526 w 115526"/>
                <a:gd name="connsiteY6" fmla="*/ 71635 h 93807"/>
                <a:gd name="connsiteX7" fmla="*/ 110750 w 115526"/>
                <a:gd name="connsiteY7" fmla="*/ 89146 h 93807"/>
                <a:gd name="connsiteX8" fmla="*/ 92330 w 115526"/>
                <a:gd name="connsiteY8" fmla="*/ 93808 h 93807"/>
                <a:gd name="connsiteX9" fmla="*/ 23196 w 115526"/>
                <a:gd name="connsiteY9" fmla="*/ 93808 h 93807"/>
                <a:gd name="connsiteX10" fmla="*/ 4776 w 115526"/>
                <a:gd name="connsiteY10" fmla="*/ 89146 h 93807"/>
                <a:gd name="connsiteX11" fmla="*/ 0 w 115526"/>
                <a:gd name="connsiteY11" fmla="*/ 71635 h 93807"/>
                <a:gd name="connsiteX12" fmla="*/ 0 w 115526"/>
                <a:gd name="connsiteY12" fmla="*/ 22173 h 93807"/>
                <a:gd name="connsiteX13" fmla="*/ 21832 w 115526"/>
                <a:gd name="connsiteY13" fmla="*/ 76183 h 93807"/>
                <a:gd name="connsiteX14" fmla="*/ 93922 w 115526"/>
                <a:gd name="connsiteY14" fmla="*/ 76183 h 93807"/>
                <a:gd name="connsiteX15" fmla="*/ 93922 w 115526"/>
                <a:gd name="connsiteY15" fmla="*/ 16829 h 93807"/>
                <a:gd name="connsiteX16" fmla="*/ 21832 w 115526"/>
                <a:gd name="connsiteY16" fmla="*/ 16829 h 93807"/>
                <a:gd name="connsiteX17" fmla="*/ 21832 w 115526"/>
                <a:gd name="connsiteY17" fmla="*/ 76297 h 938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15526" h="93807">
                  <a:moveTo>
                    <a:pt x="0" y="22173"/>
                  </a:moveTo>
                  <a:cubicBezTo>
                    <a:pt x="0" y="13645"/>
                    <a:pt x="1592" y="7846"/>
                    <a:pt x="4776" y="4662"/>
                  </a:cubicBezTo>
                  <a:cubicBezTo>
                    <a:pt x="7959" y="1478"/>
                    <a:pt x="14100" y="0"/>
                    <a:pt x="23196" y="0"/>
                  </a:cubicBezTo>
                  <a:lnTo>
                    <a:pt x="92330" y="0"/>
                  </a:lnTo>
                  <a:cubicBezTo>
                    <a:pt x="101426" y="0"/>
                    <a:pt x="107567" y="1592"/>
                    <a:pt x="110750" y="4662"/>
                  </a:cubicBezTo>
                  <a:cubicBezTo>
                    <a:pt x="113934" y="7732"/>
                    <a:pt x="115526" y="13645"/>
                    <a:pt x="115526" y="22173"/>
                  </a:cubicBezTo>
                  <a:lnTo>
                    <a:pt x="115526" y="71635"/>
                  </a:lnTo>
                  <a:cubicBezTo>
                    <a:pt x="115526" y="80163"/>
                    <a:pt x="113934" y="86076"/>
                    <a:pt x="110750" y="89146"/>
                  </a:cubicBezTo>
                  <a:cubicBezTo>
                    <a:pt x="107567" y="92216"/>
                    <a:pt x="101426" y="93808"/>
                    <a:pt x="92330" y="93808"/>
                  </a:cubicBezTo>
                  <a:lnTo>
                    <a:pt x="23196" y="93808"/>
                  </a:lnTo>
                  <a:cubicBezTo>
                    <a:pt x="14100" y="93808"/>
                    <a:pt x="7959" y="92216"/>
                    <a:pt x="4776" y="89146"/>
                  </a:cubicBezTo>
                  <a:cubicBezTo>
                    <a:pt x="1592" y="86076"/>
                    <a:pt x="0" y="80163"/>
                    <a:pt x="0" y="71635"/>
                  </a:cubicBezTo>
                  <a:lnTo>
                    <a:pt x="0" y="22173"/>
                  </a:lnTo>
                  <a:close/>
                  <a:moveTo>
                    <a:pt x="21832" y="76183"/>
                  </a:moveTo>
                  <a:lnTo>
                    <a:pt x="93922" y="76183"/>
                  </a:lnTo>
                  <a:lnTo>
                    <a:pt x="93922" y="16829"/>
                  </a:lnTo>
                  <a:lnTo>
                    <a:pt x="21832" y="16829"/>
                  </a:lnTo>
                  <a:lnTo>
                    <a:pt x="21832" y="76297"/>
                  </a:lnTo>
                  <a:close/>
                </a:path>
              </a:pathLst>
            </a:custGeom>
            <a:solidFill>
              <a:srgbClr val="FFFFFF"/>
            </a:solidFill>
            <a:ln w="0" cap="flat">
              <a:noFill/>
              <a:prstDash val="solid"/>
              <a:miter/>
            </a:ln>
          </p:spPr>
          <p:txBody>
            <a:bodyPr rtlCol="0" anchor="ctr"/>
            <a:lstStyle/>
            <a:p>
              <a:endParaRPr lang="en-US" sz="1500"/>
            </a:p>
          </p:txBody>
        </p:sp>
        <p:sp>
          <p:nvSpPr>
            <p:cNvPr id="21" name="Freeform: Shape 20">
              <a:extLst>
                <a:ext uri="{FF2B5EF4-FFF2-40B4-BE49-F238E27FC236}">
                  <a16:creationId xmlns:a16="http://schemas.microsoft.com/office/drawing/2014/main" id="{6CE8A2B9-B4E8-4F10-F3B0-9785E2FA4596}"/>
                </a:ext>
              </a:extLst>
            </p:cNvPr>
            <p:cNvSpPr/>
            <p:nvPr/>
          </p:nvSpPr>
          <p:spPr>
            <a:xfrm>
              <a:off x="11736869" y="7733888"/>
              <a:ext cx="122575" cy="93921"/>
            </a:xfrm>
            <a:custGeom>
              <a:avLst/>
              <a:gdLst>
                <a:gd name="connsiteX0" fmla="*/ 0 w 122575"/>
                <a:gd name="connsiteY0" fmla="*/ 93921 h 93921"/>
                <a:gd name="connsiteX1" fmla="*/ 0 w 122575"/>
                <a:gd name="connsiteY1" fmla="*/ 0 h 93921"/>
                <a:gd name="connsiteX2" fmla="*/ 17625 w 122575"/>
                <a:gd name="connsiteY2" fmla="*/ 0 h 93921"/>
                <a:gd name="connsiteX3" fmla="*/ 61857 w 122575"/>
                <a:gd name="connsiteY3" fmla="*/ 56739 h 93921"/>
                <a:gd name="connsiteX4" fmla="*/ 105065 w 122575"/>
                <a:gd name="connsiteY4" fmla="*/ 0 h 93921"/>
                <a:gd name="connsiteX5" fmla="*/ 122576 w 122575"/>
                <a:gd name="connsiteY5" fmla="*/ 0 h 93921"/>
                <a:gd name="connsiteX6" fmla="*/ 122576 w 122575"/>
                <a:gd name="connsiteY6" fmla="*/ 93921 h 93921"/>
                <a:gd name="connsiteX7" fmla="*/ 102336 w 122575"/>
                <a:gd name="connsiteY7" fmla="*/ 93921 h 93921"/>
                <a:gd name="connsiteX8" fmla="*/ 102336 w 122575"/>
                <a:gd name="connsiteY8" fmla="*/ 35931 h 93921"/>
                <a:gd name="connsiteX9" fmla="*/ 102564 w 122575"/>
                <a:gd name="connsiteY9" fmla="*/ 31610 h 93921"/>
                <a:gd name="connsiteX10" fmla="*/ 103132 w 122575"/>
                <a:gd name="connsiteY10" fmla="*/ 25811 h 93921"/>
                <a:gd name="connsiteX11" fmla="*/ 100062 w 122575"/>
                <a:gd name="connsiteY11" fmla="*/ 31838 h 93921"/>
                <a:gd name="connsiteX12" fmla="*/ 97674 w 122575"/>
                <a:gd name="connsiteY12" fmla="*/ 35704 h 93921"/>
                <a:gd name="connsiteX13" fmla="*/ 62425 w 122575"/>
                <a:gd name="connsiteY13" fmla="*/ 82551 h 93921"/>
                <a:gd name="connsiteX14" fmla="*/ 58104 w 122575"/>
                <a:gd name="connsiteY14" fmla="*/ 82551 h 93921"/>
                <a:gd name="connsiteX15" fmla="*/ 22741 w 122575"/>
                <a:gd name="connsiteY15" fmla="*/ 35476 h 93921"/>
                <a:gd name="connsiteX16" fmla="*/ 19444 w 122575"/>
                <a:gd name="connsiteY16" fmla="*/ 30473 h 93921"/>
                <a:gd name="connsiteX17" fmla="*/ 17170 w 122575"/>
                <a:gd name="connsiteY17" fmla="*/ 25925 h 93921"/>
                <a:gd name="connsiteX18" fmla="*/ 17625 w 122575"/>
                <a:gd name="connsiteY18" fmla="*/ 31269 h 93921"/>
                <a:gd name="connsiteX19" fmla="*/ 17738 w 122575"/>
                <a:gd name="connsiteY19" fmla="*/ 35931 h 93921"/>
                <a:gd name="connsiteX20" fmla="*/ 17738 w 122575"/>
                <a:gd name="connsiteY20" fmla="*/ 93921 h 93921"/>
                <a:gd name="connsiteX21" fmla="*/ 114 w 122575"/>
                <a:gd name="connsiteY21" fmla="*/ 93921 h 939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22575" h="93921">
                  <a:moveTo>
                    <a:pt x="0" y="93921"/>
                  </a:moveTo>
                  <a:lnTo>
                    <a:pt x="0" y="0"/>
                  </a:lnTo>
                  <a:lnTo>
                    <a:pt x="17625" y="0"/>
                  </a:lnTo>
                  <a:lnTo>
                    <a:pt x="61857" y="56739"/>
                  </a:lnTo>
                  <a:lnTo>
                    <a:pt x="105065" y="0"/>
                  </a:lnTo>
                  <a:lnTo>
                    <a:pt x="122576" y="0"/>
                  </a:lnTo>
                  <a:lnTo>
                    <a:pt x="122576" y="93921"/>
                  </a:lnTo>
                  <a:lnTo>
                    <a:pt x="102336" y="93921"/>
                  </a:lnTo>
                  <a:lnTo>
                    <a:pt x="102336" y="35931"/>
                  </a:lnTo>
                  <a:cubicBezTo>
                    <a:pt x="102336" y="34794"/>
                    <a:pt x="102336" y="33430"/>
                    <a:pt x="102564" y="31610"/>
                  </a:cubicBezTo>
                  <a:cubicBezTo>
                    <a:pt x="102791" y="29791"/>
                    <a:pt x="102905" y="27972"/>
                    <a:pt x="103132" y="25811"/>
                  </a:cubicBezTo>
                  <a:cubicBezTo>
                    <a:pt x="101995" y="28199"/>
                    <a:pt x="100858" y="30246"/>
                    <a:pt x="100062" y="31838"/>
                  </a:cubicBezTo>
                  <a:cubicBezTo>
                    <a:pt x="99266" y="33430"/>
                    <a:pt x="98356" y="34680"/>
                    <a:pt x="97674" y="35704"/>
                  </a:cubicBezTo>
                  <a:lnTo>
                    <a:pt x="62425" y="82551"/>
                  </a:lnTo>
                  <a:lnTo>
                    <a:pt x="58104" y="82551"/>
                  </a:lnTo>
                  <a:lnTo>
                    <a:pt x="22741" y="35476"/>
                  </a:lnTo>
                  <a:cubicBezTo>
                    <a:pt x="21491" y="33657"/>
                    <a:pt x="20354" y="32065"/>
                    <a:pt x="19444" y="30473"/>
                  </a:cubicBezTo>
                  <a:cubicBezTo>
                    <a:pt x="18534" y="28881"/>
                    <a:pt x="17738" y="27403"/>
                    <a:pt x="17170" y="25925"/>
                  </a:cubicBezTo>
                  <a:cubicBezTo>
                    <a:pt x="17397" y="27858"/>
                    <a:pt x="17511" y="29677"/>
                    <a:pt x="17625" y="31269"/>
                  </a:cubicBezTo>
                  <a:cubicBezTo>
                    <a:pt x="17738" y="32861"/>
                    <a:pt x="17738" y="34453"/>
                    <a:pt x="17738" y="35931"/>
                  </a:cubicBezTo>
                  <a:lnTo>
                    <a:pt x="17738" y="93921"/>
                  </a:lnTo>
                  <a:lnTo>
                    <a:pt x="114" y="93921"/>
                  </a:lnTo>
                  <a:close/>
                </a:path>
              </a:pathLst>
            </a:custGeom>
            <a:solidFill>
              <a:srgbClr val="FFFFFF"/>
            </a:solidFill>
            <a:ln w="0" cap="flat">
              <a:noFill/>
              <a:prstDash val="solid"/>
              <a:miter/>
            </a:ln>
          </p:spPr>
          <p:txBody>
            <a:bodyPr rtlCol="0" anchor="ctr"/>
            <a:lstStyle/>
            <a:p>
              <a:endParaRPr lang="en-US" sz="1500"/>
            </a:p>
          </p:txBody>
        </p:sp>
        <p:sp>
          <p:nvSpPr>
            <p:cNvPr id="23" name="Freeform: Shape 22">
              <a:extLst>
                <a:ext uri="{FF2B5EF4-FFF2-40B4-BE49-F238E27FC236}">
                  <a16:creationId xmlns:a16="http://schemas.microsoft.com/office/drawing/2014/main" id="{4ACCF43F-709F-9303-E115-9C30AA7CD5AB}"/>
                </a:ext>
              </a:extLst>
            </p:cNvPr>
            <p:cNvSpPr/>
            <p:nvPr/>
          </p:nvSpPr>
          <p:spPr>
            <a:xfrm>
              <a:off x="11905496" y="7733888"/>
              <a:ext cx="101540" cy="93921"/>
            </a:xfrm>
            <a:custGeom>
              <a:avLst/>
              <a:gdLst>
                <a:gd name="connsiteX0" fmla="*/ 0 w 101540"/>
                <a:gd name="connsiteY0" fmla="*/ 93921 h 93921"/>
                <a:gd name="connsiteX1" fmla="*/ 0 w 101540"/>
                <a:gd name="connsiteY1" fmla="*/ 0 h 93921"/>
                <a:gd name="connsiteX2" fmla="*/ 80277 w 101540"/>
                <a:gd name="connsiteY2" fmla="*/ 0 h 93921"/>
                <a:gd name="connsiteX3" fmla="*/ 96537 w 101540"/>
                <a:gd name="connsiteY3" fmla="*/ 4321 h 93921"/>
                <a:gd name="connsiteX4" fmla="*/ 101540 w 101540"/>
                <a:gd name="connsiteY4" fmla="*/ 18193 h 93921"/>
                <a:gd name="connsiteX5" fmla="*/ 101540 w 101540"/>
                <a:gd name="connsiteY5" fmla="*/ 39115 h 93921"/>
                <a:gd name="connsiteX6" fmla="*/ 96537 w 101540"/>
                <a:gd name="connsiteY6" fmla="*/ 52873 h 93921"/>
                <a:gd name="connsiteX7" fmla="*/ 80277 w 101540"/>
                <a:gd name="connsiteY7" fmla="*/ 57194 h 93921"/>
                <a:gd name="connsiteX8" fmla="*/ 21491 w 101540"/>
                <a:gd name="connsiteY8" fmla="*/ 57194 h 93921"/>
                <a:gd name="connsiteX9" fmla="*/ 21491 w 101540"/>
                <a:gd name="connsiteY9" fmla="*/ 93808 h 93921"/>
                <a:gd name="connsiteX10" fmla="*/ 0 w 101540"/>
                <a:gd name="connsiteY10" fmla="*/ 93808 h 93921"/>
                <a:gd name="connsiteX11" fmla="*/ 70612 w 101540"/>
                <a:gd name="connsiteY11" fmla="*/ 16260 h 93921"/>
                <a:gd name="connsiteX12" fmla="*/ 21491 w 101540"/>
                <a:gd name="connsiteY12" fmla="*/ 16260 h 93921"/>
                <a:gd name="connsiteX13" fmla="*/ 21491 w 101540"/>
                <a:gd name="connsiteY13" fmla="*/ 41162 h 93921"/>
                <a:gd name="connsiteX14" fmla="*/ 70612 w 101540"/>
                <a:gd name="connsiteY14" fmla="*/ 41162 h 93921"/>
                <a:gd name="connsiteX15" fmla="*/ 78344 w 101540"/>
                <a:gd name="connsiteY15" fmla="*/ 39570 h 93921"/>
                <a:gd name="connsiteX16" fmla="*/ 80391 w 101540"/>
                <a:gd name="connsiteY16" fmla="*/ 33771 h 93921"/>
                <a:gd name="connsiteX17" fmla="*/ 80391 w 101540"/>
                <a:gd name="connsiteY17" fmla="*/ 23765 h 93921"/>
                <a:gd name="connsiteX18" fmla="*/ 78344 w 101540"/>
                <a:gd name="connsiteY18" fmla="*/ 18079 h 93921"/>
                <a:gd name="connsiteX19" fmla="*/ 70612 w 101540"/>
                <a:gd name="connsiteY19" fmla="*/ 16487 h 939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01540" h="93921">
                  <a:moveTo>
                    <a:pt x="0" y="93921"/>
                  </a:moveTo>
                  <a:lnTo>
                    <a:pt x="0" y="0"/>
                  </a:lnTo>
                  <a:lnTo>
                    <a:pt x="80277" y="0"/>
                  </a:lnTo>
                  <a:cubicBezTo>
                    <a:pt x="87782" y="0"/>
                    <a:pt x="93126" y="1478"/>
                    <a:pt x="96537" y="4321"/>
                  </a:cubicBezTo>
                  <a:cubicBezTo>
                    <a:pt x="99948" y="7163"/>
                    <a:pt x="101540" y="11825"/>
                    <a:pt x="101540" y="18193"/>
                  </a:cubicBezTo>
                  <a:lnTo>
                    <a:pt x="101540" y="39115"/>
                  </a:lnTo>
                  <a:cubicBezTo>
                    <a:pt x="101540" y="45483"/>
                    <a:pt x="99835" y="50031"/>
                    <a:pt x="96537" y="52873"/>
                  </a:cubicBezTo>
                  <a:cubicBezTo>
                    <a:pt x="93240" y="55716"/>
                    <a:pt x="87782" y="57194"/>
                    <a:pt x="80277" y="57194"/>
                  </a:cubicBezTo>
                  <a:lnTo>
                    <a:pt x="21491" y="57194"/>
                  </a:lnTo>
                  <a:lnTo>
                    <a:pt x="21491" y="93808"/>
                  </a:lnTo>
                  <a:lnTo>
                    <a:pt x="0" y="93808"/>
                  </a:lnTo>
                  <a:close/>
                  <a:moveTo>
                    <a:pt x="70612" y="16260"/>
                  </a:moveTo>
                  <a:lnTo>
                    <a:pt x="21491" y="16260"/>
                  </a:lnTo>
                  <a:lnTo>
                    <a:pt x="21491" y="41162"/>
                  </a:lnTo>
                  <a:lnTo>
                    <a:pt x="70612" y="41162"/>
                  </a:lnTo>
                  <a:cubicBezTo>
                    <a:pt x="74364" y="41162"/>
                    <a:pt x="76980" y="40593"/>
                    <a:pt x="78344" y="39570"/>
                  </a:cubicBezTo>
                  <a:cubicBezTo>
                    <a:pt x="79708" y="38546"/>
                    <a:pt x="80391" y="36500"/>
                    <a:pt x="80391" y="33771"/>
                  </a:cubicBezTo>
                  <a:lnTo>
                    <a:pt x="80391" y="23765"/>
                  </a:lnTo>
                  <a:cubicBezTo>
                    <a:pt x="80391" y="21036"/>
                    <a:pt x="79708" y="19103"/>
                    <a:pt x="78344" y="18079"/>
                  </a:cubicBezTo>
                  <a:cubicBezTo>
                    <a:pt x="76980" y="17056"/>
                    <a:pt x="74364" y="16487"/>
                    <a:pt x="70612" y="16487"/>
                  </a:cubicBezTo>
                  <a:close/>
                </a:path>
              </a:pathLst>
            </a:custGeom>
            <a:solidFill>
              <a:srgbClr val="FFFFFF"/>
            </a:solidFill>
            <a:ln w="0" cap="flat">
              <a:noFill/>
              <a:prstDash val="solid"/>
              <a:miter/>
            </a:ln>
          </p:spPr>
          <p:txBody>
            <a:bodyPr rtlCol="0" anchor="ctr"/>
            <a:lstStyle/>
            <a:p>
              <a:endParaRPr lang="en-US" sz="1500"/>
            </a:p>
          </p:txBody>
        </p:sp>
        <p:sp>
          <p:nvSpPr>
            <p:cNvPr id="24" name="Freeform: Shape 23">
              <a:extLst>
                <a:ext uri="{FF2B5EF4-FFF2-40B4-BE49-F238E27FC236}">
                  <a16:creationId xmlns:a16="http://schemas.microsoft.com/office/drawing/2014/main" id="{CA2DA827-DA32-AE1A-DAC9-A9AEE65F34A8}"/>
                </a:ext>
              </a:extLst>
            </p:cNvPr>
            <p:cNvSpPr/>
            <p:nvPr/>
          </p:nvSpPr>
          <p:spPr>
            <a:xfrm>
              <a:off x="12040580" y="7733888"/>
              <a:ext cx="111432" cy="93921"/>
            </a:xfrm>
            <a:custGeom>
              <a:avLst/>
              <a:gdLst>
                <a:gd name="connsiteX0" fmla="*/ 114 w 111432"/>
                <a:gd name="connsiteY0" fmla="*/ 93921 h 93921"/>
                <a:gd name="connsiteX1" fmla="*/ 114 w 111432"/>
                <a:gd name="connsiteY1" fmla="*/ 0 h 93921"/>
                <a:gd name="connsiteX2" fmla="*/ 80391 w 111432"/>
                <a:gd name="connsiteY2" fmla="*/ 0 h 93921"/>
                <a:gd name="connsiteX3" fmla="*/ 96651 w 111432"/>
                <a:gd name="connsiteY3" fmla="*/ 4321 h 93921"/>
                <a:gd name="connsiteX4" fmla="*/ 101654 w 111432"/>
                <a:gd name="connsiteY4" fmla="*/ 18193 h 93921"/>
                <a:gd name="connsiteX5" fmla="*/ 101654 w 111432"/>
                <a:gd name="connsiteY5" fmla="*/ 40252 h 93921"/>
                <a:gd name="connsiteX6" fmla="*/ 96651 w 111432"/>
                <a:gd name="connsiteY6" fmla="*/ 54124 h 93921"/>
                <a:gd name="connsiteX7" fmla="*/ 80391 w 111432"/>
                <a:gd name="connsiteY7" fmla="*/ 58445 h 93921"/>
                <a:gd name="connsiteX8" fmla="*/ 68110 w 111432"/>
                <a:gd name="connsiteY8" fmla="*/ 58445 h 93921"/>
                <a:gd name="connsiteX9" fmla="*/ 111433 w 111432"/>
                <a:gd name="connsiteY9" fmla="*/ 93921 h 93921"/>
                <a:gd name="connsiteX10" fmla="*/ 80049 w 111432"/>
                <a:gd name="connsiteY10" fmla="*/ 93921 h 93921"/>
                <a:gd name="connsiteX11" fmla="*/ 42185 w 111432"/>
                <a:gd name="connsiteY11" fmla="*/ 58445 h 93921"/>
                <a:gd name="connsiteX12" fmla="*/ 21491 w 111432"/>
                <a:gd name="connsiteY12" fmla="*/ 58445 h 93921"/>
                <a:gd name="connsiteX13" fmla="*/ 21491 w 111432"/>
                <a:gd name="connsiteY13" fmla="*/ 93921 h 93921"/>
                <a:gd name="connsiteX14" fmla="*/ 0 w 111432"/>
                <a:gd name="connsiteY14" fmla="*/ 93921 h 93921"/>
                <a:gd name="connsiteX15" fmla="*/ 70726 w 111432"/>
                <a:gd name="connsiteY15" fmla="*/ 16260 h 93921"/>
                <a:gd name="connsiteX16" fmla="*/ 21604 w 111432"/>
                <a:gd name="connsiteY16" fmla="*/ 16260 h 93921"/>
                <a:gd name="connsiteX17" fmla="*/ 21604 w 111432"/>
                <a:gd name="connsiteY17" fmla="*/ 42412 h 93921"/>
                <a:gd name="connsiteX18" fmla="*/ 70726 w 111432"/>
                <a:gd name="connsiteY18" fmla="*/ 42412 h 93921"/>
                <a:gd name="connsiteX19" fmla="*/ 78458 w 111432"/>
                <a:gd name="connsiteY19" fmla="*/ 40821 h 93921"/>
                <a:gd name="connsiteX20" fmla="*/ 80504 w 111432"/>
                <a:gd name="connsiteY20" fmla="*/ 35022 h 93921"/>
                <a:gd name="connsiteX21" fmla="*/ 80504 w 111432"/>
                <a:gd name="connsiteY21" fmla="*/ 23765 h 93921"/>
                <a:gd name="connsiteX22" fmla="*/ 78458 w 111432"/>
                <a:gd name="connsiteY22" fmla="*/ 18079 h 93921"/>
                <a:gd name="connsiteX23" fmla="*/ 70726 w 111432"/>
                <a:gd name="connsiteY23" fmla="*/ 16487 h 939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11432" h="93921">
                  <a:moveTo>
                    <a:pt x="114" y="93921"/>
                  </a:moveTo>
                  <a:lnTo>
                    <a:pt x="114" y="0"/>
                  </a:lnTo>
                  <a:lnTo>
                    <a:pt x="80391" y="0"/>
                  </a:lnTo>
                  <a:cubicBezTo>
                    <a:pt x="87895" y="0"/>
                    <a:pt x="93240" y="1478"/>
                    <a:pt x="96651" y="4321"/>
                  </a:cubicBezTo>
                  <a:cubicBezTo>
                    <a:pt x="100062" y="7163"/>
                    <a:pt x="101654" y="11825"/>
                    <a:pt x="101654" y="18193"/>
                  </a:cubicBezTo>
                  <a:lnTo>
                    <a:pt x="101654" y="40252"/>
                  </a:lnTo>
                  <a:cubicBezTo>
                    <a:pt x="101654" y="46620"/>
                    <a:pt x="99948" y="51168"/>
                    <a:pt x="96651" y="54124"/>
                  </a:cubicBezTo>
                  <a:cubicBezTo>
                    <a:pt x="93353" y="57081"/>
                    <a:pt x="87895" y="58445"/>
                    <a:pt x="80391" y="58445"/>
                  </a:cubicBezTo>
                  <a:lnTo>
                    <a:pt x="68110" y="58445"/>
                  </a:lnTo>
                  <a:lnTo>
                    <a:pt x="111433" y="93921"/>
                  </a:lnTo>
                  <a:lnTo>
                    <a:pt x="80049" y="93921"/>
                  </a:lnTo>
                  <a:lnTo>
                    <a:pt x="42185" y="58445"/>
                  </a:lnTo>
                  <a:lnTo>
                    <a:pt x="21491" y="58445"/>
                  </a:lnTo>
                  <a:lnTo>
                    <a:pt x="21491" y="93921"/>
                  </a:lnTo>
                  <a:lnTo>
                    <a:pt x="0" y="93921"/>
                  </a:lnTo>
                  <a:close/>
                  <a:moveTo>
                    <a:pt x="70726" y="16260"/>
                  </a:moveTo>
                  <a:lnTo>
                    <a:pt x="21604" y="16260"/>
                  </a:lnTo>
                  <a:lnTo>
                    <a:pt x="21604" y="42412"/>
                  </a:lnTo>
                  <a:lnTo>
                    <a:pt x="70726" y="42412"/>
                  </a:lnTo>
                  <a:cubicBezTo>
                    <a:pt x="74478" y="42412"/>
                    <a:pt x="77093" y="41844"/>
                    <a:pt x="78458" y="40821"/>
                  </a:cubicBezTo>
                  <a:cubicBezTo>
                    <a:pt x="79822" y="39797"/>
                    <a:pt x="80504" y="37750"/>
                    <a:pt x="80504" y="35022"/>
                  </a:cubicBezTo>
                  <a:lnTo>
                    <a:pt x="80504" y="23765"/>
                  </a:lnTo>
                  <a:cubicBezTo>
                    <a:pt x="80504" y="21036"/>
                    <a:pt x="79822" y="19103"/>
                    <a:pt x="78458" y="18079"/>
                  </a:cubicBezTo>
                  <a:cubicBezTo>
                    <a:pt x="77093" y="17056"/>
                    <a:pt x="74478" y="16487"/>
                    <a:pt x="70726" y="16487"/>
                  </a:cubicBezTo>
                  <a:close/>
                </a:path>
              </a:pathLst>
            </a:custGeom>
            <a:solidFill>
              <a:srgbClr val="FFFFFF"/>
            </a:solidFill>
            <a:ln w="0" cap="flat">
              <a:noFill/>
              <a:prstDash val="solid"/>
              <a:miter/>
            </a:ln>
          </p:spPr>
          <p:txBody>
            <a:bodyPr rtlCol="0" anchor="ctr"/>
            <a:lstStyle/>
            <a:p>
              <a:endParaRPr lang="en-US" sz="1500"/>
            </a:p>
          </p:txBody>
        </p:sp>
        <p:sp>
          <p:nvSpPr>
            <p:cNvPr id="25" name="Freeform: Shape 24">
              <a:extLst>
                <a:ext uri="{FF2B5EF4-FFF2-40B4-BE49-F238E27FC236}">
                  <a16:creationId xmlns:a16="http://schemas.microsoft.com/office/drawing/2014/main" id="{F8F3DEDD-AFDB-EE62-DFB8-E1A037A23AB3}"/>
                </a:ext>
              </a:extLst>
            </p:cNvPr>
            <p:cNvSpPr/>
            <p:nvPr/>
          </p:nvSpPr>
          <p:spPr>
            <a:xfrm>
              <a:off x="12184646" y="7733888"/>
              <a:ext cx="115526" cy="93807"/>
            </a:xfrm>
            <a:custGeom>
              <a:avLst/>
              <a:gdLst>
                <a:gd name="connsiteX0" fmla="*/ 0 w 115526"/>
                <a:gd name="connsiteY0" fmla="*/ 22173 h 93807"/>
                <a:gd name="connsiteX1" fmla="*/ 4776 w 115526"/>
                <a:gd name="connsiteY1" fmla="*/ 4662 h 93807"/>
                <a:gd name="connsiteX2" fmla="*/ 23196 w 115526"/>
                <a:gd name="connsiteY2" fmla="*/ 0 h 93807"/>
                <a:gd name="connsiteX3" fmla="*/ 92330 w 115526"/>
                <a:gd name="connsiteY3" fmla="*/ 0 h 93807"/>
                <a:gd name="connsiteX4" fmla="*/ 110750 w 115526"/>
                <a:gd name="connsiteY4" fmla="*/ 4662 h 93807"/>
                <a:gd name="connsiteX5" fmla="*/ 115526 w 115526"/>
                <a:gd name="connsiteY5" fmla="*/ 22173 h 93807"/>
                <a:gd name="connsiteX6" fmla="*/ 115526 w 115526"/>
                <a:gd name="connsiteY6" fmla="*/ 71635 h 93807"/>
                <a:gd name="connsiteX7" fmla="*/ 110750 w 115526"/>
                <a:gd name="connsiteY7" fmla="*/ 89146 h 93807"/>
                <a:gd name="connsiteX8" fmla="*/ 92330 w 115526"/>
                <a:gd name="connsiteY8" fmla="*/ 93808 h 93807"/>
                <a:gd name="connsiteX9" fmla="*/ 23196 w 115526"/>
                <a:gd name="connsiteY9" fmla="*/ 93808 h 93807"/>
                <a:gd name="connsiteX10" fmla="*/ 4776 w 115526"/>
                <a:gd name="connsiteY10" fmla="*/ 89146 h 93807"/>
                <a:gd name="connsiteX11" fmla="*/ 0 w 115526"/>
                <a:gd name="connsiteY11" fmla="*/ 71635 h 93807"/>
                <a:gd name="connsiteX12" fmla="*/ 0 w 115526"/>
                <a:gd name="connsiteY12" fmla="*/ 22173 h 93807"/>
                <a:gd name="connsiteX13" fmla="*/ 21832 w 115526"/>
                <a:gd name="connsiteY13" fmla="*/ 76183 h 93807"/>
                <a:gd name="connsiteX14" fmla="*/ 93922 w 115526"/>
                <a:gd name="connsiteY14" fmla="*/ 76183 h 93807"/>
                <a:gd name="connsiteX15" fmla="*/ 93922 w 115526"/>
                <a:gd name="connsiteY15" fmla="*/ 16829 h 93807"/>
                <a:gd name="connsiteX16" fmla="*/ 21832 w 115526"/>
                <a:gd name="connsiteY16" fmla="*/ 16829 h 93807"/>
                <a:gd name="connsiteX17" fmla="*/ 21832 w 115526"/>
                <a:gd name="connsiteY17" fmla="*/ 76297 h 938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15526" h="93807">
                  <a:moveTo>
                    <a:pt x="0" y="22173"/>
                  </a:moveTo>
                  <a:cubicBezTo>
                    <a:pt x="0" y="13645"/>
                    <a:pt x="1592" y="7846"/>
                    <a:pt x="4776" y="4662"/>
                  </a:cubicBezTo>
                  <a:cubicBezTo>
                    <a:pt x="7959" y="1478"/>
                    <a:pt x="14100" y="0"/>
                    <a:pt x="23196" y="0"/>
                  </a:cubicBezTo>
                  <a:lnTo>
                    <a:pt x="92330" y="0"/>
                  </a:lnTo>
                  <a:cubicBezTo>
                    <a:pt x="101426" y="0"/>
                    <a:pt x="107566" y="1592"/>
                    <a:pt x="110750" y="4662"/>
                  </a:cubicBezTo>
                  <a:cubicBezTo>
                    <a:pt x="113934" y="7732"/>
                    <a:pt x="115526" y="13645"/>
                    <a:pt x="115526" y="22173"/>
                  </a:cubicBezTo>
                  <a:lnTo>
                    <a:pt x="115526" y="71635"/>
                  </a:lnTo>
                  <a:cubicBezTo>
                    <a:pt x="115526" y="80163"/>
                    <a:pt x="113934" y="86076"/>
                    <a:pt x="110750" y="89146"/>
                  </a:cubicBezTo>
                  <a:cubicBezTo>
                    <a:pt x="107566" y="92216"/>
                    <a:pt x="101426" y="93808"/>
                    <a:pt x="92330" y="93808"/>
                  </a:cubicBezTo>
                  <a:lnTo>
                    <a:pt x="23196" y="93808"/>
                  </a:lnTo>
                  <a:cubicBezTo>
                    <a:pt x="14100" y="93808"/>
                    <a:pt x="7959" y="92216"/>
                    <a:pt x="4776" y="89146"/>
                  </a:cubicBezTo>
                  <a:cubicBezTo>
                    <a:pt x="1592" y="86076"/>
                    <a:pt x="0" y="80163"/>
                    <a:pt x="0" y="71635"/>
                  </a:cubicBezTo>
                  <a:lnTo>
                    <a:pt x="0" y="22173"/>
                  </a:lnTo>
                  <a:close/>
                  <a:moveTo>
                    <a:pt x="21832" y="76183"/>
                  </a:moveTo>
                  <a:lnTo>
                    <a:pt x="93922" y="76183"/>
                  </a:lnTo>
                  <a:lnTo>
                    <a:pt x="93922" y="16829"/>
                  </a:lnTo>
                  <a:lnTo>
                    <a:pt x="21832" y="16829"/>
                  </a:lnTo>
                  <a:lnTo>
                    <a:pt x="21832" y="76297"/>
                  </a:lnTo>
                  <a:close/>
                </a:path>
              </a:pathLst>
            </a:custGeom>
            <a:solidFill>
              <a:srgbClr val="FFFFFF"/>
            </a:solidFill>
            <a:ln w="0" cap="flat">
              <a:noFill/>
              <a:prstDash val="solid"/>
              <a:miter/>
            </a:ln>
          </p:spPr>
          <p:txBody>
            <a:bodyPr rtlCol="0" anchor="ctr"/>
            <a:lstStyle/>
            <a:p>
              <a:endParaRPr lang="en-US" sz="1500"/>
            </a:p>
          </p:txBody>
        </p:sp>
        <p:sp>
          <p:nvSpPr>
            <p:cNvPr id="26" name="Freeform: Shape 25">
              <a:extLst>
                <a:ext uri="{FF2B5EF4-FFF2-40B4-BE49-F238E27FC236}">
                  <a16:creationId xmlns:a16="http://schemas.microsoft.com/office/drawing/2014/main" id="{CE61FEAE-FD71-04CF-963E-980F205944CC}"/>
                </a:ext>
              </a:extLst>
            </p:cNvPr>
            <p:cNvSpPr/>
            <p:nvPr/>
          </p:nvSpPr>
          <p:spPr>
            <a:xfrm>
              <a:off x="12346110" y="7733888"/>
              <a:ext cx="122575" cy="93921"/>
            </a:xfrm>
            <a:custGeom>
              <a:avLst/>
              <a:gdLst>
                <a:gd name="connsiteX0" fmla="*/ 0 w 122575"/>
                <a:gd name="connsiteY0" fmla="*/ 93921 h 93921"/>
                <a:gd name="connsiteX1" fmla="*/ 0 w 122575"/>
                <a:gd name="connsiteY1" fmla="*/ 0 h 93921"/>
                <a:gd name="connsiteX2" fmla="*/ 17625 w 122575"/>
                <a:gd name="connsiteY2" fmla="*/ 0 h 93921"/>
                <a:gd name="connsiteX3" fmla="*/ 61857 w 122575"/>
                <a:gd name="connsiteY3" fmla="*/ 56739 h 93921"/>
                <a:gd name="connsiteX4" fmla="*/ 105065 w 122575"/>
                <a:gd name="connsiteY4" fmla="*/ 0 h 93921"/>
                <a:gd name="connsiteX5" fmla="*/ 122576 w 122575"/>
                <a:gd name="connsiteY5" fmla="*/ 0 h 93921"/>
                <a:gd name="connsiteX6" fmla="*/ 122576 w 122575"/>
                <a:gd name="connsiteY6" fmla="*/ 93921 h 93921"/>
                <a:gd name="connsiteX7" fmla="*/ 102336 w 122575"/>
                <a:gd name="connsiteY7" fmla="*/ 93921 h 93921"/>
                <a:gd name="connsiteX8" fmla="*/ 102336 w 122575"/>
                <a:gd name="connsiteY8" fmla="*/ 35931 h 93921"/>
                <a:gd name="connsiteX9" fmla="*/ 102564 w 122575"/>
                <a:gd name="connsiteY9" fmla="*/ 31610 h 93921"/>
                <a:gd name="connsiteX10" fmla="*/ 103132 w 122575"/>
                <a:gd name="connsiteY10" fmla="*/ 25811 h 93921"/>
                <a:gd name="connsiteX11" fmla="*/ 100062 w 122575"/>
                <a:gd name="connsiteY11" fmla="*/ 31838 h 93921"/>
                <a:gd name="connsiteX12" fmla="*/ 97674 w 122575"/>
                <a:gd name="connsiteY12" fmla="*/ 35704 h 93921"/>
                <a:gd name="connsiteX13" fmla="*/ 62425 w 122575"/>
                <a:gd name="connsiteY13" fmla="*/ 82551 h 93921"/>
                <a:gd name="connsiteX14" fmla="*/ 58104 w 122575"/>
                <a:gd name="connsiteY14" fmla="*/ 82551 h 93921"/>
                <a:gd name="connsiteX15" fmla="*/ 22741 w 122575"/>
                <a:gd name="connsiteY15" fmla="*/ 35476 h 93921"/>
                <a:gd name="connsiteX16" fmla="*/ 19444 w 122575"/>
                <a:gd name="connsiteY16" fmla="*/ 30473 h 93921"/>
                <a:gd name="connsiteX17" fmla="*/ 17170 w 122575"/>
                <a:gd name="connsiteY17" fmla="*/ 25925 h 93921"/>
                <a:gd name="connsiteX18" fmla="*/ 17625 w 122575"/>
                <a:gd name="connsiteY18" fmla="*/ 31269 h 93921"/>
                <a:gd name="connsiteX19" fmla="*/ 17738 w 122575"/>
                <a:gd name="connsiteY19" fmla="*/ 35931 h 93921"/>
                <a:gd name="connsiteX20" fmla="*/ 17738 w 122575"/>
                <a:gd name="connsiteY20" fmla="*/ 93921 h 93921"/>
                <a:gd name="connsiteX21" fmla="*/ 114 w 122575"/>
                <a:gd name="connsiteY21" fmla="*/ 93921 h 939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22575" h="93921">
                  <a:moveTo>
                    <a:pt x="0" y="93921"/>
                  </a:moveTo>
                  <a:lnTo>
                    <a:pt x="0" y="0"/>
                  </a:lnTo>
                  <a:lnTo>
                    <a:pt x="17625" y="0"/>
                  </a:lnTo>
                  <a:lnTo>
                    <a:pt x="61857" y="56739"/>
                  </a:lnTo>
                  <a:lnTo>
                    <a:pt x="105065" y="0"/>
                  </a:lnTo>
                  <a:lnTo>
                    <a:pt x="122576" y="0"/>
                  </a:lnTo>
                  <a:lnTo>
                    <a:pt x="122576" y="93921"/>
                  </a:lnTo>
                  <a:lnTo>
                    <a:pt x="102336" y="93921"/>
                  </a:lnTo>
                  <a:lnTo>
                    <a:pt x="102336" y="35931"/>
                  </a:lnTo>
                  <a:cubicBezTo>
                    <a:pt x="102336" y="34794"/>
                    <a:pt x="102336" y="33430"/>
                    <a:pt x="102564" y="31610"/>
                  </a:cubicBezTo>
                  <a:cubicBezTo>
                    <a:pt x="102791" y="29791"/>
                    <a:pt x="102905" y="27972"/>
                    <a:pt x="103132" y="25811"/>
                  </a:cubicBezTo>
                  <a:cubicBezTo>
                    <a:pt x="101995" y="28199"/>
                    <a:pt x="100858" y="30246"/>
                    <a:pt x="100062" y="31838"/>
                  </a:cubicBezTo>
                  <a:cubicBezTo>
                    <a:pt x="99266" y="33430"/>
                    <a:pt x="98356" y="34680"/>
                    <a:pt x="97674" y="35704"/>
                  </a:cubicBezTo>
                  <a:lnTo>
                    <a:pt x="62425" y="82551"/>
                  </a:lnTo>
                  <a:lnTo>
                    <a:pt x="58104" y="82551"/>
                  </a:lnTo>
                  <a:lnTo>
                    <a:pt x="22741" y="35476"/>
                  </a:lnTo>
                  <a:cubicBezTo>
                    <a:pt x="21491" y="33657"/>
                    <a:pt x="20354" y="32065"/>
                    <a:pt x="19444" y="30473"/>
                  </a:cubicBezTo>
                  <a:cubicBezTo>
                    <a:pt x="18534" y="28881"/>
                    <a:pt x="17738" y="27403"/>
                    <a:pt x="17170" y="25925"/>
                  </a:cubicBezTo>
                  <a:cubicBezTo>
                    <a:pt x="17397" y="27858"/>
                    <a:pt x="17511" y="29677"/>
                    <a:pt x="17625" y="31269"/>
                  </a:cubicBezTo>
                  <a:cubicBezTo>
                    <a:pt x="17738" y="32861"/>
                    <a:pt x="17738" y="34453"/>
                    <a:pt x="17738" y="35931"/>
                  </a:cubicBezTo>
                  <a:lnTo>
                    <a:pt x="17738" y="93921"/>
                  </a:lnTo>
                  <a:lnTo>
                    <a:pt x="114" y="93921"/>
                  </a:lnTo>
                  <a:close/>
                </a:path>
              </a:pathLst>
            </a:custGeom>
            <a:solidFill>
              <a:srgbClr val="FFFFFF"/>
            </a:solidFill>
            <a:ln w="0" cap="flat">
              <a:noFill/>
              <a:prstDash val="solid"/>
              <a:miter/>
            </a:ln>
          </p:spPr>
          <p:txBody>
            <a:bodyPr rtlCol="0" anchor="ctr"/>
            <a:lstStyle/>
            <a:p>
              <a:endParaRPr lang="en-US" sz="1500"/>
            </a:p>
          </p:txBody>
        </p:sp>
        <p:sp>
          <p:nvSpPr>
            <p:cNvPr id="27" name="Freeform: Shape 26">
              <a:extLst>
                <a:ext uri="{FF2B5EF4-FFF2-40B4-BE49-F238E27FC236}">
                  <a16:creationId xmlns:a16="http://schemas.microsoft.com/office/drawing/2014/main" id="{00E5B98B-B367-2A8D-5586-B648929B709D}"/>
                </a:ext>
              </a:extLst>
            </p:cNvPr>
            <p:cNvSpPr/>
            <p:nvPr/>
          </p:nvSpPr>
          <p:spPr>
            <a:xfrm>
              <a:off x="12514737" y="7733888"/>
              <a:ext cx="21831" cy="93921"/>
            </a:xfrm>
            <a:custGeom>
              <a:avLst/>
              <a:gdLst>
                <a:gd name="connsiteX0" fmla="*/ 0 w 21831"/>
                <a:gd name="connsiteY0" fmla="*/ 93921 h 93921"/>
                <a:gd name="connsiteX1" fmla="*/ 0 w 21831"/>
                <a:gd name="connsiteY1" fmla="*/ 0 h 93921"/>
                <a:gd name="connsiteX2" fmla="*/ 21832 w 21831"/>
                <a:gd name="connsiteY2" fmla="*/ 0 h 93921"/>
                <a:gd name="connsiteX3" fmla="*/ 21832 w 21831"/>
                <a:gd name="connsiteY3" fmla="*/ 93921 h 93921"/>
                <a:gd name="connsiteX4" fmla="*/ 0 w 21831"/>
                <a:gd name="connsiteY4" fmla="*/ 93921 h 939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831" h="93921">
                  <a:moveTo>
                    <a:pt x="0" y="93921"/>
                  </a:moveTo>
                  <a:lnTo>
                    <a:pt x="0" y="0"/>
                  </a:lnTo>
                  <a:lnTo>
                    <a:pt x="21832" y="0"/>
                  </a:lnTo>
                  <a:lnTo>
                    <a:pt x="21832" y="93921"/>
                  </a:lnTo>
                  <a:lnTo>
                    <a:pt x="0" y="93921"/>
                  </a:lnTo>
                  <a:close/>
                </a:path>
              </a:pathLst>
            </a:custGeom>
            <a:solidFill>
              <a:srgbClr val="FFFFFF"/>
            </a:solidFill>
            <a:ln w="0" cap="flat">
              <a:noFill/>
              <a:prstDash val="solid"/>
              <a:miter/>
            </a:ln>
          </p:spPr>
          <p:txBody>
            <a:bodyPr rtlCol="0" anchor="ctr"/>
            <a:lstStyle/>
            <a:p>
              <a:endParaRPr lang="en-US" sz="1500"/>
            </a:p>
          </p:txBody>
        </p:sp>
        <p:sp>
          <p:nvSpPr>
            <p:cNvPr id="28" name="Freeform: Shape 27">
              <a:extLst>
                <a:ext uri="{FF2B5EF4-FFF2-40B4-BE49-F238E27FC236}">
                  <a16:creationId xmlns:a16="http://schemas.microsoft.com/office/drawing/2014/main" id="{A34C5180-2B51-3208-BDDC-09991815EA58}"/>
                </a:ext>
              </a:extLst>
            </p:cNvPr>
            <p:cNvSpPr/>
            <p:nvPr/>
          </p:nvSpPr>
          <p:spPr>
            <a:xfrm>
              <a:off x="12581483" y="7734001"/>
              <a:ext cx="105065" cy="93693"/>
            </a:xfrm>
            <a:custGeom>
              <a:avLst/>
              <a:gdLst>
                <a:gd name="connsiteX0" fmla="*/ 84484 w 105065"/>
                <a:gd name="connsiteY0" fmla="*/ 16374 h 93693"/>
                <a:gd name="connsiteX1" fmla="*/ 22969 w 105065"/>
                <a:gd name="connsiteY1" fmla="*/ 16374 h 93693"/>
                <a:gd name="connsiteX2" fmla="*/ 22969 w 105065"/>
                <a:gd name="connsiteY2" fmla="*/ 36500 h 93693"/>
                <a:gd name="connsiteX3" fmla="*/ 81528 w 105065"/>
                <a:gd name="connsiteY3" fmla="*/ 36500 h 93693"/>
                <a:gd name="connsiteX4" fmla="*/ 100176 w 105065"/>
                <a:gd name="connsiteY4" fmla="*/ 41162 h 93693"/>
                <a:gd name="connsiteX5" fmla="*/ 105065 w 105065"/>
                <a:gd name="connsiteY5" fmla="*/ 58672 h 93693"/>
                <a:gd name="connsiteX6" fmla="*/ 105065 w 105065"/>
                <a:gd name="connsiteY6" fmla="*/ 71521 h 93693"/>
                <a:gd name="connsiteX7" fmla="*/ 100176 w 105065"/>
                <a:gd name="connsiteY7" fmla="*/ 89032 h 93693"/>
                <a:gd name="connsiteX8" fmla="*/ 81528 w 105065"/>
                <a:gd name="connsiteY8" fmla="*/ 93694 h 93693"/>
                <a:gd name="connsiteX9" fmla="*/ 23537 w 105065"/>
                <a:gd name="connsiteY9" fmla="*/ 93694 h 93693"/>
                <a:gd name="connsiteX10" fmla="*/ 4889 w 105065"/>
                <a:gd name="connsiteY10" fmla="*/ 89032 h 93693"/>
                <a:gd name="connsiteX11" fmla="*/ 0 w 105065"/>
                <a:gd name="connsiteY11" fmla="*/ 71521 h 93693"/>
                <a:gd name="connsiteX12" fmla="*/ 0 w 105065"/>
                <a:gd name="connsiteY12" fmla="*/ 68906 h 93693"/>
                <a:gd name="connsiteX13" fmla="*/ 19330 w 105065"/>
                <a:gd name="connsiteY13" fmla="*/ 64926 h 93693"/>
                <a:gd name="connsiteX14" fmla="*/ 19330 w 105065"/>
                <a:gd name="connsiteY14" fmla="*/ 76069 h 93693"/>
                <a:gd name="connsiteX15" fmla="*/ 85735 w 105065"/>
                <a:gd name="connsiteY15" fmla="*/ 76069 h 93693"/>
                <a:gd name="connsiteX16" fmla="*/ 85735 w 105065"/>
                <a:gd name="connsiteY16" fmla="*/ 54693 h 93693"/>
                <a:gd name="connsiteX17" fmla="*/ 27176 w 105065"/>
                <a:gd name="connsiteY17" fmla="*/ 54693 h 93693"/>
                <a:gd name="connsiteX18" fmla="*/ 8755 w 105065"/>
                <a:gd name="connsiteY18" fmla="*/ 50031 h 93693"/>
                <a:gd name="connsiteX19" fmla="*/ 3980 w 105065"/>
                <a:gd name="connsiteY19" fmla="*/ 32520 h 93693"/>
                <a:gd name="connsiteX20" fmla="*/ 3980 w 105065"/>
                <a:gd name="connsiteY20" fmla="*/ 22173 h 93693"/>
                <a:gd name="connsiteX21" fmla="*/ 8755 w 105065"/>
                <a:gd name="connsiteY21" fmla="*/ 4662 h 93693"/>
                <a:gd name="connsiteX22" fmla="*/ 27176 w 105065"/>
                <a:gd name="connsiteY22" fmla="*/ 0 h 93693"/>
                <a:gd name="connsiteX23" fmla="*/ 80504 w 105065"/>
                <a:gd name="connsiteY23" fmla="*/ 0 h 93693"/>
                <a:gd name="connsiteX24" fmla="*/ 98811 w 105065"/>
                <a:gd name="connsiteY24" fmla="*/ 4548 h 93693"/>
                <a:gd name="connsiteX25" fmla="*/ 103814 w 105065"/>
                <a:gd name="connsiteY25" fmla="*/ 20581 h 93693"/>
                <a:gd name="connsiteX26" fmla="*/ 103814 w 105065"/>
                <a:gd name="connsiteY26" fmla="*/ 22514 h 93693"/>
                <a:gd name="connsiteX27" fmla="*/ 84484 w 105065"/>
                <a:gd name="connsiteY27" fmla="*/ 27062 h 93693"/>
                <a:gd name="connsiteX28" fmla="*/ 84484 w 105065"/>
                <a:gd name="connsiteY28" fmla="*/ 16374 h 936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05065" h="93693">
                  <a:moveTo>
                    <a:pt x="84484" y="16374"/>
                  </a:moveTo>
                  <a:lnTo>
                    <a:pt x="22969" y="16374"/>
                  </a:lnTo>
                  <a:lnTo>
                    <a:pt x="22969" y="36500"/>
                  </a:lnTo>
                  <a:lnTo>
                    <a:pt x="81528" y="36500"/>
                  </a:lnTo>
                  <a:cubicBezTo>
                    <a:pt x="90738" y="36500"/>
                    <a:pt x="96878" y="38092"/>
                    <a:pt x="100176" y="41162"/>
                  </a:cubicBezTo>
                  <a:cubicBezTo>
                    <a:pt x="103473" y="44232"/>
                    <a:pt x="105065" y="50144"/>
                    <a:pt x="105065" y="58672"/>
                  </a:cubicBezTo>
                  <a:lnTo>
                    <a:pt x="105065" y="71521"/>
                  </a:lnTo>
                  <a:cubicBezTo>
                    <a:pt x="105065" y="80049"/>
                    <a:pt x="103473" y="85848"/>
                    <a:pt x="100176" y="89032"/>
                  </a:cubicBezTo>
                  <a:cubicBezTo>
                    <a:pt x="96878" y="92216"/>
                    <a:pt x="90738" y="93694"/>
                    <a:pt x="81528" y="93694"/>
                  </a:cubicBezTo>
                  <a:lnTo>
                    <a:pt x="23537" y="93694"/>
                  </a:lnTo>
                  <a:cubicBezTo>
                    <a:pt x="14327" y="93694"/>
                    <a:pt x="8187" y="92102"/>
                    <a:pt x="4889" y="89032"/>
                  </a:cubicBezTo>
                  <a:cubicBezTo>
                    <a:pt x="1592" y="85962"/>
                    <a:pt x="0" y="80049"/>
                    <a:pt x="0" y="71521"/>
                  </a:cubicBezTo>
                  <a:lnTo>
                    <a:pt x="0" y="68906"/>
                  </a:lnTo>
                  <a:lnTo>
                    <a:pt x="19330" y="64926"/>
                  </a:lnTo>
                  <a:lnTo>
                    <a:pt x="19330" y="76069"/>
                  </a:lnTo>
                  <a:lnTo>
                    <a:pt x="85735" y="76069"/>
                  </a:lnTo>
                  <a:lnTo>
                    <a:pt x="85735" y="54693"/>
                  </a:lnTo>
                  <a:lnTo>
                    <a:pt x="27176" y="54693"/>
                  </a:lnTo>
                  <a:cubicBezTo>
                    <a:pt x="18080" y="54693"/>
                    <a:pt x="11939" y="53101"/>
                    <a:pt x="8755" y="50031"/>
                  </a:cubicBezTo>
                  <a:cubicBezTo>
                    <a:pt x="5572" y="46961"/>
                    <a:pt x="3980" y="41048"/>
                    <a:pt x="3980" y="32520"/>
                  </a:cubicBezTo>
                  <a:lnTo>
                    <a:pt x="3980" y="22173"/>
                  </a:lnTo>
                  <a:cubicBezTo>
                    <a:pt x="3980" y="13645"/>
                    <a:pt x="5572" y="7846"/>
                    <a:pt x="8755" y="4662"/>
                  </a:cubicBezTo>
                  <a:cubicBezTo>
                    <a:pt x="11939" y="1478"/>
                    <a:pt x="18080" y="0"/>
                    <a:pt x="27176" y="0"/>
                  </a:cubicBezTo>
                  <a:lnTo>
                    <a:pt x="80504" y="0"/>
                  </a:lnTo>
                  <a:cubicBezTo>
                    <a:pt x="89374" y="0"/>
                    <a:pt x="95400" y="1478"/>
                    <a:pt x="98811" y="4548"/>
                  </a:cubicBezTo>
                  <a:cubicBezTo>
                    <a:pt x="102222" y="7618"/>
                    <a:pt x="103814" y="12963"/>
                    <a:pt x="103814" y="20581"/>
                  </a:cubicBezTo>
                  <a:lnTo>
                    <a:pt x="103814" y="22514"/>
                  </a:lnTo>
                  <a:lnTo>
                    <a:pt x="84484" y="27062"/>
                  </a:lnTo>
                  <a:lnTo>
                    <a:pt x="84484" y="16374"/>
                  </a:lnTo>
                  <a:close/>
                </a:path>
              </a:pathLst>
            </a:custGeom>
            <a:solidFill>
              <a:srgbClr val="FFFFFF"/>
            </a:solidFill>
            <a:ln w="0" cap="flat">
              <a:noFill/>
              <a:prstDash val="solid"/>
              <a:miter/>
            </a:ln>
          </p:spPr>
          <p:txBody>
            <a:bodyPr rtlCol="0" anchor="ctr"/>
            <a:lstStyle/>
            <a:p>
              <a:endParaRPr lang="en-US" sz="1500"/>
            </a:p>
          </p:txBody>
        </p:sp>
        <p:sp>
          <p:nvSpPr>
            <p:cNvPr id="29" name="Freeform: Shape 28">
              <a:extLst>
                <a:ext uri="{FF2B5EF4-FFF2-40B4-BE49-F238E27FC236}">
                  <a16:creationId xmlns:a16="http://schemas.microsoft.com/office/drawing/2014/main" id="{8F18CCA0-2532-E4BF-E82B-0A6960474AA9}"/>
                </a:ext>
              </a:extLst>
            </p:cNvPr>
            <p:cNvSpPr/>
            <p:nvPr/>
          </p:nvSpPr>
          <p:spPr>
            <a:xfrm>
              <a:off x="12731803" y="7733888"/>
              <a:ext cx="21831" cy="93921"/>
            </a:xfrm>
            <a:custGeom>
              <a:avLst/>
              <a:gdLst>
                <a:gd name="connsiteX0" fmla="*/ 0 w 21831"/>
                <a:gd name="connsiteY0" fmla="*/ 93921 h 93921"/>
                <a:gd name="connsiteX1" fmla="*/ 0 w 21831"/>
                <a:gd name="connsiteY1" fmla="*/ 0 h 93921"/>
                <a:gd name="connsiteX2" fmla="*/ 21832 w 21831"/>
                <a:gd name="connsiteY2" fmla="*/ 0 h 93921"/>
                <a:gd name="connsiteX3" fmla="*/ 21832 w 21831"/>
                <a:gd name="connsiteY3" fmla="*/ 93921 h 93921"/>
                <a:gd name="connsiteX4" fmla="*/ 0 w 21831"/>
                <a:gd name="connsiteY4" fmla="*/ 93921 h 939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831" h="93921">
                  <a:moveTo>
                    <a:pt x="0" y="93921"/>
                  </a:moveTo>
                  <a:lnTo>
                    <a:pt x="0" y="0"/>
                  </a:lnTo>
                  <a:lnTo>
                    <a:pt x="21832" y="0"/>
                  </a:lnTo>
                  <a:lnTo>
                    <a:pt x="21832" y="93921"/>
                  </a:lnTo>
                  <a:lnTo>
                    <a:pt x="0" y="93921"/>
                  </a:lnTo>
                  <a:close/>
                </a:path>
              </a:pathLst>
            </a:custGeom>
            <a:solidFill>
              <a:srgbClr val="FFFFFF"/>
            </a:solidFill>
            <a:ln w="0" cap="flat">
              <a:noFill/>
              <a:prstDash val="solid"/>
              <a:miter/>
            </a:ln>
          </p:spPr>
          <p:txBody>
            <a:bodyPr rtlCol="0" anchor="ctr"/>
            <a:lstStyle/>
            <a:p>
              <a:endParaRPr lang="en-US" sz="1500"/>
            </a:p>
          </p:txBody>
        </p:sp>
        <p:sp>
          <p:nvSpPr>
            <p:cNvPr id="30" name="Freeform: Shape 29">
              <a:extLst>
                <a:ext uri="{FF2B5EF4-FFF2-40B4-BE49-F238E27FC236}">
                  <a16:creationId xmlns:a16="http://schemas.microsoft.com/office/drawing/2014/main" id="{DC087FF0-66D0-B1D5-7AB8-DEB1173DBEE3}"/>
                </a:ext>
              </a:extLst>
            </p:cNvPr>
            <p:cNvSpPr/>
            <p:nvPr/>
          </p:nvSpPr>
          <p:spPr>
            <a:xfrm>
              <a:off x="12801392" y="7733888"/>
              <a:ext cx="110295" cy="93921"/>
            </a:xfrm>
            <a:custGeom>
              <a:avLst/>
              <a:gdLst>
                <a:gd name="connsiteX0" fmla="*/ 0 w 110295"/>
                <a:gd name="connsiteY0" fmla="*/ 93921 h 93921"/>
                <a:gd name="connsiteX1" fmla="*/ 0 w 110295"/>
                <a:gd name="connsiteY1" fmla="*/ 0 h 93921"/>
                <a:gd name="connsiteX2" fmla="*/ 14896 w 110295"/>
                <a:gd name="connsiteY2" fmla="*/ 0 h 93921"/>
                <a:gd name="connsiteX3" fmla="*/ 80959 w 110295"/>
                <a:gd name="connsiteY3" fmla="*/ 55375 h 93921"/>
                <a:gd name="connsiteX4" fmla="*/ 86872 w 110295"/>
                <a:gd name="connsiteY4" fmla="*/ 60605 h 93921"/>
                <a:gd name="connsiteX5" fmla="*/ 91534 w 110295"/>
                <a:gd name="connsiteY5" fmla="*/ 65609 h 93921"/>
                <a:gd name="connsiteX6" fmla="*/ 90852 w 110295"/>
                <a:gd name="connsiteY6" fmla="*/ 54465 h 93921"/>
                <a:gd name="connsiteX7" fmla="*/ 90624 w 110295"/>
                <a:gd name="connsiteY7" fmla="*/ 49349 h 93921"/>
                <a:gd name="connsiteX8" fmla="*/ 90624 w 110295"/>
                <a:gd name="connsiteY8" fmla="*/ 0 h 93921"/>
                <a:gd name="connsiteX9" fmla="*/ 110296 w 110295"/>
                <a:gd name="connsiteY9" fmla="*/ 0 h 93921"/>
                <a:gd name="connsiteX10" fmla="*/ 110296 w 110295"/>
                <a:gd name="connsiteY10" fmla="*/ 93921 h 93921"/>
                <a:gd name="connsiteX11" fmla="*/ 95400 w 110295"/>
                <a:gd name="connsiteY11" fmla="*/ 93921 h 93921"/>
                <a:gd name="connsiteX12" fmla="*/ 26494 w 110295"/>
                <a:gd name="connsiteY12" fmla="*/ 35931 h 93921"/>
                <a:gd name="connsiteX13" fmla="*/ 22173 w 110295"/>
                <a:gd name="connsiteY13" fmla="*/ 31951 h 93921"/>
                <a:gd name="connsiteX14" fmla="*/ 18762 w 110295"/>
                <a:gd name="connsiteY14" fmla="*/ 28313 h 93921"/>
                <a:gd name="connsiteX15" fmla="*/ 19444 w 110295"/>
                <a:gd name="connsiteY15" fmla="*/ 36500 h 93921"/>
                <a:gd name="connsiteX16" fmla="*/ 19671 w 110295"/>
                <a:gd name="connsiteY16" fmla="*/ 43208 h 93921"/>
                <a:gd name="connsiteX17" fmla="*/ 19671 w 110295"/>
                <a:gd name="connsiteY17" fmla="*/ 93921 h 93921"/>
                <a:gd name="connsiteX18" fmla="*/ 0 w 110295"/>
                <a:gd name="connsiteY18" fmla="*/ 93921 h 939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10295" h="93921">
                  <a:moveTo>
                    <a:pt x="0" y="93921"/>
                  </a:moveTo>
                  <a:lnTo>
                    <a:pt x="0" y="0"/>
                  </a:lnTo>
                  <a:lnTo>
                    <a:pt x="14896" y="0"/>
                  </a:lnTo>
                  <a:lnTo>
                    <a:pt x="80959" y="55375"/>
                  </a:lnTo>
                  <a:cubicBezTo>
                    <a:pt x="83233" y="57194"/>
                    <a:pt x="85166" y="58900"/>
                    <a:pt x="86872" y="60605"/>
                  </a:cubicBezTo>
                  <a:cubicBezTo>
                    <a:pt x="88577" y="62311"/>
                    <a:pt x="90169" y="63903"/>
                    <a:pt x="91534" y="65609"/>
                  </a:cubicBezTo>
                  <a:cubicBezTo>
                    <a:pt x="91193" y="60378"/>
                    <a:pt x="90965" y="56626"/>
                    <a:pt x="90852" y="54465"/>
                  </a:cubicBezTo>
                  <a:cubicBezTo>
                    <a:pt x="90738" y="52305"/>
                    <a:pt x="90624" y="50599"/>
                    <a:pt x="90624" y="49349"/>
                  </a:cubicBezTo>
                  <a:lnTo>
                    <a:pt x="90624" y="0"/>
                  </a:lnTo>
                  <a:lnTo>
                    <a:pt x="110296" y="0"/>
                  </a:lnTo>
                  <a:lnTo>
                    <a:pt x="110296" y="93921"/>
                  </a:lnTo>
                  <a:lnTo>
                    <a:pt x="95400" y="93921"/>
                  </a:lnTo>
                  <a:lnTo>
                    <a:pt x="26494" y="35931"/>
                  </a:lnTo>
                  <a:cubicBezTo>
                    <a:pt x="24788" y="34453"/>
                    <a:pt x="23424" y="33089"/>
                    <a:pt x="22173" y="31951"/>
                  </a:cubicBezTo>
                  <a:cubicBezTo>
                    <a:pt x="20922" y="30814"/>
                    <a:pt x="19785" y="29564"/>
                    <a:pt x="18762" y="28313"/>
                  </a:cubicBezTo>
                  <a:cubicBezTo>
                    <a:pt x="19103" y="31156"/>
                    <a:pt x="19330" y="33998"/>
                    <a:pt x="19444" y="36500"/>
                  </a:cubicBezTo>
                  <a:cubicBezTo>
                    <a:pt x="19557" y="39001"/>
                    <a:pt x="19671" y="41275"/>
                    <a:pt x="19671" y="43208"/>
                  </a:cubicBezTo>
                  <a:lnTo>
                    <a:pt x="19671" y="93921"/>
                  </a:lnTo>
                  <a:lnTo>
                    <a:pt x="0" y="93921"/>
                  </a:lnTo>
                  <a:close/>
                </a:path>
              </a:pathLst>
            </a:custGeom>
            <a:solidFill>
              <a:srgbClr val="FFFFFF"/>
            </a:solidFill>
            <a:ln w="0" cap="flat">
              <a:noFill/>
              <a:prstDash val="solid"/>
              <a:miter/>
            </a:ln>
          </p:spPr>
          <p:txBody>
            <a:bodyPr rtlCol="0" anchor="ctr"/>
            <a:lstStyle/>
            <a:p>
              <a:endParaRPr lang="en-US" sz="1500"/>
            </a:p>
          </p:txBody>
        </p:sp>
        <p:sp>
          <p:nvSpPr>
            <p:cNvPr id="31" name="Freeform: Shape 30">
              <a:extLst>
                <a:ext uri="{FF2B5EF4-FFF2-40B4-BE49-F238E27FC236}">
                  <a16:creationId xmlns:a16="http://schemas.microsoft.com/office/drawing/2014/main" id="{6AA2EECB-EFC9-899A-4E38-7D5010BCB455}"/>
                </a:ext>
              </a:extLst>
            </p:cNvPr>
            <p:cNvSpPr/>
            <p:nvPr/>
          </p:nvSpPr>
          <p:spPr>
            <a:xfrm>
              <a:off x="12957852" y="7733888"/>
              <a:ext cx="111318" cy="93807"/>
            </a:xfrm>
            <a:custGeom>
              <a:avLst/>
              <a:gdLst>
                <a:gd name="connsiteX0" fmla="*/ 89942 w 111318"/>
                <a:gd name="connsiteY0" fmla="*/ 16829 h 93807"/>
                <a:gd name="connsiteX1" fmla="*/ 21718 w 111318"/>
                <a:gd name="connsiteY1" fmla="*/ 16829 h 93807"/>
                <a:gd name="connsiteX2" fmla="*/ 21718 w 111318"/>
                <a:gd name="connsiteY2" fmla="*/ 76297 h 93807"/>
                <a:gd name="connsiteX3" fmla="*/ 89942 w 111318"/>
                <a:gd name="connsiteY3" fmla="*/ 76297 h 93807"/>
                <a:gd name="connsiteX4" fmla="*/ 89942 w 111318"/>
                <a:gd name="connsiteY4" fmla="*/ 55375 h 93807"/>
                <a:gd name="connsiteX5" fmla="*/ 54238 w 111318"/>
                <a:gd name="connsiteY5" fmla="*/ 55375 h 93807"/>
                <a:gd name="connsiteX6" fmla="*/ 54238 w 111318"/>
                <a:gd name="connsiteY6" fmla="*/ 39342 h 93807"/>
                <a:gd name="connsiteX7" fmla="*/ 111205 w 111318"/>
                <a:gd name="connsiteY7" fmla="*/ 39342 h 93807"/>
                <a:gd name="connsiteX8" fmla="*/ 111205 w 111318"/>
                <a:gd name="connsiteY8" fmla="*/ 71635 h 93807"/>
                <a:gd name="connsiteX9" fmla="*/ 106430 w 111318"/>
                <a:gd name="connsiteY9" fmla="*/ 89146 h 93807"/>
                <a:gd name="connsiteX10" fmla="*/ 88009 w 111318"/>
                <a:gd name="connsiteY10" fmla="*/ 93808 h 93807"/>
                <a:gd name="connsiteX11" fmla="*/ 23196 w 111318"/>
                <a:gd name="connsiteY11" fmla="*/ 93808 h 93807"/>
                <a:gd name="connsiteX12" fmla="*/ 4776 w 111318"/>
                <a:gd name="connsiteY12" fmla="*/ 89146 h 93807"/>
                <a:gd name="connsiteX13" fmla="*/ 0 w 111318"/>
                <a:gd name="connsiteY13" fmla="*/ 71635 h 93807"/>
                <a:gd name="connsiteX14" fmla="*/ 0 w 111318"/>
                <a:gd name="connsiteY14" fmla="*/ 22173 h 93807"/>
                <a:gd name="connsiteX15" fmla="*/ 4776 w 111318"/>
                <a:gd name="connsiteY15" fmla="*/ 4662 h 93807"/>
                <a:gd name="connsiteX16" fmla="*/ 23196 w 111318"/>
                <a:gd name="connsiteY16" fmla="*/ 0 h 93807"/>
                <a:gd name="connsiteX17" fmla="*/ 88009 w 111318"/>
                <a:gd name="connsiteY17" fmla="*/ 0 h 93807"/>
                <a:gd name="connsiteX18" fmla="*/ 106430 w 111318"/>
                <a:gd name="connsiteY18" fmla="*/ 4662 h 93807"/>
                <a:gd name="connsiteX19" fmla="*/ 111319 w 111318"/>
                <a:gd name="connsiteY19" fmla="*/ 21377 h 93807"/>
                <a:gd name="connsiteX20" fmla="*/ 111319 w 111318"/>
                <a:gd name="connsiteY20" fmla="*/ 23537 h 93807"/>
                <a:gd name="connsiteX21" fmla="*/ 90056 w 111318"/>
                <a:gd name="connsiteY21" fmla="*/ 27403 h 93807"/>
                <a:gd name="connsiteX22" fmla="*/ 90056 w 111318"/>
                <a:gd name="connsiteY22" fmla="*/ 16942 h 938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11318" h="93807">
                  <a:moveTo>
                    <a:pt x="89942" y="16829"/>
                  </a:moveTo>
                  <a:lnTo>
                    <a:pt x="21718" y="16829"/>
                  </a:lnTo>
                  <a:lnTo>
                    <a:pt x="21718" y="76297"/>
                  </a:lnTo>
                  <a:lnTo>
                    <a:pt x="89942" y="76297"/>
                  </a:lnTo>
                  <a:lnTo>
                    <a:pt x="89942" y="55375"/>
                  </a:lnTo>
                  <a:lnTo>
                    <a:pt x="54238" y="55375"/>
                  </a:lnTo>
                  <a:lnTo>
                    <a:pt x="54238" y="39342"/>
                  </a:lnTo>
                  <a:lnTo>
                    <a:pt x="111205" y="39342"/>
                  </a:lnTo>
                  <a:lnTo>
                    <a:pt x="111205" y="71635"/>
                  </a:lnTo>
                  <a:cubicBezTo>
                    <a:pt x="111205" y="80163"/>
                    <a:pt x="109613" y="86076"/>
                    <a:pt x="106430" y="89146"/>
                  </a:cubicBezTo>
                  <a:cubicBezTo>
                    <a:pt x="103246" y="92216"/>
                    <a:pt x="97105" y="93808"/>
                    <a:pt x="88009" y="93808"/>
                  </a:cubicBezTo>
                  <a:lnTo>
                    <a:pt x="23196" y="93808"/>
                  </a:lnTo>
                  <a:cubicBezTo>
                    <a:pt x="14100" y="93808"/>
                    <a:pt x="7959" y="92216"/>
                    <a:pt x="4776" y="89146"/>
                  </a:cubicBezTo>
                  <a:cubicBezTo>
                    <a:pt x="1592" y="86076"/>
                    <a:pt x="0" y="80163"/>
                    <a:pt x="0" y="71635"/>
                  </a:cubicBezTo>
                  <a:lnTo>
                    <a:pt x="0" y="22173"/>
                  </a:lnTo>
                  <a:cubicBezTo>
                    <a:pt x="0" y="13645"/>
                    <a:pt x="1592" y="7846"/>
                    <a:pt x="4776" y="4662"/>
                  </a:cubicBezTo>
                  <a:cubicBezTo>
                    <a:pt x="7959" y="1478"/>
                    <a:pt x="14100" y="0"/>
                    <a:pt x="23196" y="0"/>
                  </a:cubicBezTo>
                  <a:lnTo>
                    <a:pt x="88009" y="0"/>
                  </a:lnTo>
                  <a:cubicBezTo>
                    <a:pt x="96992" y="0"/>
                    <a:pt x="103132" y="1592"/>
                    <a:pt x="106430" y="4662"/>
                  </a:cubicBezTo>
                  <a:cubicBezTo>
                    <a:pt x="109727" y="7732"/>
                    <a:pt x="111319" y="13304"/>
                    <a:pt x="111319" y="21377"/>
                  </a:cubicBezTo>
                  <a:lnTo>
                    <a:pt x="111319" y="23537"/>
                  </a:lnTo>
                  <a:lnTo>
                    <a:pt x="90056" y="27403"/>
                  </a:lnTo>
                  <a:lnTo>
                    <a:pt x="90056" y="16942"/>
                  </a:lnTo>
                  <a:close/>
                </a:path>
              </a:pathLst>
            </a:custGeom>
            <a:solidFill>
              <a:srgbClr val="FFFFFF"/>
            </a:solidFill>
            <a:ln w="0" cap="flat">
              <a:noFill/>
              <a:prstDash val="solid"/>
              <a:miter/>
            </a:ln>
          </p:spPr>
          <p:txBody>
            <a:bodyPr rtlCol="0" anchor="ctr"/>
            <a:lstStyle/>
            <a:p>
              <a:endParaRPr lang="en-US" sz="1500"/>
            </a:p>
          </p:txBody>
        </p:sp>
        <p:sp>
          <p:nvSpPr>
            <p:cNvPr id="32" name="Freeform: Shape 31">
              <a:extLst>
                <a:ext uri="{FF2B5EF4-FFF2-40B4-BE49-F238E27FC236}">
                  <a16:creationId xmlns:a16="http://schemas.microsoft.com/office/drawing/2014/main" id="{282459FA-FE9F-46F9-6EE1-DA2AC6399F1B}"/>
                </a:ext>
              </a:extLst>
            </p:cNvPr>
            <p:cNvSpPr/>
            <p:nvPr/>
          </p:nvSpPr>
          <p:spPr>
            <a:xfrm>
              <a:off x="13182537" y="7734001"/>
              <a:ext cx="105065" cy="93693"/>
            </a:xfrm>
            <a:custGeom>
              <a:avLst/>
              <a:gdLst>
                <a:gd name="connsiteX0" fmla="*/ 84484 w 105065"/>
                <a:gd name="connsiteY0" fmla="*/ 16374 h 93693"/>
                <a:gd name="connsiteX1" fmla="*/ 22969 w 105065"/>
                <a:gd name="connsiteY1" fmla="*/ 16374 h 93693"/>
                <a:gd name="connsiteX2" fmla="*/ 22969 w 105065"/>
                <a:gd name="connsiteY2" fmla="*/ 36500 h 93693"/>
                <a:gd name="connsiteX3" fmla="*/ 81528 w 105065"/>
                <a:gd name="connsiteY3" fmla="*/ 36500 h 93693"/>
                <a:gd name="connsiteX4" fmla="*/ 100176 w 105065"/>
                <a:gd name="connsiteY4" fmla="*/ 41162 h 93693"/>
                <a:gd name="connsiteX5" fmla="*/ 105065 w 105065"/>
                <a:gd name="connsiteY5" fmla="*/ 58672 h 93693"/>
                <a:gd name="connsiteX6" fmla="*/ 105065 w 105065"/>
                <a:gd name="connsiteY6" fmla="*/ 71521 h 93693"/>
                <a:gd name="connsiteX7" fmla="*/ 100176 w 105065"/>
                <a:gd name="connsiteY7" fmla="*/ 89032 h 93693"/>
                <a:gd name="connsiteX8" fmla="*/ 81528 w 105065"/>
                <a:gd name="connsiteY8" fmla="*/ 93694 h 93693"/>
                <a:gd name="connsiteX9" fmla="*/ 23537 w 105065"/>
                <a:gd name="connsiteY9" fmla="*/ 93694 h 93693"/>
                <a:gd name="connsiteX10" fmla="*/ 4889 w 105065"/>
                <a:gd name="connsiteY10" fmla="*/ 89032 h 93693"/>
                <a:gd name="connsiteX11" fmla="*/ 0 w 105065"/>
                <a:gd name="connsiteY11" fmla="*/ 71521 h 93693"/>
                <a:gd name="connsiteX12" fmla="*/ 0 w 105065"/>
                <a:gd name="connsiteY12" fmla="*/ 68906 h 93693"/>
                <a:gd name="connsiteX13" fmla="*/ 19330 w 105065"/>
                <a:gd name="connsiteY13" fmla="*/ 64926 h 93693"/>
                <a:gd name="connsiteX14" fmla="*/ 19330 w 105065"/>
                <a:gd name="connsiteY14" fmla="*/ 76069 h 93693"/>
                <a:gd name="connsiteX15" fmla="*/ 85735 w 105065"/>
                <a:gd name="connsiteY15" fmla="*/ 76069 h 93693"/>
                <a:gd name="connsiteX16" fmla="*/ 85735 w 105065"/>
                <a:gd name="connsiteY16" fmla="*/ 54693 h 93693"/>
                <a:gd name="connsiteX17" fmla="*/ 27176 w 105065"/>
                <a:gd name="connsiteY17" fmla="*/ 54693 h 93693"/>
                <a:gd name="connsiteX18" fmla="*/ 8755 w 105065"/>
                <a:gd name="connsiteY18" fmla="*/ 50031 h 93693"/>
                <a:gd name="connsiteX19" fmla="*/ 3980 w 105065"/>
                <a:gd name="connsiteY19" fmla="*/ 32520 h 93693"/>
                <a:gd name="connsiteX20" fmla="*/ 3980 w 105065"/>
                <a:gd name="connsiteY20" fmla="*/ 22173 h 93693"/>
                <a:gd name="connsiteX21" fmla="*/ 8755 w 105065"/>
                <a:gd name="connsiteY21" fmla="*/ 4662 h 93693"/>
                <a:gd name="connsiteX22" fmla="*/ 27176 w 105065"/>
                <a:gd name="connsiteY22" fmla="*/ 0 h 93693"/>
                <a:gd name="connsiteX23" fmla="*/ 80504 w 105065"/>
                <a:gd name="connsiteY23" fmla="*/ 0 h 93693"/>
                <a:gd name="connsiteX24" fmla="*/ 98811 w 105065"/>
                <a:gd name="connsiteY24" fmla="*/ 4548 h 93693"/>
                <a:gd name="connsiteX25" fmla="*/ 103814 w 105065"/>
                <a:gd name="connsiteY25" fmla="*/ 20581 h 93693"/>
                <a:gd name="connsiteX26" fmla="*/ 103814 w 105065"/>
                <a:gd name="connsiteY26" fmla="*/ 22514 h 93693"/>
                <a:gd name="connsiteX27" fmla="*/ 84484 w 105065"/>
                <a:gd name="connsiteY27" fmla="*/ 27062 h 93693"/>
                <a:gd name="connsiteX28" fmla="*/ 84484 w 105065"/>
                <a:gd name="connsiteY28" fmla="*/ 16374 h 936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05065" h="93693">
                  <a:moveTo>
                    <a:pt x="84484" y="16374"/>
                  </a:moveTo>
                  <a:lnTo>
                    <a:pt x="22969" y="16374"/>
                  </a:lnTo>
                  <a:lnTo>
                    <a:pt x="22969" y="36500"/>
                  </a:lnTo>
                  <a:lnTo>
                    <a:pt x="81528" y="36500"/>
                  </a:lnTo>
                  <a:cubicBezTo>
                    <a:pt x="90738" y="36500"/>
                    <a:pt x="96878" y="38092"/>
                    <a:pt x="100176" y="41162"/>
                  </a:cubicBezTo>
                  <a:cubicBezTo>
                    <a:pt x="103473" y="44232"/>
                    <a:pt x="105065" y="50144"/>
                    <a:pt x="105065" y="58672"/>
                  </a:cubicBezTo>
                  <a:lnTo>
                    <a:pt x="105065" y="71521"/>
                  </a:lnTo>
                  <a:cubicBezTo>
                    <a:pt x="105065" y="80049"/>
                    <a:pt x="103473" y="85848"/>
                    <a:pt x="100176" y="89032"/>
                  </a:cubicBezTo>
                  <a:cubicBezTo>
                    <a:pt x="96878" y="92216"/>
                    <a:pt x="90738" y="93694"/>
                    <a:pt x="81528" y="93694"/>
                  </a:cubicBezTo>
                  <a:lnTo>
                    <a:pt x="23537" y="93694"/>
                  </a:lnTo>
                  <a:cubicBezTo>
                    <a:pt x="14327" y="93694"/>
                    <a:pt x="8187" y="92102"/>
                    <a:pt x="4889" y="89032"/>
                  </a:cubicBezTo>
                  <a:cubicBezTo>
                    <a:pt x="1592" y="85962"/>
                    <a:pt x="0" y="80049"/>
                    <a:pt x="0" y="71521"/>
                  </a:cubicBezTo>
                  <a:lnTo>
                    <a:pt x="0" y="68906"/>
                  </a:lnTo>
                  <a:lnTo>
                    <a:pt x="19330" y="64926"/>
                  </a:lnTo>
                  <a:lnTo>
                    <a:pt x="19330" y="76069"/>
                  </a:lnTo>
                  <a:lnTo>
                    <a:pt x="85735" y="76069"/>
                  </a:lnTo>
                  <a:lnTo>
                    <a:pt x="85735" y="54693"/>
                  </a:lnTo>
                  <a:lnTo>
                    <a:pt x="27176" y="54693"/>
                  </a:lnTo>
                  <a:cubicBezTo>
                    <a:pt x="18080" y="54693"/>
                    <a:pt x="11939" y="53101"/>
                    <a:pt x="8755" y="50031"/>
                  </a:cubicBezTo>
                  <a:cubicBezTo>
                    <a:pt x="5572" y="46961"/>
                    <a:pt x="3980" y="41048"/>
                    <a:pt x="3980" y="32520"/>
                  </a:cubicBezTo>
                  <a:lnTo>
                    <a:pt x="3980" y="22173"/>
                  </a:lnTo>
                  <a:cubicBezTo>
                    <a:pt x="3980" y="13645"/>
                    <a:pt x="5572" y="7846"/>
                    <a:pt x="8755" y="4662"/>
                  </a:cubicBezTo>
                  <a:cubicBezTo>
                    <a:pt x="11939" y="1478"/>
                    <a:pt x="18080" y="0"/>
                    <a:pt x="27176" y="0"/>
                  </a:cubicBezTo>
                  <a:lnTo>
                    <a:pt x="80504" y="0"/>
                  </a:lnTo>
                  <a:cubicBezTo>
                    <a:pt x="89374" y="0"/>
                    <a:pt x="95400" y="1478"/>
                    <a:pt x="98811" y="4548"/>
                  </a:cubicBezTo>
                  <a:cubicBezTo>
                    <a:pt x="102222" y="7618"/>
                    <a:pt x="103814" y="12963"/>
                    <a:pt x="103814" y="20581"/>
                  </a:cubicBezTo>
                  <a:lnTo>
                    <a:pt x="103814" y="22514"/>
                  </a:lnTo>
                  <a:lnTo>
                    <a:pt x="84484" y="27062"/>
                  </a:lnTo>
                  <a:lnTo>
                    <a:pt x="84484" y="16374"/>
                  </a:lnTo>
                  <a:close/>
                </a:path>
              </a:pathLst>
            </a:custGeom>
            <a:solidFill>
              <a:srgbClr val="FFFFFF"/>
            </a:solidFill>
            <a:ln w="0" cap="flat">
              <a:noFill/>
              <a:prstDash val="solid"/>
              <a:miter/>
            </a:ln>
          </p:spPr>
          <p:txBody>
            <a:bodyPr rtlCol="0" anchor="ctr"/>
            <a:lstStyle/>
            <a:p>
              <a:endParaRPr lang="en-US" sz="1500"/>
            </a:p>
          </p:txBody>
        </p:sp>
        <p:sp>
          <p:nvSpPr>
            <p:cNvPr id="33" name="Freeform: Shape 32">
              <a:extLst>
                <a:ext uri="{FF2B5EF4-FFF2-40B4-BE49-F238E27FC236}">
                  <a16:creationId xmlns:a16="http://schemas.microsoft.com/office/drawing/2014/main" id="{A5A31BCF-FEA0-0505-3BDC-4F7A75606493}"/>
                </a:ext>
              </a:extLst>
            </p:cNvPr>
            <p:cNvSpPr/>
            <p:nvPr/>
          </p:nvSpPr>
          <p:spPr>
            <a:xfrm>
              <a:off x="13311708" y="7733888"/>
              <a:ext cx="127920" cy="93921"/>
            </a:xfrm>
            <a:custGeom>
              <a:avLst/>
              <a:gdLst>
                <a:gd name="connsiteX0" fmla="*/ 0 w 127920"/>
                <a:gd name="connsiteY0" fmla="*/ 93921 h 93921"/>
                <a:gd name="connsiteX1" fmla="*/ 53101 w 127920"/>
                <a:gd name="connsiteY1" fmla="*/ 0 h 93921"/>
                <a:gd name="connsiteX2" fmla="*/ 74137 w 127920"/>
                <a:gd name="connsiteY2" fmla="*/ 0 h 93921"/>
                <a:gd name="connsiteX3" fmla="*/ 127920 w 127920"/>
                <a:gd name="connsiteY3" fmla="*/ 93921 h 93921"/>
                <a:gd name="connsiteX4" fmla="*/ 103359 w 127920"/>
                <a:gd name="connsiteY4" fmla="*/ 93921 h 93921"/>
                <a:gd name="connsiteX5" fmla="*/ 92103 w 127920"/>
                <a:gd name="connsiteY5" fmla="*/ 73454 h 93921"/>
                <a:gd name="connsiteX6" fmla="*/ 32634 w 127920"/>
                <a:gd name="connsiteY6" fmla="*/ 73454 h 93921"/>
                <a:gd name="connsiteX7" fmla="*/ 21718 w 127920"/>
                <a:gd name="connsiteY7" fmla="*/ 93921 h 93921"/>
                <a:gd name="connsiteX8" fmla="*/ 0 w 127920"/>
                <a:gd name="connsiteY8" fmla="*/ 93921 h 93921"/>
                <a:gd name="connsiteX9" fmla="*/ 42071 w 127920"/>
                <a:gd name="connsiteY9" fmla="*/ 56398 h 93921"/>
                <a:gd name="connsiteX10" fmla="*/ 83233 w 127920"/>
                <a:gd name="connsiteY10" fmla="*/ 56398 h 93921"/>
                <a:gd name="connsiteX11" fmla="*/ 62994 w 127920"/>
                <a:gd name="connsiteY11" fmla="*/ 18193 h 93921"/>
                <a:gd name="connsiteX12" fmla="*/ 42071 w 127920"/>
                <a:gd name="connsiteY12" fmla="*/ 56398 h 939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7920" h="93921">
                  <a:moveTo>
                    <a:pt x="0" y="93921"/>
                  </a:moveTo>
                  <a:lnTo>
                    <a:pt x="53101" y="0"/>
                  </a:lnTo>
                  <a:lnTo>
                    <a:pt x="74137" y="0"/>
                  </a:lnTo>
                  <a:lnTo>
                    <a:pt x="127920" y="93921"/>
                  </a:lnTo>
                  <a:lnTo>
                    <a:pt x="103359" y="93921"/>
                  </a:lnTo>
                  <a:lnTo>
                    <a:pt x="92103" y="73454"/>
                  </a:lnTo>
                  <a:lnTo>
                    <a:pt x="32634" y="73454"/>
                  </a:lnTo>
                  <a:lnTo>
                    <a:pt x="21718" y="93921"/>
                  </a:lnTo>
                  <a:lnTo>
                    <a:pt x="0" y="93921"/>
                  </a:lnTo>
                  <a:close/>
                  <a:moveTo>
                    <a:pt x="42071" y="56398"/>
                  </a:moveTo>
                  <a:lnTo>
                    <a:pt x="83233" y="56398"/>
                  </a:lnTo>
                  <a:lnTo>
                    <a:pt x="62994" y="18193"/>
                  </a:lnTo>
                  <a:lnTo>
                    <a:pt x="42071" y="56398"/>
                  </a:lnTo>
                  <a:close/>
                </a:path>
              </a:pathLst>
            </a:custGeom>
            <a:solidFill>
              <a:srgbClr val="FFFFFF"/>
            </a:solidFill>
            <a:ln w="0" cap="flat">
              <a:noFill/>
              <a:prstDash val="solid"/>
              <a:miter/>
            </a:ln>
          </p:spPr>
          <p:txBody>
            <a:bodyPr rtlCol="0" anchor="ctr"/>
            <a:lstStyle/>
            <a:p>
              <a:endParaRPr lang="en-US" sz="1500"/>
            </a:p>
          </p:txBody>
        </p:sp>
        <p:sp>
          <p:nvSpPr>
            <p:cNvPr id="34" name="Freeform: Shape 33">
              <a:extLst>
                <a:ext uri="{FF2B5EF4-FFF2-40B4-BE49-F238E27FC236}">
                  <a16:creationId xmlns:a16="http://schemas.microsoft.com/office/drawing/2014/main" id="{45D0FBD8-D79E-FBE7-E25D-20DC567D3741}"/>
                </a:ext>
              </a:extLst>
            </p:cNvPr>
            <p:cNvSpPr/>
            <p:nvPr/>
          </p:nvSpPr>
          <p:spPr>
            <a:xfrm>
              <a:off x="13469987" y="7733888"/>
              <a:ext cx="94945" cy="93921"/>
            </a:xfrm>
            <a:custGeom>
              <a:avLst/>
              <a:gdLst>
                <a:gd name="connsiteX0" fmla="*/ 0 w 94945"/>
                <a:gd name="connsiteY0" fmla="*/ 93921 h 93921"/>
                <a:gd name="connsiteX1" fmla="*/ 0 w 94945"/>
                <a:gd name="connsiteY1" fmla="*/ 0 h 93921"/>
                <a:gd name="connsiteX2" fmla="*/ 94945 w 94945"/>
                <a:gd name="connsiteY2" fmla="*/ 0 h 93921"/>
                <a:gd name="connsiteX3" fmla="*/ 94945 w 94945"/>
                <a:gd name="connsiteY3" fmla="*/ 16487 h 93921"/>
                <a:gd name="connsiteX4" fmla="*/ 21832 w 94945"/>
                <a:gd name="connsiteY4" fmla="*/ 16487 h 93921"/>
                <a:gd name="connsiteX5" fmla="*/ 21832 w 94945"/>
                <a:gd name="connsiteY5" fmla="*/ 41162 h 93921"/>
                <a:gd name="connsiteX6" fmla="*/ 61402 w 94945"/>
                <a:gd name="connsiteY6" fmla="*/ 41162 h 93921"/>
                <a:gd name="connsiteX7" fmla="*/ 61402 w 94945"/>
                <a:gd name="connsiteY7" fmla="*/ 58331 h 93921"/>
                <a:gd name="connsiteX8" fmla="*/ 21832 w 94945"/>
                <a:gd name="connsiteY8" fmla="*/ 58331 h 93921"/>
                <a:gd name="connsiteX9" fmla="*/ 21832 w 94945"/>
                <a:gd name="connsiteY9" fmla="*/ 93921 h 93921"/>
                <a:gd name="connsiteX10" fmla="*/ 0 w 94945"/>
                <a:gd name="connsiteY10" fmla="*/ 93921 h 939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4945" h="93921">
                  <a:moveTo>
                    <a:pt x="0" y="93921"/>
                  </a:moveTo>
                  <a:lnTo>
                    <a:pt x="0" y="0"/>
                  </a:lnTo>
                  <a:lnTo>
                    <a:pt x="94945" y="0"/>
                  </a:lnTo>
                  <a:lnTo>
                    <a:pt x="94945" y="16487"/>
                  </a:lnTo>
                  <a:lnTo>
                    <a:pt x="21832" y="16487"/>
                  </a:lnTo>
                  <a:lnTo>
                    <a:pt x="21832" y="41162"/>
                  </a:lnTo>
                  <a:lnTo>
                    <a:pt x="61402" y="41162"/>
                  </a:lnTo>
                  <a:lnTo>
                    <a:pt x="61402" y="58331"/>
                  </a:lnTo>
                  <a:lnTo>
                    <a:pt x="21832" y="58331"/>
                  </a:lnTo>
                  <a:lnTo>
                    <a:pt x="21832" y="93921"/>
                  </a:lnTo>
                  <a:lnTo>
                    <a:pt x="0" y="93921"/>
                  </a:lnTo>
                  <a:close/>
                </a:path>
              </a:pathLst>
            </a:custGeom>
            <a:solidFill>
              <a:srgbClr val="FFFFFF"/>
            </a:solidFill>
            <a:ln w="0" cap="flat">
              <a:noFill/>
              <a:prstDash val="solid"/>
              <a:miter/>
            </a:ln>
          </p:spPr>
          <p:txBody>
            <a:bodyPr rtlCol="0" anchor="ctr"/>
            <a:lstStyle/>
            <a:p>
              <a:endParaRPr lang="en-US" sz="1500"/>
            </a:p>
          </p:txBody>
        </p:sp>
        <p:sp>
          <p:nvSpPr>
            <p:cNvPr id="35" name="Freeform: Shape 34">
              <a:extLst>
                <a:ext uri="{FF2B5EF4-FFF2-40B4-BE49-F238E27FC236}">
                  <a16:creationId xmlns:a16="http://schemas.microsoft.com/office/drawing/2014/main" id="{D430AFF3-4E56-B717-F5CB-D6AC36A1D010}"/>
                </a:ext>
              </a:extLst>
            </p:cNvPr>
            <p:cNvSpPr/>
            <p:nvPr/>
          </p:nvSpPr>
          <p:spPr>
            <a:xfrm>
              <a:off x="13591995" y="7733888"/>
              <a:ext cx="96991" cy="93921"/>
            </a:xfrm>
            <a:custGeom>
              <a:avLst/>
              <a:gdLst>
                <a:gd name="connsiteX0" fmla="*/ 0 w 96991"/>
                <a:gd name="connsiteY0" fmla="*/ 93921 h 93921"/>
                <a:gd name="connsiteX1" fmla="*/ 0 w 96991"/>
                <a:gd name="connsiteY1" fmla="*/ 0 h 93921"/>
                <a:gd name="connsiteX2" fmla="*/ 96082 w 96991"/>
                <a:gd name="connsiteY2" fmla="*/ 0 h 93921"/>
                <a:gd name="connsiteX3" fmla="*/ 96082 w 96991"/>
                <a:gd name="connsiteY3" fmla="*/ 16033 h 93921"/>
                <a:gd name="connsiteX4" fmla="*/ 21832 w 96991"/>
                <a:gd name="connsiteY4" fmla="*/ 16033 h 93921"/>
                <a:gd name="connsiteX5" fmla="*/ 21832 w 96991"/>
                <a:gd name="connsiteY5" fmla="*/ 36955 h 93921"/>
                <a:gd name="connsiteX6" fmla="*/ 65154 w 96991"/>
                <a:gd name="connsiteY6" fmla="*/ 36955 h 93921"/>
                <a:gd name="connsiteX7" fmla="*/ 65154 w 96991"/>
                <a:gd name="connsiteY7" fmla="*/ 52987 h 93921"/>
                <a:gd name="connsiteX8" fmla="*/ 21832 w 96991"/>
                <a:gd name="connsiteY8" fmla="*/ 52987 h 93921"/>
                <a:gd name="connsiteX9" fmla="*/ 21832 w 96991"/>
                <a:gd name="connsiteY9" fmla="*/ 76297 h 93921"/>
                <a:gd name="connsiteX10" fmla="*/ 96992 w 96991"/>
                <a:gd name="connsiteY10" fmla="*/ 76297 h 93921"/>
                <a:gd name="connsiteX11" fmla="*/ 96992 w 96991"/>
                <a:gd name="connsiteY11" fmla="*/ 93921 h 93921"/>
                <a:gd name="connsiteX12" fmla="*/ 0 w 96991"/>
                <a:gd name="connsiteY12" fmla="*/ 93921 h 939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6991" h="93921">
                  <a:moveTo>
                    <a:pt x="0" y="93921"/>
                  </a:moveTo>
                  <a:lnTo>
                    <a:pt x="0" y="0"/>
                  </a:lnTo>
                  <a:lnTo>
                    <a:pt x="96082" y="0"/>
                  </a:lnTo>
                  <a:lnTo>
                    <a:pt x="96082" y="16033"/>
                  </a:lnTo>
                  <a:lnTo>
                    <a:pt x="21832" y="16033"/>
                  </a:lnTo>
                  <a:lnTo>
                    <a:pt x="21832" y="36955"/>
                  </a:lnTo>
                  <a:lnTo>
                    <a:pt x="65154" y="36955"/>
                  </a:lnTo>
                  <a:lnTo>
                    <a:pt x="65154" y="52987"/>
                  </a:lnTo>
                  <a:lnTo>
                    <a:pt x="21832" y="52987"/>
                  </a:lnTo>
                  <a:lnTo>
                    <a:pt x="21832" y="76297"/>
                  </a:lnTo>
                  <a:lnTo>
                    <a:pt x="96992" y="76297"/>
                  </a:lnTo>
                  <a:lnTo>
                    <a:pt x="96992" y="93921"/>
                  </a:lnTo>
                  <a:lnTo>
                    <a:pt x="0" y="93921"/>
                  </a:lnTo>
                  <a:close/>
                </a:path>
              </a:pathLst>
            </a:custGeom>
            <a:solidFill>
              <a:srgbClr val="FFFFFF"/>
            </a:solidFill>
            <a:ln w="0" cap="flat">
              <a:noFill/>
              <a:prstDash val="solid"/>
              <a:miter/>
            </a:ln>
          </p:spPr>
          <p:txBody>
            <a:bodyPr rtlCol="0" anchor="ctr"/>
            <a:lstStyle/>
            <a:p>
              <a:endParaRPr lang="en-US" sz="1500"/>
            </a:p>
          </p:txBody>
        </p:sp>
        <p:sp>
          <p:nvSpPr>
            <p:cNvPr id="36" name="Freeform: Shape 35">
              <a:extLst>
                <a:ext uri="{FF2B5EF4-FFF2-40B4-BE49-F238E27FC236}">
                  <a16:creationId xmlns:a16="http://schemas.microsoft.com/office/drawing/2014/main" id="{A72CE5A3-FA88-6CC7-2171-5E59F17132B6}"/>
                </a:ext>
              </a:extLst>
            </p:cNvPr>
            <p:cNvSpPr/>
            <p:nvPr/>
          </p:nvSpPr>
          <p:spPr>
            <a:xfrm>
              <a:off x="13708090" y="7733888"/>
              <a:ext cx="108248" cy="93921"/>
            </a:xfrm>
            <a:custGeom>
              <a:avLst/>
              <a:gdLst>
                <a:gd name="connsiteX0" fmla="*/ 64926 w 108248"/>
                <a:gd name="connsiteY0" fmla="*/ 16829 h 93921"/>
                <a:gd name="connsiteX1" fmla="*/ 64926 w 108248"/>
                <a:gd name="connsiteY1" fmla="*/ 93921 h 93921"/>
                <a:gd name="connsiteX2" fmla="*/ 43095 w 108248"/>
                <a:gd name="connsiteY2" fmla="*/ 93921 h 93921"/>
                <a:gd name="connsiteX3" fmla="*/ 43095 w 108248"/>
                <a:gd name="connsiteY3" fmla="*/ 16829 h 93921"/>
                <a:gd name="connsiteX4" fmla="*/ 0 w 108248"/>
                <a:gd name="connsiteY4" fmla="*/ 16829 h 93921"/>
                <a:gd name="connsiteX5" fmla="*/ 0 w 108248"/>
                <a:gd name="connsiteY5" fmla="*/ 0 h 93921"/>
                <a:gd name="connsiteX6" fmla="*/ 108249 w 108248"/>
                <a:gd name="connsiteY6" fmla="*/ 0 h 93921"/>
                <a:gd name="connsiteX7" fmla="*/ 108249 w 108248"/>
                <a:gd name="connsiteY7" fmla="*/ 16829 h 93921"/>
                <a:gd name="connsiteX8" fmla="*/ 65040 w 108248"/>
                <a:gd name="connsiteY8" fmla="*/ 16829 h 939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8248" h="93921">
                  <a:moveTo>
                    <a:pt x="64926" y="16829"/>
                  </a:moveTo>
                  <a:lnTo>
                    <a:pt x="64926" y="93921"/>
                  </a:lnTo>
                  <a:lnTo>
                    <a:pt x="43095" y="93921"/>
                  </a:lnTo>
                  <a:lnTo>
                    <a:pt x="43095" y="16829"/>
                  </a:lnTo>
                  <a:lnTo>
                    <a:pt x="0" y="16829"/>
                  </a:lnTo>
                  <a:lnTo>
                    <a:pt x="0" y="0"/>
                  </a:lnTo>
                  <a:lnTo>
                    <a:pt x="108249" y="0"/>
                  </a:lnTo>
                  <a:lnTo>
                    <a:pt x="108249" y="16829"/>
                  </a:lnTo>
                  <a:lnTo>
                    <a:pt x="65040" y="16829"/>
                  </a:lnTo>
                  <a:close/>
                </a:path>
              </a:pathLst>
            </a:custGeom>
            <a:solidFill>
              <a:srgbClr val="FFFFFF"/>
            </a:solidFill>
            <a:ln w="0" cap="flat">
              <a:noFill/>
              <a:prstDash val="solid"/>
              <a:miter/>
            </a:ln>
          </p:spPr>
          <p:txBody>
            <a:bodyPr rtlCol="0" anchor="ctr"/>
            <a:lstStyle/>
            <a:p>
              <a:endParaRPr lang="en-US" sz="1500"/>
            </a:p>
          </p:txBody>
        </p:sp>
        <p:sp>
          <p:nvSpPr>
            <p:cNvPr id="37" name="Freeform: Shape 36">
              <a:extLst>
                <a:ext uri="{FF2B5EF4-FFF2-40B4-BE49-F238E27FC236}">
                  <a16:creationId xmlns:a16="http://schemas.microsoft.com/office/drawing/2014/main" id="{5883A1A5-363D-5BA0-B4BE-444418409210}"/>
                </a:ext>
              </a:extLst>
            </p:cNvPr>
            <p:cNvSpPr/>
            <p:nvPr/>
          </p:nvSpPr>
          <p:spPr>
            <a:xfrm>
              <a:off x="13820545" y="7733888"/>
              <a:ext cx="119392" cy="93921"/>
            </a:xfrm>
            <a:custGeom>
              <a:avLst/>
              <a:gdLst>
                <a:gd name="connsiteX0" fmla="*/ 48780 w 119392"/>
                <a:gd name="connsiteY0" fmla="*/ 93921 h 93921"/>
                <a:gd name="connsiteX1" fmla="*/ 48780 w 119392"/>
                <a:gd name="connsiteY1" fmla="*/ 51850 h 93921"/>
                <a:gd name="connsiteX2" fmla="*/ 0 w 119392"/>
                <a:gd name="connsiteY2" fmla="*/ 0 h 93921"/>
                <a:gd name="connsiteX3" fmla="*/ 29109 w 119392"/>
                <a:gd name="connsiteY3" fmla="*/ 0 h 93921"/>
                <a:gd name="connsiteX4" fmla="*/ 61402 w 119392"/>
                <a:gd name="connsiteY4" fmla="*/ 36045 h 93921"/>
                <a:gd name="connsiteX5" fmla="*/ 93694 w 119392"/>
                <a:gd name="connsiteY5" fmla="*/ 0 h 93921"/>
                <a:gd name="connsiteX6" fmla="*/ 119392 w 119392"/>
                <a:gd name="connsiteY6" fmla="*/ 0 h 93921"/>
                <a:gd name="connsiteX7" fmla="*/ 70839 w 119392"/>
                <a:gd name="connsiteY7" fmla="*/ 51395 h 93921"/>
                <a:gd name="connsiteX8" fmla="*/ 70839 w 119392"/>
                <a:gd name="connsiteY8" fmla="*/ 93921 h 93921"/>
                <a:gd name="connsiteX9" fmla="*/ 48780 w 119392"/>
                <a:gd name="connsiteY9" fmla="*/ 93921 h 939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9392" h="93921">
                  <a:moveTo>
                    <a:pt x="48780" y="93921"/>
                  </a:moveTo>
                  <a:lnTo>
                    <a:pt x="48780" y="51850"/>
                  </a:lnTo>
                  <a:lnTo>
                    <a:pt x="0" y="0"/>
                  </a:lnTo>
                  <a:lnTo>
                    <a:pt x="29109" y="0"/>
                  </a:lnTo>
                  <a:lnTo>
                    <a:pt x="61402" y="36045"/>
                  </a:lnTo>
                  <a:lnTo>
                    <a:pt x="93694" y="0"/>
                  </a:lnTo>
                  <a:lnTo>
                    <a:pt x="119392" y="0"/>
                  </a:lnTo>
                  <a:lnTo>
                    <a:pt x="70839" y="51395"/>
                  </a:lnTo>
                  <a:lnTo>
                    <a:pt x="70839" y="93921"/>
                  </a:lnTo>
                  <a:lnTo>
                    <a:pt x="48780" y="93921"/>
                  </a:lnTo>
                  <a:close/>
                </a:path>
              </a:pathLst>
            </a:custGeom>
            <a:solidFill>
              <a:srgbClr val="FFFFFF"/>
            </a:solidFill>
            <a:ln w="0" cap="flat">
              <a:noFill/>
              <a:prstDash val="solid"/>
              <a:miter/>
            </a:ln>
          </p:spPr>
          <p:txBody>
            <a:bodyPr rtlCol="0" anchor="ctr"/>
            <a:lstStyle/>
            <a:p>
              <a:endParaRPr lang="en-US" sz="1500"/>
            </a:p>
          </p:txBody>
        </p:sp>
      </p:grpSp>
      <p:sp>
        <p:nvSpPr>
          <p:cNvPr id="47" name="Text Placeholder 2">
            <a:extLst>
              <a:ext uri="{FF2B5EF4-FFF2-40B4-BE49-F238E27FC236}">
                <a16:creationId xmlns:a16="http://schemas.microsoft.com/office/drawing/2014/main" id="{7629C8E8-D6B7-F39E-392B-8A27DE04A71B}"/>
              </a:ext>
            </a:extLst>
          </p:cNvPr>
          <p:cNvSpPr>
            <a:spLocks noGrp="1"/>
          </p:cNvSpPr>
          <p:nvPr>
            <p:ph type="body" idx="1"/>
          </p:nvPr>
        </p:nvSpPr>
        <p:spPr>
          <a:xfrm>
            <a:off x="762000" y="1388396"/>
            <a:ext cx="10668000" cy="4453605"/>
          </a:xfrm>
          <a:prstGeom prst="rect">
            <a:avLst/>
          </a:prstGeom>
        </p:spPr>
        <p:txBody>
          <a:bodyPr vert="horz" lIns="0" tIns="0" rIns="0" bIns="0" rtlCol="0">
            <a:noAutofit/>
          </a:body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extBox 1">
            <a:extLst>
              <a:ext uri="{FF2B5EF4-FFF2-40B4-BE49-F238E27FC236}">
                <a16:creationId xmlns:a16="http://schemas.microsoft.com/office/drawing/2014/main" id="{484D46E5-5B1D-5521-23D5-CC54FE494BA9}"/>
              </a:ext>
            </a:extLst>
          </p:cNvPr>
          <p:cNvSpPr txBox="1"/>
          <p:nvPr userDrawn="1"/>
        </p:nvSpPr>
        <p:spPr>
          <a:xfrm>
            <a:off x="750079" y="6606112"/>
            <a:ext cx="7385988" cy="213583"/>
          </a:xfrm>
          <a:prstGeom prst="rect">
            <a:avLst/>
          </a:prstGeom>
        </p:spPr>
        <p:txBody>
          <a:bodyPr vert="horz" wrap="square" lIns="0" tIns="0" rIns="0" bIns="0" rtlCol="0" anchor="t" anchorCtr="0">
            <a:noAutofit/>
          </a:bodyPr>
          <a:lstStyle/>
          <a:p>
            <a:pPr marL="10583" marR="0" lvl="0" indent="0" algn="l" defTabSz="761970" eaLnBrk="1" fontAlgn="auto" latinLnBrk="0" hangingPunct="1">
              <a:lnSpc>
                <a:spcPts val="1742"/>
              </a:lnSpc>
              <a:spcBef>
                <a:spcPts val="83"/>
              </a:spcBef>
              <a:spcAft>
                <a:spcPts val="0"/>
              </a:spcAft>
              <a:buClrTx/>
              <a:buSzTx/>
              <a:buFontTx/>
              <a:buNone/>
              <a:tabLst/>
              <a:defRPr/>
            </a:pPr>
            <a:r>
              <a:rPr lang="en-US" sz="833" dirty="0">
                <a:solidFill>
                  <a:schemeClr val="bg1"/>
                </a:solidFill>
                <a:latin typeface="+mj-lt"/>
              </a:rPr>
              <a:t>Confidential. Not to be copied, distributed, or reproduced without prior approval. © 2024 ECC - All rights reserved.</a:t>
            </a:r>
            <a:endParaRPr lang="en-US" sz="833" b="1" spc="-21" dirty="0">
              <a:solidFill>
                <a:schemeClr val="bg1"/>
              </a:solidFill>
              <a:latin typeface="+mj-lt"/>
              <a:cs typeface="Arial"/>
            </a:endParaRPr>
          </a:p>
        </p:txBody>
      </p:sp>
      <p:sp>
        <p:nvSpPr>
          <p:cNvPr id="7" name="Holder 6">
            <a:extLst>
              <a:ext uri="{FF2B5EF4-FFF2-40B4-BE49-F238E27FC236}">
                <a16:creationId xmlns:a16="http://schemas.microsoft.com/office/drawing/2014/main" id="{41D01FB6-470D-AFAB-775A-BE1AAA9C62A4}"/>
              </a:ext>
            </a:extLst>
          </p:cNvPr>
          <p:cNvSpPr txBox="1">
            <a:spLocks/>
          </p:cNvSpPr>
          <p:nvPr userDrawn="1"/>
        </p:nvSpPr>
        <p:spPr>
          <a:xfrm>
            <a:off x="11645718" y="6512161"/>
            <a:ext cx="355783" cy="179536"/>
          </a:xfrm>
          <a:prstGeom prst="rect">
            <a:avLst/>
          </a:prstGeom>
        </p:spPr>
        <p:txBody>
          <a:bodyPr wrap="square" lIns="0" tIns="0" rIns="0" bIns="0" anchor="b">
            <a:spAutoFit/>
          </a:bodyPr>
          <a:lstStyle>
            <a:defPPr>
              <a:defRPr kern="0"/>
            </a:defPPr>
            <a:lvl1pPr>
              <a:defRPr sz="1400" b="1" i="0">
                <a:solidFill>
                  <a:srgbClr val="FFC526"/>
                </a:solidFill>
                <a:latin typeface="Arial"/>
                <a:cs typeface="Arial"/>
              </a:defRPr>
            </a:lvl1pPr>
          </a:lstStyle>
          <a:p>
            <a:pPr marL="31749" algn="r">
              <a:lnSpc>
                <a:spcPts val="1371"/>
              </a:lnSpc>
            </a:pPr>
            <a:fld id="{81D60167-4931-47E6-BA6A-407CBD079E47}" type="slidenum">
              <a:rPr lang="en-US" sz="1167" b="0" spc="-21" smtClean="0"/>
              <a:pPr marL="31749" algn="r">
                <a:lnSpc>
                  <a:spcPts val="1371"/>
                </a:lnSpc>
              </a:pPr>
              <a:t>‹#›</a:t>
            </a:fld>
            <a:endParaRPr lang="en-US" sz="1167" b="0" spc="-21" dirty="0"/>
          </a:p>
        </p:txBody>
      </p:sp>
    </p:spTree>
    <p:extLst>
      <p:ext uri="{BB962C8B-B14F-4D97-AF65-F5344CB8AC3E}">
        <p14:creationId xmlns:p14="http://schemas.microsoft.com/office/powerpoint/2010/main" val="3666962271"/>
      </p:ext>
    </p:extLst>
  </p:cSld>
  <p:clrMap bg1="lt1" tx1="dk1" bg2="lt2" tx2="dk2" accent1="accent1" accent2="accent2" accent3="accent3" accent4="accent4" accent5="accent5" accent6="accent6" hlink="hlink" folHlink="folHlink"/>
  <p:sldLayoutIdLst>
    <p:sldLayoutId id="2147484203" r:id="rId1"/>
    <p:sldLayoutId id="2147484204" r:id="rId2"/>
    <p:sldLayoutId id="2147484205" r:id="rId3"/>
  </p:sldLayoutIdLst>
  <p:txStyles>
    <p:titleStyle>
      <a:lvl1pPr>
        <a:defRPr sz="2667" b="1" i="0" cap="all" baseline="0">
          <a:solidFill>
            <a:schemeClr val="accent1"/>
          </a:solidFill>
          <a:latin typeface="Arial Black" panose="020B0A04020102020204" pitchFamily="34" charset="0"/>
          <a:ea typeface="+mj-ea"/>
          <a:cs typeface="+mj-cs"/>
        </a:defRPr>
      </a:lvl1pPr>
    </p:titleStyle>
    <p:bodyStyle>
      <a:lvl1pPr marL="0" indent="0">
        <a:buFont typeface="Arial" panose="020B0604020202020204" pitchFamily="34" charset="0"/>
        <a:buNone/>
        <a:defRPr sz="2333" b="1" i="0">
          <a:solidFill>
            <a:schemeClr val="accent4"/>
          </a:solidFill>
          <a:latin typeface="Arial" panose="020B0604020202020204" pitchFamily="34" charset="0"/>
          <a:ea typeface="+mn-ea"/>
          <a:cs typeface="Arial" panose="020B0604020202020204" pitchFamily="34" charset="0"/>
        </a:defRPr>
      </a:lvl1pPr>
      <a:lvl2pPr marL="0" indent="-228591">
        <a:buClr>
          <a:schemeClr val="accent1"/>
        </a:buClr>
        <a:buSzPct val="120000"/>
        <a:buFont typeface="Arial" panose="020B0604020202020204" pitchFamily="34" charset="0"/>
        <a:buChar char="•"/>
        <a:defRPr sz="2000" b="0" i="0">
          <a:latin typeface="Arial" panose="020B0604020202020204" pitchFamily="34" charset="0"/>
          <a:ea typeface="+mn-ea"/>
          <a:cs typeface="Arial" panose="020B0604020202020204" pitchFamily="34" charset="0"/>
        </a:defRPr>
      </a:lvl2pPr>
      <a:lvl3pPr marL="480041" indent="-228591">
        <a:buClr>
          <a:schemeClr val="accent1"/>
        </a:buClr>
        <a:buSzPct val="110000"/>
        <a:buFont typeface="Arial" panose="020B0604020202020204" pitchFamily="34" charset="0"/>
        <a:buChar char="•"/>
        <a:defRPr sz="2000" b="0" i="0">
          <a:latin typeface="Arial" panose="020B0604020202020204" pitchFamily="34" charset="0"/>
          <a:ea typeface="+mn-ea"/>
          <a:cs typeface="Arial" panose="020B0604020202020204" pitchFamily="34" charset="0"/>
        </a:defRPr>
      </a:lvl3pPr>
      <a:lvl4pPr marL="723871" indent="-228591">
        <a:buClr>
          <a:schemeClr val="accent1"/>
        </a:buClr>
        <a:buSzPct val="105000"/>
        <a:buFont typeface="Arial" panose="020B0604020202020204" pitchFamily="34" charset="0"/>
        <a:buChar char="•"/>
        <a:defRPr sz="1667" b="0" i="0">
          <a:latin typeface="Arial" panose="020B0604020202020204" pitchFamily="34" charset="0"/>
          <a:ea typeface="+mn-ea"/>
          <a:cs typeface="Arial" panose="020B0604020202020204" pitchFamily="34" charset="0"/>
        </a:defRPr>
      </a:lvl4pPr>
      <a:lvl5pPr marL="967701" indent="-238115">
        <a:buClr>
          <a:schemeClr val="accent1"/>
        </a:buClr>
        <a:buFont typeface="Arial" panose="020B0604020202020204" pitchFamily="34" charset="0"/>
        <a:buChar char="•"/>
        <a:defRPr sz="1667" b="0" i="0">
          <a:latin typeface="Arial" panose="020B0604020202020204" pitchFamily="34" charset="0"/>
          <a:ea typeface="+mn-ea"/>
          <a:cs typeface="Arial" panose="020B0604020202020204" pitchFamily="34" charset="0"/>
        </a:defRPr>
      </a:lvl5pPr>
      <a:lvl6pPr marL="1904924">
        <a:defRPr>
          <a:latin typeface="+mn-lt"/>
          <a:ea typeface="+mn-ea"/>
          <a:cs typeface="+mn-cs"/>
        </a:defRPr>
      </a:lvl6pPr>
      <a:lvl7pPr marL="2285909">
        <a:defRPr>
          <a:latin typeface="+mn-lt"/>
          <a:ea typeface="+mn-ea"/>
          <a:cs typeface="+mn-cs"/>
        </a:defRPr>
      </a:lvl7pPr>
      <a:lvl8pPr marL="2666893">
        <a:defRPr>
          <a:latin typeface="+mn-lt"/>
          <a:ea typeface="+mn-ea"/>
          <a:cs typeface="+mn-cs"/>
        </a:defRPr>
      </a:lvl8pPr>
      <a:lvl9pPr marL="3047878">
        <a:defRPr>
          <a:latin typeface="+mn-lt"/>
          <a:ea typeface="+mn-ea"/>
          <a:cs typeface="+mn-cs"/>
        </a:defRPr>
      </a:lvl9pPr>
    </p:bodyStyle>
    <p:otherStyle>
      <a:lvl1pPr marL="0">
        <a:defRPr>
          <a:latin typeface="+mn-lt"/>
          <a:ea typeface="+mn-ea"/>
          <a:cs typeface="+mn-cs"/>
        </a:defRPr>
      </a:lvl1pPr>
      <a:lvl2pPr marL="380985">
        <a:defRPr>
          <a:latin typeface="+mn-lt"/>
          <a:ea typeface="+mn-ea"/>
          <a:cs typeface="+mn-cs"/>
        </a:defRPr>
      </a:lvl2pPr>
      <a:lvl3pPr marL="761970">
        <a:defRPr>
          <a:latin typeface="+mn-lt"/>
          <a:ea typeface="+mn-ea"/>
          <a:cs typeface="+mn-cs"/>
        </a:defRPr>
      </a:lvl3pPr>
      <a:lvl4pPr marL="1142954">
        <a:defRPr>
          <a:latin typeface="+mn-lt"/>
          <a:ea typeface="+mn-ea"/>
          <a:cs typeface="+mn-cs"/>
        </a:defRPr>
      </a:lvl4pPr>
      <a:lvl5pPr marL="1523939">
        <a:defRPr>
          <a:latin typeface="+mn-lt"/>
          <a:ea typeface="+mn-ea"/>
          <a:cs typeface="+mn-cs"/>
        </a:defRPr>
      </a:lvl5pPr>
      <a:lvl6pPr marL="1904924">
        <a:defRPr>
          <a:latin typeface="+mn-lt"/>
          <a:ea typeface="+mn-ea"/>
          <a:cs typeface="+mn-cs"/>
        </a:defRPr>
      </a:lvl6pPr>
      <a:lvl7pPr marL="2285909">
        <a:defRPr>
          <a:latin typeface="+mn-lt"/>
          <a:ea typeface="+mn-ea"/>
          <a:cs typeface="+mn-cs"/>
        </a:defRPr>
      </a:lvl7pPr>
      <a:lvl8pPr marL="2666893">
        <a:defRPr>
          <a:latin typeface="+mn-lt"/>
          <a:ea typeface="+mn-ea"/>
          <a:cs typeface="+mn-cs"/>
        </a:defRPr>
      </a:lvl8pPr>
      <a:lvl9pPr marL="3047878">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xml"/><Relationship Id="rId1" Type="http://schemas.openxmlformats.org/officeDocument/2006/relationships/slideLayout" Target="../slideLayouts/slideLayout106.xml"/><Relationship Id="rId5" Type="http://schemas.openxmlformats.org/officeDocument/2006/relationships/image" Target="../media/image16.png"/><Relationship Id="rId4" Type="http://schemas.openxmlformats.org/officeDocument/2006/relationships/image" Target="../media/image15.png"/></Relationships>
</file>

<file path=ppt/slides/_rels/slide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xml"/><Relationship Id="rId1" Type="http://schemas.openxmlformats.org/officeDocument/2006/relationships/slideLayout" Target="../slideLayouts/slideLayout106.xml"/><Relationship Id="rId4" Type="http://schemas.openxmlformats.org/officeDocument/2006/relationships/image" Target="../media/image15.png"/></Relationships>
</file>

<file path=ppt/slides/_rels/slide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xml"/><Relationship Id="rId1" Type="http://schemas.openxmlformats.org/officeDocument/2006/relationships/slideLayout" Target="../slideLayouts/slideLayout10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0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06.xml"/></Relationships>
</file>

<file path=ppt/slides/_rels/slide6.xml.rels><?xml version="1.0" encoding="UTF-8" standalone="yes"?>
<Relationships xmlns="http://schemas.openxmlformats.org/package/2006/relationships"><Relationship Id="rId3" Type="http://schemas.openxmlformats.org/officeDocument/2006/relationships/hyperlink" Target="http://www.sam.gov/" TargetMode="External"/><Relationship Id="rId2" Type="http://schemas.openxmlformats.org/officeDocument/2006/relationships/notesSlide" Target="../notesSlides/notesSlide6.xml"/><Relationship Id="rId1" Type="http://schemas.openxmlformats.org/officeDocument/2006/relationships/slideLayout" Target="../slideLayouts/slideLayout106.xml"/><Relationship Id="rId4" Type="http://schemas.openxmlformats.org/officeDocument/2006/relationships/image" Target="../media/image18.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0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0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0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06.xml"/></Relationships>
</file>

<file path=ppt/slides/_rels/slide1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1.xml"/><Relationship Id="rId1" Type="http://schemas.openxmlformats.org/officeDocument/2006/relationships/slideLayout" Target="../slideLayouts/slideLayout106.xml"/><Relationship Id="rId4" Type="http://schemas.openxmlformats.org/officeDocument/2006/relationships/image" Target="../media/image20.png"/></Relationships>
</file>

<file path=ppt/slides/_rels/slide12.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139.xml"/></Relationships>
</file>

<file path=ppt/slides/_rels/slide1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4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4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4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4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4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4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41.xml"/></Relationships>
</file>

<file path=ppt/slides/_rels/slide20.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4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92DCD1B8-0FB9-6DE1-D901-F8B0186B1E44}"/>
              </a:ext>
            </a:extLst>
          </p:cNvPr>
          <p:cNvSpPr>
            <a:spLocks noGrp="1"/>
          </p:cNvSpPr>
          <p:nvPr>
            <p:ph type="title"/>
          </p:nvPr>
        </p:nvSpPr>
        <p:spPr/>
        <p:txBody>
          <a:bodyPr/>
          <a:lstStyle/>
          <a:p>
            <a:r>
              <a:rPr lang="en-US" sz="2800" dirty="0"/>
              <a:t>Los Angeles district (SPL)</a:t>
            </a:r>
            <a:br>
              <a:rPr lang="en-US" sz="2800" dirty="0"/>
            </a:br>
            <a:r>
              <a:rPr lang="en-US" sz="2800" dirty="0" err="1"/>
              <a:t>usace</a:t>
            </a:r>
            <a:endParaRPr lang="en-US" sz="2800" dirty="0"/>
          </a:p>
        </p:txBody>
      </p:sp>
      <p:sp>
        <p:nvSpPr>
          <p:cNvPr id="9" name="Content Placeholder 8">
            <a:extLst>
              <a:ext uri="{FF2B5EF4-FFF2-40B4-BE49-F238E27FC236}">
                <a16:creationId xmlns:a16="http://schemas.microsoft.com/office/drawing/2014/main" id="{910D6B67-EB23-B871-0CBE-F377AEE7C411}"/>
              </a:ext>
            </a:extLst>
          </p:cNvPr>
          <p:cNvSpPr>
            <a:spLocks noGrp="1"/>
          </p:cNvSpPr>
          <p:nvPr>
            <p:ph sz="quarter" idx="17"/>
          </p:nvPr>
        </p:nvSpPr>
        <p:spPr/>
        <p:txBody>
          <a:bodyPr/>
          <a:lstStyle/>
          <a:p>
            <a:endParaRPr lang="en-US" sz="1400" dirty="0"/>
          </a:p>
          <a:p>
            <a:r>
              <a:rPr lang="en-US" sz="1800" dirty="0"/>
              <a:t>Task Force Phoenix</a:t>
            </a:r>
          </a:p>
          <a:p>
            <a:r>
              <a:rPr lang="en-US" sz="1800" dirty="0"/>
              <a:t>Southern California Wildfires Recovery Efforts</a:t>
            </a:r>
          </a:p>
          <a:p>
            <a:endParaRPr lang="en-US" sz="1800" dirty="0"/>
          </a:p>
          <a:p>
            <a:r>
              <a:rPr lang="en-US" sz="1200" dirty="0"/>
              <a:t>March 6</a:t>
            </a:r>
            <a:r>
              <a:rPr lang="en-US" sz="1200" baseline="30000" dirty="0"/>
              <a:t>th</a:t>
            </a:r>
            <a:r>
              <a:rPr lang="en-US" sz="1200" dirty="0"/>
              <a:t>, 2025</a:t>
            </a:r>
          </a:p>
          <a:p>
            <a:endParaRPr lang="en-US" sz="1200" dirty="0"/>
          </a:p>
          <a:p>
            <a:r>
              <a:rPr lang="en-US" sz="1400" b="1" dirty="0"/>
              <a:t>This slide deck will be posted in SAM upon conclusion of BOOH</a:t>
            </a:r>
          </a:p>
          <a:p>
            <a:endParaRPr lang="en-US" sz="1400" dirty="0"/>
          </a:p>
          <a:p>
            <a:endParaRPr lang="en-US" sz="1800" dirty="0"/>
          </a:p>
          <a:p>
            <a:endParaRPr lang="en-US" sz="1800" dirty="0"/>
          </a:p>
        </p:txBody>
      </p:sp>
      <p:pic>
        <p:nvPicPr>
          <p:cNvPr id="4" name="Picture 3">
            <a:extLst>
              <a:ext uri="{FF2B5EF4-FFF2-40B4-BE49-F238E27FC236}">
                <a16:creationId xmlns:a16="http://schemas.microsoft.com/office/drawing/2014/main" id="{5CF317AA-F7A7-5F97-95EC-7A6EFE6816C6}"/>
              </a:ext>
            </a:extLst>
          </p:cNvPr>
          <p:cNvPicPr>
            <a:picLocks noChangeAspect="1"/>
          </p:cNvPicPr>
          <p:nvPr/>
        </p:nvPicPr>
        <p:blipFill>
          <a:blip r:embed="rId3"/>
          <a:stretch>
            <a:fillRect/>
          </a:stretch>
        </p:blipFill>
        <p:spPr>
          <a:xfrm>
            <a:off x="9096915" y="187925"/>
            <a:ext cx="1395731" cy="1475175"/>
          </a:xfrm>
          <a:prstGeom prst="rect">
            <a:avLst/>
          </a:prstGeom>
        </p:spPr>
      </p:pic>
      <p:pic>
        <p:nvPicPr>
          <p:cNvPr id="7" name="Picture 6">
            <a:extLst>
              <a:ext uri="{FF2B5EF4-FFF2-40B4-BE49-F238E27FC236}">
                <a16:creationId xmlns:a16="http://schemas.microsoft.com/office/drawing/2014/main" id="{191F4370-94B3-4E8E-C83D-1FAE7CC84326}"/>
              </a:ext>
            </a:extLst>
          </p:cNvPr>
          <p:cNvPicPr>
            <a:picLocks noChangeAspect="1"/>
          </p:cNvPicPr>
          <p:nvPr/>
        </p:nvPicPr>
        <p:blipFill>
          <a:blip r:embed="rId4"/>
          <a:stretch>
            <a:fillRect/>
          </a:stretch>
        </p:blipFill>
        <p:spPr>
          <a:xfrm>
            <a:off x="10580077" y="133471"/>
            <a:ext cx="1426464" cy="1584081"/>
          </a:xfrm>
          <a:prstGeom prst="rect">
            <a:avLst/>
          </a:prstGeom>
        </p:spPr>
      </p:pic>
      <p:pic>
        <p:nvPicPr>
          <p:cNvPr id="16" name="Picture 15">
            <a:extLst>
              <a:ext uri="{FF2B5EF4-FFF2-40B4-BE49-F238E27FC236}">
                <a16:creationId xmlns:a16="http://schemas.microsoft.com/office/drawing/2014/main" id="{7233662C-434C-CBBF-2628-4B083D547D90}"/>
              </a:ext>
            </a:extLst>
          </p:cNvPr>
          <p:cNvPicPr>
            <a:picLocks noChangeAspect="1"/>
          </p:cNvPicPr>
          <p:nvPr/>
        </p:nvPicPr>
        <p:blipFill>
          <a:blip r:embed="rId5"/>
          <a:stretch>
            <a:fillRect/>
          </a:stretch>
        </p:blipFill>
        <p:spPr>
          <a:xfrm>
            <a:off x="8597361" y="2082526"/>
            <a:ext cx="3327939" cy="3474369"/>
          </a:xfrm>
          <a:prstGeom prst="rect">
            <a:avLst/>
          </a:prstGeom>
        </p:spPr>
      </p:pic>
    </p:spTree>
    <p:extLst>
      <p:ext uri="{BB962C8B-B14F-4D97-AF65-F5344CB8AC3E}">
        <p14:creationId xmlns:p14="http://schemas.microsoft.com/office/powerpoint/2010/main" val="264369083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ontent Placeholder 8">
            <a:extLst>
              <a:ext uri="{FF2B5EF4-FFF2-40B4-BE49-F238E27FC236}">
                <a16:creationId xmlns:a16="http://schemas.microsoft.com/office/drawing/2014/main" id="{910D6B67-EB23-B871-0CBE-F377AEE7C411}"/>
              </a:ext>
            </a:extLst>
          </p:cNvPr>
          <p:cNvSpPr>
            <a:spLocks noGrp="1"/>
          </p:cNvSpPr>
          <p:nvPr>
            <p:ph sz="quarter" idx="17"/>
          </p:nvPr>
        </p:nvSpPr>
        <p:spPr>
          <a:xfrm>
            <a:off x="251334" y="215416"/>
            <a:ext cx="10161156" cy="5143164"/>
          </a:xfrm>
        </p:spPr>
        <p:txBody>
          <a:bodyPr/>
          <a:lstStyle/>
          <a:p>
            <a:endParaRPr lang="en-US" sz="1800" b="1" dirty="0">
              <a:solidFill>
                <a:schemeClr val="accent3"/>
              </a:solidFill>
            </a:endParaRPr>
          </a:p>
          <a:p>
            <a:pPr algn="ctr"/>
            <a:r>
              <a:rPr lang="en-US" sz="2400" b="1" dirty="0">
                <a:solidFill>
                  <a:schemeClr val="accent3"/>
                </a:solidFill>
              </a:rPr>
              <a:t>BOOH Agenda</a:t>
            </a:r>
          </a:p>
          <a:p>
            <a:endParaRPr lang="en-US" sz="1800" b="1" dirty="0">
              <a:solidFill>
                <a:schemeClr val="accent3"/>
              </a:solidFill>
            </a:endParaRPr>
          </a:p>
          <a:p>
            <a:pPr marL="342900" indent="-342900">
              <a:buAutoNum type="arabicParenR"/>
            </a:pPr>
            <a:r>
              <a:rPr lang="en-US" sz="1800" b="1" dirty="0">
                <a:solidFill>
                  <a:schemeClr val="accent3"/>
                </a:solidFill>
              </a:rPr>
              <a:t>Welcoming Remarks by COL Baker @ 8:30AM</a:t>
            </a:r>
          </a:p>
          <a:p>
            <a:pPr marL="342900" indent="-342900">
              <a:buAutoNum type="arabicParenR"/>
            </a:pPr>
            <a:endParaRPr lang="en-US" sz="1800" b="1" dirty="0">
              <a:solidFill>
                <a:schemeClr val="accent3"/>
              </a:solidFill>
            </a:endParaRPr>
          </a:p>
          <a:p>
            <a:pPr marL="342900" indent="-342900">
              <a:buAutoNum type="arabicParenR"/>
            </a:pPr>
            <a:r>
              <a:rPr lang="en-US" sz="1800" b="1" dirty="0">
                <a:solidFill>
                  <a:schemeClr val="accent3"/>
                </a:solidFill>
              </a:rPr>
              <a:t>SPL Overview: Sean Sackett @8:45AM</a:t>
            </a:r>
          </a:p>
          <a:p>
            <a:pPr marL="342900" indent="-342900">
              <a:buAutoNum type="arabicParenR"/>
            </a:pPr>
            <a:endParaRPr lang="en-US" sz="1800" b="1" dirty="0">
              <a:solidFill>
                <a:schemeClr val="accent3"/>
              </a:solidFill>
            </a:endParaRPr>
          </a:p>
          <a:p>
            <a:pPr marL="342900" indent="-342900">
              <a:buAutoNum type="arabicParenR"/>
            </a:pPr>
            <a:r>
              <a:rPr lang="en-US" sz="1800" b="1" dirty="0">
                <a:solidFill>
                  <a:schemeClr val="accent3"/>
                </a:solidFill>
              </a:rPr>
              <a:t>Discussion of Los Angeles Fire Recovery @ 9:15AM </a:t>
            </a:r>
          </a:p>
          <a:p>
            <a:r>
              <a:rPr lang="en-US" sz="1800" b="1" dirty="0">
                <a:solidFill>
                  <a:schemeClr val="accent3"/>
                </a:solidFill>
              </a:rPr>
              <a:t>	-Debris Cleanup Progress</a:t>
            </a:r>
          </a:p>
          <a:p>
            <a:r>
              <a:rPr lang="en-US" sz="1800" b="1" dirty="0">
                <a:solidFill>
                  <a:schemeClr val="accent3"/>
                </a:solidFill>
              </a:rPr>
              <a:t>	-FEMA/USACE Partnership</a:t>
            </a:r>
          </a:p>
          <a:p>
            <a:r>
              <a:rPr lang="en-US" sz="1800" b="1" dirty="0">
                <a:solidFill>
                  <a:schemeClr val="accent3"/>
                </a:solidFill>
              </a:rPr>
              <a:t>	-Potential Business Opportunities</a:t>
            </a:r>
          </a:p>
          <a:p>
            <a:r>
              <a:rPr lang="en-US" sz="1800" b="1" dirty="0">
                <a:solidFill>
                  <a:schemeClr val="accent3"/>
                </a:solidFill>
              </a:rPr>
              <a:t>	-ECC</a:t>
            </a:r>
          </a:p>
          <a:p>
            <a:r>
              <a:rPr lang="en-US" sz="1800" b="1" dirty="0">
                <a:solidFill>
                  <a:schemeClr val="accent3"/>
                </a:solidFill>
              </a:rPr>
              <a:t>	-Q&amp;A</a:t>
            </a:r>
          </a:p>
          <a:p>
            <a:r>
              <a:rPr lang="en-US" sz="1800" b="1" dirty="0">
                <a:solidFill>
                  <a:schemeClr val="accent3"/>
                </a:solidFill>
              </a:rPr>
              <a:t>By: (T’Destynee Hives-McCray)(Christine Davis)(Prashant Khanna)(Roger Minami)</a:t>
            </a:r>
          </a:p>
          <a:p>
            <a:endParaRPr lang="en-US" sz="1800" b="1" dirty="0">
              <a:solidFill>
                <a:schemeClr val="accent3"/>
              </a:solidFill>
            </a:endParaRPr>
          </a:p>
          <a:p>
            <a:pPr marL="342900" indent="-342900">
              <a:buAutoNum type="arabicParenR" startAt="3"/>
            </a:pPr>
            <a:r>
              <a:rPr lang="en-US" sz="1800" b="1" dirty="0">
                <a:solidFill>
                  <a:schemeClr val="accent3"/>
                </a:solidFill>
              </a:rPr>
              <a:t>Networking @ 10:15AM (Networking Closes at 12:30PM)</a:t>
            </a:r>
          </a:p>
          <a:p>
            <a:pPr marL="342900" indent="-342900">
              <a:buAutoNum type="arabicParenR" startAt="3"/>
            </a:pPr>
            <a:endParaRPr lang="en-US" sz="1800" b="1" dirty="0">
              <a:solidFill>
                <a:schemeClr val="accent3"/>
              </a:solidFill>
            </a:endParaRPr>
          </a:p>
          <a:p>
            <a:r>
              <a:rPr lang="en-US" sz="1800" b="1" dirty="0">
                <a:solidFill>
                  <a:schemeClr val="accent3"/>
                </a:solidFill>
              </a:rPr>
              <a:t>This slide deck will be posted in the System for Award Management (SAM) upon conclusion</a:t>
            </a:r>
          </a:p>
          <a:p>
            <a:endParaRPr lang="en-US" sz="1400" dirty="0"/>
          </a:p>
          <a:p>
            <a:r>
              <a:rPr lang="en-US" sz="1400" dirty="0"/>
              <a:t>	</a:t>
            </a:r>
          </a:p>
          <a:p>
            <a:pPr marL="342900" indent="-342900">
              <a:buAutoNum type="arabicParenR"/>
            </a:pPr>
            <a:endParaRPr lang="en-US" sz="1400" dirty="0"/>
          </a:p>
          <a:p>
            <a:endParaRPr lang="en-US" sz="1800" dirty="0"/>
          </a:p>
        </p:txBody>
      </p:sp>
      <p:pic>
        <p:nvPicPr>
          <p:cNvPr id="4" name="Picture 3">
            <a:extLst>
              <a:ext uri="{FF2B5EF4-FFF2-40B4-BE49-F238E27FC236}">
                <a16:creationId xmlns:a16="http://schemas.microsoft.com/office/drawing/2014/main" id="{5CF317AA-F7A7-5F97-95EC-7A6EFE6816C6}"/>
              </a:ext>
            </a:extLst>
          </p:cNvPr>
          <p:cNvPicPr>
            <a:picLocks noChangeAspect="1"/>
          </p:cNvPicPr>
          <p:nvPr/>
        </p:nvPicPr>
        <p:blipFill>
          <a:blip r:embed="rId3"/>
          <a:stretch>
            <a:fillRect/>
          </a:stretch>
        </p:blipFill>
        <p:spPr>
          <a:xfrm>
            <a:off x="10529569" y="0"/>
            <a:ext cx="1395731" cy="1475175"/>
          </a:xfrm>
          <a:prstGeom prst="rect">
            <a:avLst/>
          </a:prstGeom>
        </p:spPr>
      </p:pic>
      <p:pic>
        <p:nvPicPr>
          <p:cNvPr id="7" name="Picture 6">
            <a:extLst>
              <a:ext uri="{FF2B5EF4-FFF2-40B4-BE49-F238E27FC236}">
                <a16:creationId xmlns:a16="http://schemas.microsoft.com/office/drawing/2014/main" id="{191F4370-94B3-4E8E-C83D-1FAE7CC84326}"/>
              </a:ext>
            </a:extLst>
          </p:cNvPr>
          <p:cNvPicPr>
            <a:picLocks noChangeAspect="1"/>
          </p:cNvPicPr>
          <p:nvPr/>
        </p:nvPicPr>
        <p:blipFill>
          <a:blip r:embed="rId4"/>
          <a:stretch>
            <a:fillRect/>
          </a:stretch>
        </p:blipFill>
        <p:spPr>
          <a:xfrm>
            <a:off x="10514202" y="1355463"/>
            <a:ext cx="1426464" cy="1584081"/>
          </a:xfrm>
          <a:prstGeom prst="rect">
            <a:avLst/>
          </a:prstGeom>
        </p:spPr>
      </p:pic>
    </p:spTree>
    <p:extLst>
      <p:ext uri="{BB962C8B-B14F-4D97-AF65-F5344CB8AC3E}">
        <p14:creationId xmlns:p14="http://schemas.microsoft.com/office/powerpoint/2010/main" val="20861775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ontent Placeholder 8">
            <a:extLst>
              <a:ext uri="{FF2B5EF4-FFF2-40B4-BE49-F238E27FC236}">
                <a16:creationId xmlns:a16="http://schemas.microsoft.com/office/drawing/2014/main" id="{910D6B67-EB23-B871-0CBE-F377AEE7C411}"/>
              </a:ext>
            </a:extLst>
          </p:cNvPr>
          <p:cNvSpPr>
            <a:spLocks noGrp="1"/>
          </p:cNvSpPr>
          <p:nvPr>
            <p:ph sz="quarter" idx="17"/>
          </p:nvPr>
        </p:nvSpPr>
        <p:spPr>
          <a:xfrm>
            <a:off x="266699" y="925513"/>
            <a:ext cx="11454246" cy="4441825"/>
          </a:xfrm>
        </p:spPr>
        <p:txBody>
          <a:bodyPr/>
          <a:lstStyle/>
          <a:p>
            <a:endParaRPr lang="en-US" sz="1800" dirty="0"/>
          </a:p>
          <a:p>
            <a:endParaRPr lang="en-US" sz="1400" dirty="0"/>
          </a:p>
          <a:p>
            <a:r>
              <a:rPr lang="en-US" sz="1400" dirty="0"/>
              <a:t>	</a:t>
            </a:r>
          </a:p>
          <a:p>
            <a:endParaRPr lang="en-US" sz="1400" dirty="0"/>
          </a:p>
          <a:p>
            <a:endParaRPr lang="en-US" sz="1800" dirty="0"/>
          </a:p>
        </p:txBody>
      </p:sp>
      <p:pic>
        <p:nvPicPr>
          <p:cNvPr id="3" name="Picture 2">
            <a:extLst>
              <a:ext uri="{FF2B5EF4-FFF2-40B4-BE49-F238E27FC236}">
                <a16:creationId xmlns:a16="http://schemas.microsoft.com/office/drawing/2014/main" id="{04CC2860-2DC4-5B69-4258-2C6EC11B6CC8}"/>
              </a:ext>
            </a:extLst>
          </p:cNvPr>
          <p:cNvPicPr>
            <a:picLocks noChangeAspect="1"/>
          </p:cNvPicPr>
          <p:nvPr/>
        </p:nvPicPr>
        <p:blipFill>
          <a:blip r:embed="rId3"/>
          <a:stretch>
            <a:fillRect/>
          </a:stretch>
        </p:blipFill>
        <p:spPr>
          <a:xfrm>
            <a:off x="1630403" y="1040192"/>
            <a:ext cx="8726837" cy="4212466"/>
          </a:xfrm>
          <a:prstGeom prst="rect">
            <a:avLst/>
          </a:prstGeom>
        </p:spPr>
      </p:pic>
      <p:sp>
        <p:nvSpPr>
          <p:cNvPr id="4" name="Rectangle 3">
            <a:extLst>
              <a:ext uri="{FF2B5EF4-FFF2-40B4-BE49-F238E27FC236}">
                <a16:creationId xmlns:a16="http://schemas.microsoft.com/office/drawing/2014/main" id="{B236F853-D6F6-E369-E79F-310C205C555D}"/>
              </a:ext>
            </a:extLst>
          </p:cNvPr>
          <p:cNvSpPr/>
          <p:nvPr/>
        </p:nvSpPr>
        <p:spPr>
          <a:xfrm>
            <a:off x="266699" y="147782"/>
            <a:ext cx="11060061" cy="518247"/>
          </a:xfrm>
          <a:prstGeom prst="rect">
            <a:avLst/>
          </a:prstGeom>
          <a:noFill/>
          <a:ln>
            <a:noFill/>
          </a:ln>
        </p:spPr>
        <p:style>
          <a:lnRef idx="0">
            <a:scrgbClr r="0" g="0" b="0"/>
          </a:lnRef>
          <a:fillRef idx="0">
            <a:scrgbClr r="0" g="0" b="0"/>
          </a:fillRef>
          <a:effectRef idx="0">
            <a:scrgbClr r="0" g="0" b="0"/>
          </a:effectRef>
          <a:fontRef idx="minor">
            <a:schemeClr val="lt1"/>
          </a:fontRef>
        </p:style>
        <p:txBody>
          <a:bodyPr rtlCol="0" anchor="ctr"/>
          <a:lstStyle/>
          <a:p>
            <a:pPr algn="ctr" fontAlgn="base">
              <a:spcAft>
                <a:spcPct val="0"/>
              </a:spcAft>
              <a:buFont typeface="Arial" pitchFamily="34" charset="0"/>
            </a:pPr>
            <a:r>
              <a:rPr lang="en-US" sz="2400" b="1" dirty="0">
                <a:solidFill>
                  <a:schemeClr val="accent3"/>
                </a:solidFill>
                <a:latin typeface="Arial" pitchFamily="34" charset="0"/>
                <a:ea typeface="ＭＳ Ｐゴシック" charset="0"/>
                <a:cs typeface="Arial" pitchFamily="34" charset="0"/>
              </a:rPr>
              <a:t>Debris Cleanup Progress: T’Destynee Hives-McCray and Christine Davis</a:t>
            </a:r>
          </a:p>
        </p:txBody>
      </p:sp>
    </p:spTree>
    <p:extLst>
      <p:ext uri="{BB962C8B-B14F-4D97-AF65-F5344CB8AC3E}">
        <p14:creationId xmlns:p14="http://schemas.microsoft.com/office/powerpoint/2010/main" val="9782113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ontent Placeholder 8">
            <a:extLst>
              <a:ext uri="{FF2B5EF4-FFF2-40B4-BE49-F238E27FC236}">
                <a16:creationId xmlns:a16="http://schemas.microsoft.com/office/drawing/2014/main" id="{910D6B67-EB23-B871-0CBE-F377AEE7C411}"/>
              </a:ext>
            </a:extLst>
          </p:cNvPr>
          <p:cNvSpPr>
            <a:spLocks noGrp="1"/>
          </p:cNvSpPr>
          <p:nvPr>
            <p:ph sz="quarter" idx="17"/>
          </p:nvPr>
        </p:nvSpPr>
        <p:spPr>
          <a:xfrm>
            <a:off x="266699" y="471055"/>
            <a:ext cx="11454246" cy="4896283"/>
          </a:xfrm>
        </p:spPr>
        <p:txBody>
          <a:bodyPr/>
          <a:lstStyle/>
          <a:p>
            <a:endParaRPr lang="en-US" sz="1800" dirty="0"/>
          </a:p>
          <a:p>
            <a:endParaRPr lang="en-US" sz="1400" dirty="0"/>
          </a:p>
          <a:p>
            <a:pPr marL="0" marR="0">
              <a:spcBef>
                <a:spcPts val="0"/>
              </a:spcBef>
              <a:spcAft>
                <a:spcPts val="0"/>
              </a:spcAft>
            </a:pPr>
            <a:endParaRPr lang="en-US" sz="1200" dirty="0">
              <a:effectLst/>
              <a:latin typeface="Aptos" panose="020B0004020202020204" pitchFamily="34" charset="0"/>
              <a:ea typeface="Aptos" panose="020B0004020202020204" pitchFamily="34" charset="0"/>
              <a:cs typeface="Aptos" panose="020B0004020202020204" pitchFamily="34" charset="0"/>
            </a:endParaRPr>
          </a:p>
          <a:p>
            <a:endParaRPr lang="en-US" sz="1400" dirty="0"/>
          </a:p>
          <a:p>
            <a:endParaRPr lang="en-US" sz="1400" dirty="0"/>
          </a:p>
          <a:p>
            <a:endParaRPr lang="en-US" sz="1800" dirty="0"/>
          </a:p>
        </p:txBody>
      </p:sp>
      <p:sp>
        <p:nvSpPr>
          <p:cNvPr id="2" name="Title 12">
            <a:extLst>
              <a:ext uri="{FF2B5EF4-FFF2-40B4-BE49-F238E27FC236}">
                <a16:creationId xmlns:a16="http://schemas.microsoft.com/office/drawing/2014/main" id="{A3749D17-7896-C3E2-EB15-2032FBD4690D}"/>
              </a:ext>
            </a:extLst>
          </p:cNvPr>
          <p:cNvSpPr>
            <a:spLocks noGrp="1"/>
          </p:cNvSpPr>
          <p:nvPr>
            <p:ph type="title"/>
          </p:nvPr>
        </p:nvSpPr>
        <p:spPr>
          <a:xfrm>
            <a:off x="990449" y="471055"/>
            <a:ext cx="10413741" cy="833437"/>
          </a:xfrm>
          <a:ln>
            <a:noFill/>
          </a:ln>
        </p:spPr>
        <p:txBody>
          <a:bodyPr/>
          <a:lstStyle/>
          <a:p>
            <a:r>
              <a:rPr lang="en-US" dirty="0"/>
              <a:t>USACE Involvement in disaster response</a:t>
            </a:r>
          </a:p>
        </p:txBody>
      </p:sp>
      <p:sp>
        <p:nvSpPr>
          <p:cNvPr id="3" name="Content Placeholder 13">
            <a:extLst>
              <a:ext uri="{FF2B5EF4-FFF2-40B4-BE49-F238E27FC236}">
                <a16:creationId xmlns:a16="http://schemas.microsoft.com/office/drawing/2014/main" id="{566E3619-E4D2-98B9-6415-B3B6B3789DB2}"/>
              </a:ext>
            </a:extLst>
          </p:cNvPr>
          <p:cNvSpPr txBox="1">
            <a:spLocks/>
          </p:cNvSpPr>
          <p:nvPr/>
        </p:nvSpPr>
        <p:spPr>
          <a:xfrm>
            <a:off x="266700" y="854392"/>
            <a:ext cx="11658600" cy="5600700"/>
          </a:xfrm>
          <a:prstGeom prst="rect">
            <a:avLst/>
          </a:prstGeom>
        </p:spPr>
        <p:txBody>
          <a:bodyPr numCol="1"/>
          <a:lstStyle>
            <a:lvl1pPr marL="0" indent="0" algn="l" rtl="0" eaLnBrk="1" fontAlgn="base" hangingPunct="1">
              <a:spcBef>
                <a:spcPts val="0"/>
              </a:spcBef>
              <a:spcAft>
                <a:spcPct val="0"/>
              </a:spcAft>
              <a:buFont typeface="Arial" pitchFamily="34" charset="0"/>
              <a:defRPr sz="2100" kern="1200">
                <a:solidFill>
                  <a:schemeClr val="tx1">
                    <a:lumMod val="90000"/>
                    <a:lumOff val="10000"/>
                  </a:schemeClr>
                </a:solidFill>
                <a:latin typeface="Arial" pitchFamily="34" charset="0"/>
                <a:ea typeface="ＭＳ Ｐゴシック" charset="0"/>
                <a:cs typeface="Arial" pitchFamily="34" charset="0"/>
              </a:defRPr>
            </a:lvl1pPr>
            <a:lvl2pPr marL="227013" indent="-227013" algn="l" rtl="0" eaLnBrk="1" fontAlgn="base" hangingPunct="1">
              <a:spcBef>
                <a:spcPts val="0"/>
              </a:spcBef>
              <a:spcAft>
                <a:spcPct val="0"/>
              </a:spcAft>
              <a:buFont typeface="Arial" pitchFamily="34" charset="0"/>
              <a:buChar char="–"/>
              <a:defRPr sz="2100" kern="1200">
                <a:solidFill>
                  <a:schemeClr val="tx1">
                    <a:lumMod val="90000"/>
                    <a:lumOff val="10000"/>
                  </a:schemeClr>
                </a:solidFill>
                <a:latin typeface="Arial" pitchFamily="34" charset="0"/>
                <a:ea typeface="Arial" charset="0"/>
                <a:cs typeface="Arial" pitchFamily="34" charset="0"/>
              </a:defRPr>
            </a:lvl2pPr>
            <a:lvl3pPr marL="461963" indent="-234950" algn="l" rtl="0" eaLnBrk="1" fontAlgn="base" hangingPunct="1">
              <a:spcBef>
                <a:spcPts val="0"/>
              </a:spcBef>
              <a:spcAft>
                <a:spcPct val="0"/>
              </a:spcAft>
              <a:buFont typeface="Arial" pitchFamily="34" charset="0"/>
              <a:buChar char="•"/>
              <a:defRPr sz="1500" kern="1200">
                <a:solidFill>
                  <a:schemeClr val="tx1">
                    <a:lumMod val="90000"/>
                    <a:lumOff val="10000"/>
                  </a:schemeClr>
                </a:solidFill>
                <a:latin typeface="Arial" pitchFamily="34" charset="0"/>
                <a:ea typeface="Arial" charset="0"/>
                <a:cs typeface="Arial" pitchFamily="34" charset="0"/>
              </a:defRPr>
            </a:lvl3pPr>
            <a:lvl4pPr marL="687388" indent="-225425" algn="l" rtl="0" eaLnBrk="1" fontAlgn="base" hangingPunct="1">
              <a:spcBef>
                <a:spcPts val="0"/>
              </a:spcBef>
              <a:spcAft>
                <a:spcPct val="0"/>
              </a:spcAft>
              <a:buFont typeface="Arial" pitchFamily="34" charset="0"/>
              <a:buChar char="–"/>
              <a:defRPr sz="1500" kern="1200">
                <a:solidFill>
                  <a:schemeClr val="tx1">
                    <a:lumMod val="90000"/>
                    <a:lumOff val="10000"/>
                  </a:schemeClr>
                </a:solidFill>
                <a:latin typeface="Arial" pitchFamily="34" charset="0"/>
                <a:ea typeface="Arial" charset="0"/>
                <a:cs typeface="Arial" pitchFamily="34" charset="0"/>
              </a:defRPr>
            </a:lvl4pPr>
            <a:lvl5pPr marL="914400" indent="-227013" algn="l" rtl="0" eaLnBrk="1" fontAlgn="base" hangingPunct="1">
              <a:spcBef>
                <a:spcPts val="0"/>
              </a:spcBef>
              <a:spcAft>
                <a:spcPct val="0"/>
              </a:spcAft>
              <a:buFont typeface="Arial" pitchFamily="34" charset="0"/>
              <a:buChar char="»"/>
              <a:defRPr sz="1500" kern="1200">
                <a:solidFill>
                  <a:schemeClr val="tx1">
                    <a:lumMod val="90000"/>
                    <a:lumOff val="10000"/>
                  </a:schemeClr>
                </a:solidFill>
                <a:latin typeface="Arial" pitchFamily="34" charset="0"/>
                <a:ea typeface="Arial" charset="0"/>
                <a:cs typeface="Arial" pitchFamily="34" charset="0"/>
              </a:defRPr>
            </a:lvl5pPr>
            <a:lvl6pPr marL="1414463" indent="-128588" algn="l" defTabSz="514350" rtl="0" eaLnBrk="1" latinLnBrk="0" hangingPunct="1">
              <a:spcBef>
                <a:spcPct val="20000"/>
              </a:spcBef>
              <a:buFont typeface="Arial" pitchFamily="34" charset="0"/>
              <a:buChar char="•"/>
              <a:defRPr sz="1125" kern="1200">
                <a:solidFill>
                  <a:schemeClr val="tx1"/>
                </a:solidFill>
                <a:latin typeface="+mn-lt"/>
                <a:ea typeface="+mn-ea"/>
                <a:cs typeface="+mn-cs"/>
              </a:defRPr>
            </a:lvl6pPr>
            <a:lvl7pPr marL="1671638" indent="-128588" algn="l" defTabSz="514350" rtl="0" eaLnBrk="1" latinLnBrk="0" hangingPunct="1">
              <a:spcBef>
                <a:spcPct val="20000"/>
              </a:spcBef>
              <a:buFont typeface="Arial" pitchFamily="34" charset="0"/>
              <a:buChar char="•"/>
              <a:defRPr sz="1125" kern="1200">
                <a:solidFill>
                  <a:schemeClr val="tx1"/>
                </a:solidFill>
                <a:latin typeface="+mn-lt"/>
                <a:ea typeface="+mn-ea"/>
                <a:cs typeface="+mn-cs"/>
              </a:defRPr>
            </a:lvl7pPr>
            <a:lvl8pPr marL="1928813" indent="-128588" algn="l" defTabSz="514350" rtl="0" eaLnBrk="1" latinLnBrk="0" hangingPunct="1">
              <a:spcBef>
                <a:spcPct val="20000"/>
              </a:spcBef>
              <a:buFont typeface="Arial" pitchFamily="34" charset="0"/>
              <a:buChar char="•"/>
              <a:defRPr sz="1125" kern="1200">
                <a:solidFill>
                  <a:schemeClr val="tx1"/>
                </a:solidFill>
                <a:latin typeface="+mn-lt"/>
                <a:ea typeface="+mn-ea"/>
                <a:cs typeface="+mn-cs"/>
              </a:defRPr>
            </a:lvl8pPr>
            <a:lvl9pPr marL="2185988" indent="-128588" algn="l" defTabSz="514350" rtl="0" eaLnBrk="1" latinLnBrk="0" hangingPunct="1">
              <a:spcBef>
                <a:spcPct val="20000"/>
              </a:spcBef>
              <a:buFont typeface="Arial" pitchFamily="34" charset="0"/>
              <a:buChar char="•"/>
              <a:defRPr sz="1125" kern="1200">
                <a:solidFill>
                  <a:schemeClr val="tx1"/>
                </a:solidFill>
                <a:latin typeface="+mn-lt"/>
                <a:ea typeface="+mn-ea"/>
                <a:cs typeface="+mn-cs"/>
              </a:defRPr>
            </a:lvl9pPr>
          </a:lstStyle>
          <a:p>
            <a:endParaRPr lang="en-US" sz="3200" b="1" cap="all" dirty="0">
              <a:solidFill>
                <a:schemeClr val="accent3"/>
              </a:solidFill>
            </a:endParaRPr>
          </a:p>
          <a:p>
            <a:r>
              <a:rPr lang="en-US" sz="2400" b="1" dirty="0">
                <a:solidFill>
                  <a:schemeClr val="accent3"/>
                </a:solidFill>
              </a:rPr>
              <a:t>Under the National Response Framework, when asked, USACE assists FEMA to prevent, prepare for, respond to, and/or recover from incidents</a:t>
            </a:r>
            <a:r>
              <a:rPr lang="en-US" sz="2400" b="1" cap="all" dirty="0">
                <a:solidFill>
                  <a:schemeClr val="accent3"/>
                </a:solidFill>
              </a:rPr>
              <a:t>.</a:t>
            </a:r>
          </a:p>
          <a:p>
            <a:endParaRPr lang="en-US" sz="3200" b="1" cap="all" dirty="0">
              <a:solidFill>
                <a:schemeClr val="accent3"/>
              </a:solidFill>
            </a:endParaRPr>
          </a:p>
          <a:p>
            <a:pPr marL="342900" indent="-342900">
              <a:buFont typeface="Arial" pitchFamily="34" charset="0"/>
              <a:buChar char="•"/>
            </a:pPr>
            <a:r>
              <a:rPr lang="en-US" sz="2000" b="1" dirty="0">
                <a:solidFill>
                  <a:schemeClr val="accent3"/>
                </a:solidFill>
              </a:rPr>
              <a:t>Committed to executing Phase 2 of wildfire debris removal safely, efficiently, and in partnership with the community </a:t>
            </a:r>
          </a:p>
          <a:p>
            <a:r>
              <a:rPr lang="en-US" sz="2000" b="1" dirty="0">
                <a:solidFill>
                  <a:schemeClr val="accent3"/>
                </a:solidFill>
              </a:rPr>
              <a:t> </a:t>
            </a:r>
          </a:p>
          <a:p>
            <a:pPr marL="342900" indent="-342900">
              <a:buFont typeface="Arial" pitchFamily="34" charset="0"/>
              <a:buChar char="•"/>
            </a:pPr>
            <a:r>
              <a:rPr lang="en-US" sz="2000" b="1" dirty="0">
                <a:solidFill>
                  <a:schemeClr val="accent3"/>
                </a:solidFill>
              </a:rPr>
              <a:t>Assist communities across LA County lay the groundwork for rebuilding in a way that protects public health and the environment. </a:t>
            </a:r>
          </a:p>
          <a:p>
            <a:endParaRPr lang="en-US" sz="2000" b="1" dirty="0">
              <a:solidFill>
                <a:schemeClr val="accent3"/>
              </a:solidFill>
            </a:endParaRPr>
          </a:p>
          <a:p>
            <a:pPr marL="342900" indent="-342900">
              <a:buFont typeface="Arial" pitchFamily="34" charset="0"/>
              <a:buChar char="•"/>
            </a:pPr>
            <a:r>
              <a:rPr lang="en-US" sz="2000" b="1" dirty="0">
                <a:solidFill>
                  <a:schemeClr val="accent3"/>
                </a:solidFill>
              </a:rPr>
              <a:t>This is a “whole of government” effort. </a:t>
            </a:r>
          </a:p>
          <a:p>
            <a:r>
              <a:rPr lang="en-US" sz="2000" b="1" cap="all" dirty="0">
                <a:solidFill>
                  <a:schemeClr val="accent3"/>
                </a:solidFill>
              </a:rPr>
              <a:t> </a:t>
            </a:r>
          </a:p>
          <a:p>
            <a:pPr marL="342900" indent="-342900">
              <a:buFont typeface="Arial" pitchFamily="34" charset="0"/>
              <a:buChar char="•"/>
            </a:pPr>
            <a:r>
              <a:rPr lang="en-US" sz="2000" dirty="0">
                <a:solidFill>
                  <a:srgbClr val="000000"/>
                </a:solidFill>
                <a:latin typeface="Aptos" panose="020B0004020202020204" pitchFamily="34" charset="0"/>
              </a:rPr>
              <a:t>Our mission is complex and includes methodical debris removal operations. </a:t>
            </a:r>
          </a:p>
          <a:p>
            <a:endParaRPr lang="en-US" dirty="0"/>
          </a:p>
        </p:txBody>
      </p:sp>
    </p:spTree>
    <p:extLst>
      <p:ext uri="{BB962C8B-B14F-4D97-AF65-F5344CB8AC3E}">
        <p14:creationId xmlns:p14="http://schemas.microsoft.com/office/powerpoint/2010/main" val="11091772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ontent Placeholder 8">
            <a:extLst>
              <a:ext uri="{FF2B5EF4-FFF2-40B4-BE49-F238E27FC236}">
                <a16:creationId xmlns:a16="http://schemas.microsoft.com/office/drawing/2014/main" id="{910D6B67-EB23-B871-0CBE-F377AEE7C411}"/>
              </a:ext>
            </a:extLst>
          </p:cNvPr>
          <p:cNvSpPr>
            <a:spLocks noGrp="1"/>
          </p:cNvSpPr>
          <p:nvPr>
            <p:ph sz="quarter" idx="17"/>
          </p:nvPr>
        </p:nvSpPr>
        <p:spPr>
          <a:xfrm>
            <a:off x="368877" y="451391"/>
            <a:ext cx="11454246" cy="4896283"/>
          </a:xfrm>
        </p:spPr>
        <p:txBody>
          <a:bodyPr/>
          <a:lstStyle/>
          <a:p>
            <a:endParaRPr lang="en-US" sz="1800" dirty="0"/>
          </a:p>
          <a:p>
            <a:endParaRPr lang="en-US" sz="1400" dirty="0"/>
          </a:p>
          <a:p>
            <a:pPr marL="0" marR="0">
              <a:spcBef>
                <a:spcPts val="0"/>
              </a:spcBef>
              <a:spcAft>
                <a:spcPts val="0"/>
              </a:spcAft>
            </a:pPr>
            <a:endParaRPr lang="en-US" sz="1200" dirty="0">
              <a:effectLst/>
              <a:latin typeface="Aptos" panose="020B0004020202020204" pitchFamily="34" charset="0"/>
              <a:ea typeface="Aptos" panose="020B0004020202020204" pitchFamily="34" charset="0"/>
              <a:cs typeface="Aptos" panose="020B0004020202020204" pitchFamily="34" charset="0"/>
            </a:endParaRPr>
          </a:p>
          <a:p>
            <a:endParaRPr lang="en-US" sz="1400" dirty="0"/>
          </a:p>
          <a:p>
            <a:endParaRPr lang="en-US" sz="1400" dirty="0"/>
          </a:p>
          <a:p>
            <a:endParaRPr lang="en-US" sz="1800" dirty="0"/>
          </a:p>
        </p:txBody>
      </p:sp>
      <p:sp>
        <p:nvSpPr>
          <p:cNvPr id="2" name="Title 12">
            <a:extLst>
              <a:ext uri="{FF2B5EF4-FFF2-40B4-BE49-F238E27FC236}">
                <a16:creationId xmlns:a16="http://schemas.microsoft.com/office/drawing/2014/main" id="{5BB012F2-8590-179E-63A0-DA66BDFA4B79}"/>
              </a:ext>
            </a:extLst>
          </p:cNvPr>
          <p:cNvSpPr>
            <a:spLocks noGrp="1"/>
          </p:cNvSpPr>
          <p:nvPr>
            <p:ph type="title"/>
          </p:nvPr>
        </p:nvSpPr>
        <p:spPr>
          <a:xfrm>
            <a:off x="368877" y="451391"/>
            <a:ext cx="11454246" cy="833437"/>
          </a:xfrm>
          <a:ln>
            <a:noFill/>
          </a:ln>
        </p:spPr>
        <p:txBody>
          <a:bodyPr/>
          <a:lstStyle/>
          <a:p>
            <a:pPr algn="ctr"/>
            <a:r>
              <a:rPr lang="en-US" dirty="0"/>
              <a:t>Current contract information</a:t>
            </a:r>
          </a:p>
        </p:txBody>
      </p:sp>
      <p:sp>
        <p:nvSpPr>
          <p:cNvPr id="5" name="TextBox 4">
            <a:extLst>
              <a:ext uri="{FF2B5EF4-FFF2-40B4-BE49-F238E27FC236}">
                <a16:creationId xmlns:a16="http://schemas.microsoft.com/office/drawing/2014/main" id="{872C3224-FE84-92CD-44B7-D5393F0B48D0}"/>
              </a:ext>
            </a:extLst>
          </p:cNvPr>
          <p:cNvSpPr txBox="1"/>
          <p:nvPr/>
        </p:nvSpPr>
        <p:spPr>
          <a:xfrm>
            <a:off x="544628" y="1569757"/>
            <a:ext cx="11380671" cy="3539430"/>
          </a:xfrm>
          <a:prstGeom prst="rect">
            <a:avLst/>
          </a:prstGeom>
          <a:noFill/>
        </p:spPr>
        <p:txBody>
          <a:bodyPr wrap="square">
            <a:spAutoFit/>
          </a:bodyPr>
          <a:lstStyle/>
          <a:p>
            <a:pPr marL="457200" indent="-457200">
              <a:buFont typeface="Arial" panose="020B0604020202020204" pitchFamily="34" charset="0"/>
              <a:buChar char="•"/>
            </a:pPr>
            <a:r>
              <a:rPr lang="en-US" sz="2800" dirty="0">
                <a:solidFill>
                  <a:schemeClr val="accent3"/>
                </a:solidFill>
              </a:rPr>
              <a:t>USACE has negotiated contracts for emergency response.</a:t>
            </a:r>
          </a:p>
          <a:p>
            <a:pPr marL="684213" lvl="1" indent="-457200">
              <a:buFont typeface="Wingdings" panose="05000000000000000000" pitchFamily="2" charset="2"/>
              <a:buChar char="Ø"/>
            </a:pPr>
            <a:r>
              <a:rPr lang="en-US" sz="2800" dirty="0">
                <a:solidFill>
                  <a:schemeClr val="accent3"/>
                </a:solidFill>
              </a:rPr>
              <a:t>Competitively awarded Source Selection process</a:t>
            </a:r>
          </a:p>
          <a:p>
            <a:pPr marL="684213" lvl="1" indent="-457200">
              <a:buFont typeface="Wingdings" panose="05000000000000000000" pitchFamily="2" charset="2"/>
              <a:buChar char="Ø"/>
            </a:pPr>
            <a:r>
              <a:rPr lang="en-US" sz="2800" dirty="0">
                <a:solidFill>
                  <a:schemeClr val="accent3"/>
                </a:solidFill>
              </a:rPr>
              <a:t>Firm-Fixed-Price IDIQ 5-year contract</a:t>
            </a:r>
          </a:p>
          <a:p>
            <a:pPr marL="684213" lvl="1" indent="-457200">
              <a:buFont typeface="Wingdings" panose="05000000000000000000" pitchFamily="2" charset="2"/>
              <a:buChar char="Ø"/>
            </a:pPr>
            <a:r>
              <a:rPr lang="en-US" sz="2800" dirty="0">
                <a:solidFill>
                  <a:schemeClr val="accent3"/>
                </a:solidFill>
              </a:rPr>
              <a:t>Expires 28 Jan 28</a:t>
            </a:r>
          </a:p>
          <a:p>
            <a:endParaRPr lang="en-US" sz="2800" dirty="0">
              <a:solidFill>
                <a:schemeClr val="accent3"/>
              </a:solidFill>
            </a:endParaRPr>
          </a:p>
          <a:p>
            <a:pPr marL="457200" indent="-457200">
              <a:buFont typeface="Arial" panose="020B0604020202020204" pitchFamily="34" charset="0"/>
              <a:buChar char="•"/>
            </a:pPr>
            <a:r>
              <a:rPr lang="en-US" sz="2800" dirty="0">
                <a:solidFill>
                  <a:schemeClr val="accent3"/>
                </a:solidFill>
              </a:rPr>
              <a:t>South Pacific Division Advanced Contract Initiative – ECC LLC</a:t>
            </a:r>
          </a:p>
          <a:p>
            <a:pPr marL="457200" indent="-457200">
              <a:buFont typeface="Arial" panose="020B0604020202020204" pitchFamily="34" charset="0"/>
              <a:buChar char="•"/>
            </a:pPr>
            <a:endParaRPr lang="en-US" sz="2800" dirty="0">
              <a:solidFill>
                <a:schemeClr val="accent3"/>
              </a:solidFill>
            </a:endParaRPr>
          </a:p>
          <a:p>
            <a:pPr marL="457200" indent="-457200">
              <a:buFont typeface="Arial" panose="020B0604020202020204" pitchFamily="34" charset="0"/>
              <a:buChar char="•"/>
            </a:pPr>
            <a:r>
              <a:rPr lang="en-US" sz="2800" dirty="0">
                <a:solidFill>
                  <a:schemeClr val="accent3"/>
                </a:solidFill>
              </a:rPr>
              <a:t>Stafford Act Funding</a:t>
            </a:r>
          </a:p>
        </p:txBody>
      </p:sp>
    </p:spTree>
    <p:extLst>
      <p:ext uri="{BB962C8B-B14F-4D97-AF65-F5344CB8AC3E}">
        <p14:creationId xmlns:p14="http://schemas.microsoft.com/office/powerpoint/2010/main" val="23574414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ontent Placeholder 8">
            <a:extLst>
              <a:ext uri="{FF2B5EF4-FFF2-40B4-BE49-F238E27FC236}">
                <a16:creationId xmlns:a16="http://schemas.microsoft.com/office/drawing/2014/main" id="{910D6B67-EB23-B871-0CBE-F377AEE7C411}"/>
              </a:ext>
            </a:extLst>
          </p:cNvPr>
          <p:cNvSpPr>
            <a:spLocks noGrp="1"/>
          </p:cNvSpPr>
          <p:nvPr>
            <p:ph sz="quarter" idx="17"/>
          </p:nvPr>
        </p:nvSpPr>
        <p:spPr>
          <a:xfrm>
            <a:off x="266699" y="471055"/>
            <a:ext cx="11454246" cy="4896283"/>
          </a:xfrm>
        </p:spPr>
        <p:txBody>
          <a:bodyPr/>
          <a:lstStyle/>
          <a:p>
            <a:endParaRPr lang="en-US" sz="1800" dirty="0"/>
          </a:p>
          <a:p>
            <a:endParaRPr lang="en-US" sz="1400" dirty="0"/>
          </a:p>
          <a:p>
            <a:pPr marL="0" marR="0">
              <a:spcBef>
                <a:spcPts val="0"/>
              </a:spcBef>
              <a:spcAft>
                <a:spcPts val="0"/>
              </a:spcAft>
            </a:pPr>
            <a:endParaRPr lang="en-US" sz="1200" dirty="0">
              <a:effectLst/>
              <a:latin typeface="Aptos" panose="020B0004020202020204" pitchFamily="34" charset="0"/>
              <a:ea typeface="Aptos" panose="020B0004020202020204" pitchFamily="34" charset="0"/>
              <a:cs typeface="Aptos" panose="020B0004020202020204" pitchFamily="34" charset="0"/>
            </a:endParaRPr>
          </a:p>
          <a:p>
            <a:endParaRPr lang="en-US" sz="1400" dirty="0"/>
          </a:p>
          <a:p>
            <a:endParaRPr lang="en-US" sz="1400" dirty="0"/>
          </a:p>
          <a:p>
            <a:endParaRPr lang="en-US" sz="1800" dirty="0"/>
          </a:p>
        </p:txBody>
      </p:sp>
      <p:sp>
        <p:nvSpPr>
          <p:cNvPr id="2" name="Title 12">
            <a:extLst>
              <a:ext uri="{FF2B5EF4-FFF2-40B4-BE49-F238E27FC236}">
                <a16:creationId xmlns:a16="http://schemas.microsoft.com/office/drawing/2014/main" id="{1565EA86-C698-569D-B7EF-5957376E36AC}"/>
              </a:ext>
            </a:extLst>
          </p:cNvPr>
          <p:cNvSpPr>
            <a:spLocks noGrp="1"/>
          </p:cNvSpPr>
          <p:nvPr>
            <p:ph type="title"/>
          </p:nvPr>
        </p:nvSpPr>
        <p:spPr>
          <a:xfrm>
            <a:off x="266699" y="471055"/>
            <a:ext cx="11454246" cy="833437"/>
          </a:xfrm>
          <a:ln>
            <a:noFill/>
          </a:ln>
        </p:spPr>
        <p:txBody>
          <a:bodyPr/>
          <a:lstStyle/>
          <a:p>
            <a:pPr algn="ctr"/>
            <a:r>
              <a:rPr lang="en-US" dirty="0"/>
              <a:t>SMALL BUSINESS PARTICIPATION</a:t>
            </a:r>
          </a:p>
        </p:txBody>
      </p:sp>
      <p:sp>
        <p:nvSpPr>
          <p:cNvPr id="5" name="TextBox 4">
            <a:extLst>
              <a:ext uri="{FF2B5EF4-FFF2-40B4-BE49-F238E27FC236}">
                <a16:creationId xmlns:a16="http://schemas.microsoft.com/office/drawing/2014/main" id="{688131E6-C747-92A3-16FF-5038954AFF99}"/>
              </a:ext>
            </a:extLst>
          </p:cNvPr>
          <p:cNvSpPr txBox="1"/>
          <p:nvPr/>
        </p:nvSpPr>
        <p:spPr>
          <a:xfrm>
            <a:off x="266699" y="1630965"/>
            <a:ext cx="11454246" cy="3816429"/>
          </a:xfrm>
          <a:prstGeom prst="rect">
            <a:avLst/>
          </a:prstGeom>
          <a:noFill/>
        </p:spPr>
        <p:txBody>
          <a:bodyPr wrap="square">
            <a:spAutoFit/>
          </a:bodyPr>
          <a:lstStyle/>
          <a:p>
            <a:r>
              <a:rPr lang="en-US" sz="2200" dirty="0">
                <a:solidFill>
                  <a:schemeClr val="accent3"/>
                </a:solidFill>
                <a:latin typeface="+mn-lt"/>
              </a:rPr>
              <a:t>To participate in federal contracts – contractors MUST be registered in </a:t>
            </a:r>
            <a:r>
              <a:rPr lang="en-US" sz="2200" dirty="0">
                <a:solidFill>
                  <a:schemeClr val="accent3"/>
                </a:solidFill>
                <a:latin typeface="+mn-lt"/>
                <a:hlinkClick r:id="rId3">
                  <a:extLst>
                    <a:ext uri="{A12FA001-AC4F-418D-AE19-62706E023703}">
                      <ahyp:hlinkClr xmlns:ahyp="http://schemas.microsoft.com/office/drawing/2018/hyperlinkcolor" val="tx"/>
                    </a:ext>
                  </a:extLst>
                </a:hlinkClick>
              </a:rPr>
              <a:t>www.SAM.GOV</a:t>
            </a:r>
            <a:r>
              <a:rPr lang="en-US" sz="2200" dirty="0">
                <a:solidFill>
                  <a:schemeClr val="accent3"/>
                </a:solidFill>
                <a:latin typeface="+mn-lt"/>
              </a:rPr>
              <a:t>.  </a:t>
            </a:r>
          </a:p>
          <a:p>
            <a:endParaRPr lang="en-US" sz="2200" dirty="0">
              <a:solidFill>
                <a:schemeClr val="accent3"/>
              </a:solidFill>
              <a:latin typeface="+mn-lt"/>
            </a:endParaRPr>
          </a:p>
          <a:p>
            <a:endParaRPr lang="en-US" sz="2200" kern="100" dirty="0">
              <a:solidFill>
                <a:schemeClr val="accent3"/>
              </a:solidFill>
              <a:effectLst/>
              <a:latin typeface="+mn-lt"/>
              <a:ea typeface="Aptos" panose="020B0004020202020204" pitchFamily="34" charset="0"/>
              <a:cs typeface="Times New Roman" panose="02020603050405020304" pitchFamily="18" charset="0"/>
            </a:endParaRPr>
          </a:p>
          <a:p>
            <a:r>
              <a:rPr lang="en-US" sz="2200" kern="100" dirty="0">
                <a:solidFill>
                  <a:schemeClr val="accent3"/>
                </a:solidFill>
                <a:effectLst/>
                <a:latin typeface="+mn-lt"/>
                <a:ea typeface="Aptos" panose="020B0004020202020204" pitchFamily="34" charset="0"/>
                <a:cs typeface="Times New Roman" panose="02020603050405020304" pitchFamily="18" charset="0"/>
              </a:rPr>
              <a:t>If you need assistance with SAM registration, contact the APEX Accelerator (a free Government Organization) </a:t>
            </a:r>
          </a:p>
          <a:p>
            <a:r>
              <a:rPr lang="en-US" sz="2200" kern="100" dirty="0">
                <a:solidFill>
                  <a:schemeClr val="accent3"/>
                </a:solidFill>
                <a:effectLst/>
                <a:latin typeface="+mn-lt"/>
                <a:ea typeface="Aptos" panose="020B0004020202020204" pitchFamily="34" charset="0"/>
                <a:cs typeface="Times New Roman" panose="02020603050405020304" pitchFamily="18" charset="0"/>
              </a:rPr>
              <a:t>at https://www.apexaccelerators.us/#/contact</a:t>
            </a:r>
          </a:p>
          <a:p>
            <a:endParaRPr lang="en-US" sz="2200" dirty="0">
              <a:solidFill>
                <a:schemeClr val="accent3"/>
              </a:solidFill>
              <a:latin typeface="+mn-lt"/>
            </a:endParaRPr>
          </a:p>
          <a:p>
            <a:endParaRPr lang="en-US" sz="2200" dirty="0">
              <a:solidFill>
                <a:schemeClr val="accent3"/>
              </a:solidFill>
              <a:latin typeface="+mn-lt"/>
            </a:endParaRPr>
          </a:p>
          <a:p>
            <a:r>
              <a:rPr lang="en-US" sz="2200" dirty="0">
                <a:solidFill>
                  <a:schemeClr val="accent3"/>
                </a:solidFill>
                <a:latin typeface="+mn-lt"/>
              </a:rPr>
              <a:t>Within SAM.GOV there is a national disaster </a:t>
            </a:r>
          </a:p>
          <a:p>
            <a:r>
              <a:rPr lang="en-US" sz="2200" dirty="0">
                <a:solidFill>
                  <a:schemeClr val="accent3"/>
                </a:solidFill>
                <a:latin typeface="+mn-lt"/>
              </a:rPr>
              <a:t>registry.  Optional to include yourself in this </a:t>
            </a:r>
          </a:p>
          <a:p>
            <a:r>
              <a:rPr lang="en-US" sz="2200" dirty="0">
                <a:solidFill>
                  <a:schemeClr val="accent3"/>
                </a:solidFill>
                <a:latin typeface="+mn-lt"/>
              </a:rPr>
              <a:t>registry.</a:t>
            </a:r>
          </a:p>
        </p:txBody>
      </p:sp>
      <p:pic>
        <p:nvPicPr>
          <p:cNvPr id="6" name="Picture 5" descr="Graphical user interface, text, application&#10;&#10;Description automatically generated">
            <a:extLst>
              <a:ext uri="{FF2B5EF4-FFF2-40B4-BE49-F238E27FC236}">
                <a16:creationId xmlns:a16="http://schemas.microsoft.com/office/drawing/2014/main" id="{910B029C-B4D2-1EFE-9F59-1BC5745EF083}"/>
              </a:ext>
            </a:extLst>
          </p:cNvPr>
          <p:cNvPicPr>
            <a:picLocks noChangeAspect="1"/>
          </p:cNvPicPr>
          <p:nvPr/>
        </p:nvPicPr>
        <p:blipFill>
          <a:blip r:embed="rId4"/>
          <a:stretch>
            <a:fillRect/>
          </a:stretch>
        </p:blipFill>
        <p:spPr>
          <a:xfrm>
            <a:off x="6831899" y="3350832"/>
            <a:ext cx="3332949" cy="3134435"/>
          </a:xfrm>
          <a:prstGeom prst="rect">
            <a:avLst/>
          </a:prstGeom>
        </p:spPr>
      </p:pic>
    </p:spTree>
    <p:extLst>
      <p:ext uri="{BB962C8B-B14F-4D97-AF65-F5344CB8AC3E}">
        <p14:creationId xmlns:p14="http://schemas.microsoft.com/office/powerpoint/2010/main" val="27878215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ontent Placeholder 8">
            <a:extLst>
              <a:ext uri="{FF2B5EF4-FFF2-40B4-BE49-F238E27FC236}">
                <a16:creationId xmlns:a16="http://schemas.microsoft.com/office/drawing/2014/main" id="{910D6B67-EB23-B871-0CBE-F377AEE7C411}"/>
              </a:ext>
            </a:extLst>
          </p:cNvPr>
          <p:cNvSpPr>
            <a:spLocks noGrp="1"/>
          </p:cNvSpPr>
          <p:nvPr>
            <p:ph sz="quarter" idx="17"/>
          </p:nvPr>
        </p:nvSpPr>
        <p:spPr>
          <a:xfrm>
            <a:off x="266699" y="471055"/>
            <a:ext cx="11454246" cy="4896283"/>
          </a:xfrm>
        </p:spPr>
        <p:txBody>
          <a:bodyPr/>
          <a:lstStyle/>
          <a:p>
            <a:endParaRPr lang="en-US" sz="1800" dirty="0"/>
          </a:p>
          <a:p>
            <a:endParaRPr lang="en-US" sz="1400" dirty="0"/>
          </a:p>
          <a:p>
            <a:pPr marL="0" marR="0">
              <a:spcBef>
                <a:spcPts val="0"/>
              </a:spcBef>
              <a:spcAft>
                <a:spcPts val="0"/>
              </a:spcAft>
            </a:pPr>
            <a:endParaRPr lang="en-US" sz="1200" dirty="0">
              <a:effectLst/>
              <a:latin typeface="Aptos" panose="020B0004020202020204" pitchFamily="34" charset="0"/>
              <a:ea typeface="Aptos" panose="020B0004020202020204" pitchFamily="34" charset="0"/>
              <a:cs typeface="Aptos" panose="020B0004020202020204" pitchFamily="34" charset="0"/>
            </a:endParaRPr>
          </a:p>
          <a:p>
            <a:endParaRPr lang="en-US" sz="1400" dirty="0"/>
          </a:p>
          <a:p>
            <a:endParaRPr lang="en-US" sz="1400" dirty="0"/>
          </a:p>
          <a:p>
            <a:endParaRPr lang="en-US" sz="1800" dirty="0"/>
          </a:p>
        </p:txBody>
      </p:sp>
      <p:sp>
        <p:nvSpPr>
          <p:cNvPr id="2" name="Title 12">
            <a:extLst>
              <a:ext uri="{FF2B5EF4-FFF2-40B4-BE49-F238E27FC236}">
                <a16:creationId xmlns:a16="http://schemas.microsoft.com/office/drawing/2014/main" id="{D89DA5B5-0BDA-955C-384A-18608243B386}"/>
              </a:ext>
            </a:extLst>
          </p:cNvPr>
          <p:cNvSpPr>
            <a:spLocks noGrp="1"/>
          </p:cNvSpPr>
          <p:nvPr>
            <p:ph type="title"/>
          </p:nvPr>
        </p:nvSpPr>
        <p:spPr>
          <a:xfrm>
            <a:off x="266699" y="471055"/>
            <a:ext cx="11454246" cy="833437"/>
          </a:xfrm>
          <a:ln>
            <a:noFill/>
          </a:ln>
        </p:spPr>
        <p:txBody>
          <a:bodyPr/>
          <a:lstStyle/>
          <a:p>
            <a:pPr algn="ctr"/>
            <a:r>
              <a:rPr lang="en-US" dirty="0"/>
              <a:t>Current Sources sought</a:t>
            </a:r>
          </a:p>
        </p:txBody>
      </p:sp>
      <p:sp>
        <p:nvSpPr>
          <p:cNvPr id="5" name="TextBox 4">
            <a:extLst>
              <a:ext uri="{FF2B5EF4-FFF2-40B4-BE49-F238E27FC236}">
                <a16:creationId xmlns:a16="http://schemas.microsoft.com/office/drawing/2014/main" id="{71B0F718-156D-9205-01E1-8B7656383FD0}"/>
              </a:ext>
            </a:extLst>
          </p:cNvPr>
          <p:cNvSpPr txBox="1"/>
          <p:nvPr/>
        </p:nvSpPr>
        <p:spPr>
          <a:xfrm>
            <a:off x="634180" y="2239662"/>
            <a:ext cx="10923639" cy="1938992"/>
          </a:xfrm>
          <a:prstGeom prst="rect">
            <a:avLst/>
          </a:prstGeom>
          <a:noFill/>
        </p:spPr>
        <p:txBody>
          <a:bodyPr wrap="square">
            <a:spAutoFit/>
          </a:bodyPr>
          <a:lstStyle/>
          <a:p>
            <a:pPr marL="0" marR="0">
              <a:spcBef>
                <a:spcPts val="0"/>
              </a:spcBef>
              <a:spcAft>
                <a:spcPts val="0"/>
              </a:spcAft>
            </a:pPr>
            <a:r>
              <a:rPr lang="en-US" sz="2400" b="1" dirty="0">
                <a:solidFill>
                  <a:schemeClr val="accent3"/>
                </a:solidFill>
                <a:effectLst/>
                <a:latin typeface="Calibri" panose="020F0502020204030204" pitchFamily="34" charset="0"/>
                <a:ea typeface="Aptos" panose="020B0004020202020204" pitchFamily="34" charset="0"/>
              </a:rPr>
              <a:t>W912PL25S0011 </a:t>
            </a:r>
            <a:r>
              <a:rPr lang="en-US" sz="2400" dirty="0">
                <a:solidFill>
                  <a:schemeClr val="accent3"/>
                </a:solidFill>
                <a:effectLst/>
                <a:latin typeface="Calibri" panose="020F0502020204030204" pitchFamily="34" charset="0"/>
                <a:ea typeface="Aptos" panose="020B0004020202020204" pitchFamily="34" charset="0"/>
              </a:rPr>
              <a:t>- ­ Capability to perform environmental remediation/environmental assessment services that will be needed for these recovery efforts.</a:t>
            </a:r>
          </a:p>
          <a:p>
            <a:endParaRPr lang="en-US" sz="2400" dirty="0">
              <a:solidFill>
                <a:schemeClr val="accent3"/>
              </a:solidFill>
            </a:endParaRPr>
          </a:p>
          <a:p>
            <a:r>
              <a:rPr lang="en-US" sz="2400" dirty="0">
                <a:solidFill>
                  <a:schemeClr val="accent3"/>
                </a:solidFill>
              </a:rPr>
              <a:t>There is currently no close date for these requests.   Submissions are reviewed weekly.</a:t>
            </a:r>
          </a:p>
        </p:txBody>
      </p:sp>
    </p:spTree>
    <p:extLst>
      <p:ext uri="{BB962C8B-B14F-4D97-AF65-F5344CB8AC3E}">
        <p14:creationId xmlns:p14="http://schemas.microsoft.com/office/powerpoint/2010/main" val="415402374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ontent Placeholder 8">
            <a:extLst>
              <a:ext uri="{FF2B5EF4-FFF2-40B4-BE49-F238E27FC236}">
                <a16:creationId xmlns:a16="http://schemas.microsoft.com/office/drawing/2014/main" id="{910D6B67-EB23-B871-0CBE-F377AEE7C411}"/>
              </a:ext>
            </a:extLst>
          </p:cNvPr>
          <p:cNvSpPr>
            <a:spLocks noGrp="1"/>
          </p:cNvSpPr>
          <p:nvPr>
            <p:ph sz="quarter" idx="17"/>
          </p:nvPr>
        </p:nvSpPr>
        <p:spPr>
          <a:xfrm>
            <a:off x="266699" y="471055"/>
            <a:ext cx="11454246" cy="4896283"/>
          </a:xfrm>
        </p:spPr>
        <p:txBody>
          <a:bodyPr/>
          <a:lstStyle/>
          <a:p>
            <a:endParaRPr lang="en-US" sz="1800" dirty="0"/>
          </a:p>
          <a:p>
            <a:endParaRPr lang="en-US" sz="1400" dirty="0"/>
          </a:p>
          <a:p>
            <a:pPr marL="0" marR="0">
              <a:spcBef>
                <a:spcPts val="0"/>
              </a:spcBef>
              <a:spcAft>
                <a:spcPts val="0"/>
              </a:spcAft>
            </a:pPr>
            <a:endParaRPr lang="en-US" sz="1200" dirty="0">
              <a:effectLst/>
              <a:latin typeface="Aptos" panose="020B0004020202020204" pitchFamily="34" charset="0"/>
              <a:ea typeface="Aptos" panose="020B0004020202020204" pitchFamily="34" charset="0"/>
              <a:cs typeface="Aptos" panose="020B0004020202020204" pitchFamily="34" charset="0"/>
            </a:endParaRPr>
          </a:p>
          <a:p>
            <a:endParaRPr lang="en-US" sz="1400" dirty="0"/>
          </a:p>
          <a:p>
            <a:endParaRPr lang="en-US" sz="1400" dirty="0"/>
          </a:p>
          <a:p>
            <a:endParaRPr lang="en-US" sz="1800" dirty="0"/>
          </a:p>
        </p:txBody>
      </p:sp>
      <p:sp>
        <p:nvSpPr>
          <p:cNvPr id="2" name="TextBox 1">
            <a:extLst>
              <a:ext uri="{FF2B5EF4-FFF2-40B4-BE49-F238E27FC236}">
                <a16:creationId xmlns:a16="http://schemas.microsoft.com/office/drawing/2014/main" id="{F0A2EFB1-9A90-72EB-D8DB-D6B9AAB6DFD3}"/>
              </a:ext>
            </a:extLst>
          </p:cNvPr>
          <p:cNvSpPr txBox="1"/>
          <p:nvPr/>
        </p:nvSpPr>
        <p:spPr>
          <a:xfrm>
            <a:off x="266698" y="471055"/>
            <a:ext cx="11454245" cy="523220"/>
          </a:xfrm>
          <a:prstGeom prst="rect">
            <a:avLst/>
          </a:prstGeom>
          <a:noFill/>
        </p:spPr>
        <p:txBody>
          <a:bodyPr wrap="square" rtlCol="0">
            <a:spAutoFit/>
          </a:bodyPr>
          <a:lstStyle/>
          <a:p>
            <a:pPr algn="ctr"/>
            <a:r>
              <a:rPr lang="en-US" sz="2800" b="1" cap="all" dirty="0">
                <a:solidFill>
                  <a:schemeClr val="accent3"/>
                </a:solidFill>
              </a:rPr>
              <a:t>Sources</a:t>
            </a:r>
            <a:r>
              <a:rPr lang="en-US" sz="2800" b="1" dirty="0">
                <a:solidFill>
                  <a:schemeClr val="accent3"/>
                </a:solidFill>
              </a:rPr>
              <a:t> SOUGHT RESPONSE</a:t>
            </a:r>
          </a:p>
        </p:txBody>
      </p:sp>
      <p:sp>
        <p:nvSpPr>
          <p:cNvPr id="3" name="TextBox 2">
            <a:extLst>
              <a:ext uri="{FF2B5EF4-FFF2-40B4-BE49-F238E27FC236}">
                <a16:creationId xmlns:a16="http://schemas.microsoft.com/office/drawing/2014/main" id="{C22EF343-F897-B515-E495-B30252B5D9FF}"/>
              </a:ext>
            </a:extLst>
          </p:cNvPr>
          <p:cNvSpPr txBox="1"/>
          <p:nvPr/>
        </p:nvSpPr>
        <p:spPr>
          <a:xfrm>
            <a:off x="266698" y="1211036"/>
            <a:ext cx="11454244" cy="461665"/>
          </a:xfrm>
          <a:prstGeom prst="rect">
            <a:avLst/>
          </a:prstGeom>
          <a:noFill/>
        </p:spPr>
        <p:txBody>
          <a:bodyPr wrap="square" rtlCol="0">
            <a:spAutoFit/>
          </a:bodyPr>
          <a:lstStyle/>
          <a:p>
            <a:pPr algn="ctr"/>
            <a:r>
              <a:rPr lang="en-US" sz="2400" b="1" dirty="0">
                <a:solidFill>
                  <a:schemeClr val="accent3"/>
                </a:solidFill>
              </a:rPr>
              <a:t>Be brief but complete – READ THE SOURCES SOUGHT DOCUMENT</a:t>
            </a:r>
          </a:p>
        </p:txBody>
      </p:sp>
      <p:sp>
        <p:nvSpPr>
          <p:cNvPr id="5" name="TextBox 4">
            <a:extLst>
              <a:ext uri="{FF2B5EF4-FFF2-40B4-BE49-F238E27FC236}">
                <a16:creationId xmlns:a16="http://schemas.microsoft.com/office/drawing/2014/main" id="{941AA540-EDF4-7FD0-8922-85E41D3F34AA}"/>
              </a:ext>
            </a:extLst>
          </p:cNvPr>
          <p:cNvSpPr txBox="1"/>
          <p:nvPr/>
        </p:nvSpPr>
        <p:spPr>
          <a:xfrm>
            <a:off x="993058" y="1889463"/>
            <a:ext cx="7794506" cy="3477875"/>
          </a:xfrm>
          <a:prstGeom prst="rect">
            <a:avLst/>
          </a:prstGeom>
          <a:noFill/>
        </p:spPr>
        <p:txBody>
          <a:bodyPr wrap="none" rtlCol="0">
            <a:spAutoFit/>
          </a:bodyPr>
          <a:lstStyle/>
          <a:p>
            <a:r>
              <a:rPr lang="en-US" sz="2000" dirty="0">
                <a:solidFill>
                  <a:schemeClr val="accent3"/>
                </a:solidFill>
              </a:rPr>
              <a:t>Government Focus FIRE DEBRIS REMOVAL </a:t>
            </a:r>
          </a:p>
          <a:p>
            <a:endParaRPr lang="en-US" sz="2000" dirty="0">
              <a:solidFill>
                <a:schemeClr val="accent3"/>
              </a:solidFill>
            </a:endParaRPr>
          </a:p>
          <a:p>
            <a:r>
              <a:rPr lang="en-US" sz="2000" dirty="0">
                <a:solidFill>
                  <a:schemeClr val="accent3"/>
                </a:solidFill>
              </a:rPr>
              <a:t>Past Performance</a:t>
            </a:r>
          </a:p>
          <a:p>
            <a:pPr lvl="1"/>
            <a:r>
              <a:rPr lang="en-US" sz="2000" dirty="0">
                <a:solidFill>
                  <a:schemeClr val="accent3"/>
                </a:solidFill>
              </a:rPr>
              <a:t>CPARS is preferred but others are acceptable</a:t>
            </a:r>
          </a:p>
          <a:p>
            <a:pPr lvl="1"/>
            <a:r>
              <a:rPr lang="en-US" sz="2000" dirty="0">
                <a:solidFill>
                  <a:schemeClr val="accent3"/>
                </a:solidFill>
              </a:rPr>
              <a:t>Don’t tell us ‘available upon request’ – WE ARE REQUESTING</a:t>
            </a:r>
          </a:p>
          <a:p>
            <a:pPr lvl="1"/>
            <a:r>
              <a:rPr lang="en-US" sz="2000" dirty="0">
                <a:solidFill>
                  <a:schemeClr val="accent3"/>
                </a:solidFill>
              </a:rPr>
              <a:t>Include past performance for team members</a:t>
            </a:r>
          </a:p>
          <a:p>
            <a:pPr lvl="1"/>
            <a:r>
              <a:rPr lang="en-US" sz="2000" dirty="0">
                <a:solidFill>
                  <a:schemeClr val="accent3"/>
                </a:solidFill>
              </a:rPr>
              <a:t>Emphasize past performance for the work requested</a:t>
            </a:r>
          </a:p>
          <a:p>
            <a:endParaRPr lang="en-US" sz="2000" dirty="0">
              <a:solidFill>
                <a:schemeClr val="accent3"/>
              </a:solidFill>
            </a:endParaRPr>
          </a:p>
          <a:p>
            <a:r>
              <a:rPr lang="en-US" sz="2000" dirty="0">
                <a:solidFill>
                  <a:schemeClr val="accent3"/>
                </a:solidFill>
              </a:rPr>
              <a:t>Describe your team so we know you can perform the entire scope</a:t>
            </a:r>
          </a:p>
          <a:p>
            <a:endParaRPr lang="en-US" sz="2000" dirty="0">
              <a:solidFill>
                <a:schemeClr val="accent3"/>
              </a:solidFill>
            </a:endParaRPr>
          </a:p>
          <a:p>
            <a:r>
              <a:rPr lang="en-US" sz="2000" dirty="0">
                <a:solidFill>
                  <a:schemeClr val="accent3"/>
                </a:solidFill>
              </a:rPr>
              <a:t>If 8(a) – Provide your SBA/8(a) contacts to expedite offering letters</a:t>
            </a:r>
          </a:p>
        </p:txBody>
      </p:sp>
    </p:spTree>
    <p:extLst>
      <p:ext uri="{BB962C8B-B14F-4D97-AF65-F5344CB8AC3E}">
        <p14:creationId xmlns:p14="http://schemas.microsoft.com/office/powerpoint/2010/main" val="427097955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ontent Placeholder 8">
            <a:extLst>
              <a:ext uri="{FF2B5EF4-FFF2-40B4-BE49-F238E27FC236}">
                <a16:creationId xmlns:a16="http://schemas.microsoft.com/office/drawing/2014/main" id="{910D6B67-EB23-B871-0CBE-F377AEE7C411}"/>
              </a:ext>
            </a:extLst>
          </p:cNvPr>
          <p:cNvSpPr>
            <a:spLocks noGrp="1"/>
          </p:cNvSpPr>
          <p:nvPr>
            <p:ph sz="quarter" idx="17"/>
          </p:nvPr>
        </p:nvSpPr>
        <p:spPr>
          <a:xfrm>
            <a:off x="266699" y="471055"/>
            <a:ext cx="11454246" cy="4896283"/>
          </a:xfrm>
        </p:spPr>
        <p:txBody>
          <a:bodyPr/>
          <a:lstStyle/>
          <a:p>
            <a:endParaRPr lang="en-US" sz="1800" dirty="0"/>
          </a:p>
          <a:p>
            <a:endParaRPr lang="en-US" sz="1400" dirty="0"/>
          </a:p>
          <a:p>
            <a:pPr marL="0" marR="0">
              <a:spcBef>
                <a:spcPts val="0"/>
              </a:spcBef>
              <a:spcAft>
                <a:spcPts val="0"/>
              </a:spcAft>
            </a:pPr>
            <a:endParaRPr lang="en-US" sz="1200" dirty="0">
              <a:effectLst/>
              <a:latin typeface="Aptos" panose="020B0004020202020204" pitchFamily="34" charset="0"/>
              <a:ea typeface="Aptos" panose="020B0004020202020204" pitchFamily="34" charset="0"/>
              <a:cs typeface="Aptos" panose="020B0004020202020204" pitchFamily="34" charset="0"/>
            </a:endParaRPr>
          </a:p>
          <a:p>
            <a:endParaRPr lang="en-US" sz="1400" dirty="0"/>
          </a:p>
          <a:p>
            <a:endParaRPr lang="en-US" sz="1400" dirty="0"/>
          </a:p>
          <a:p>
            <a:endParaRPr lang="en-US" sz="1800" dirty="0"/>
          </a:p>
        </p:txBody>
      </p:sp>
      <p:sp>
        <p:nvSpPr>
          <p:cNvPr id="2" name="TextBox 1">
            <a:extLst>
              <a:ext uri="{FF2B5EF4-FFF2-40B4-BE49-F238E27FC236}">
                <a16:creationId xmlns:a16="http://schemas.microsoft.com/office/drawing/2014/main" id="{C3CFB5AB-B9ED-667A-0176-850C190A9AB7}"/>
              </a:ext>
            </a:extLst>
          </p:cNvPr>
          <p:cNvSpPr txBox="1"/>
          <p:nvPr/>
        </p:nvSpPr>
        <p:spPr>
          <a:xfrm>
            <a:off x="266698" y="471055"/>
            <a:ext cx="11454245" cy="523220"/>
          </a:xfrm>
          <a:prstGeom prst="rect">
            <a:avLst/>
          </a:prstGeom>
          <a:noFill/>
        </p:spPr>
        <p:txBody>
          <a:bodyPr wrap="square" rtlCol="0">
            <a:spAutoFit/>
          </a:bodyPr>
          <a:lstStyle/>
          <a:p>
            <a:pPr algn="ctr"/>
            <a:r>
              <a:rPr lang="en-US" sz="2800" b="1" dirty="0">
                <a:solidFill>
                  <a:schemeClr val="accent3"/>
                </a:solidFill>
              </a:rPr>
              <a:t>POTENTIAL STAND-ALONE CONTRACTS</a:t>
            </a:r>
          </a:p>
        </p:txBody>
      </p:sp>
      <p:sp>
        <p:nvSpPr>
          <p:cNvPr id="3" name="TextBox 2">
            <a:extLst>
              <a:ext uri="{FF2B5EF4-FFF2-40B4-BE49-F238E27FC236}">
                <a16:creationId xmlns:a16="http://schemas.microsoft.com/office/drawing/2014/main" id="{3DA27A36-B12F-34FC-8F4E-779C436323E1}"/>
              </a:ext>
            </a:extLst>
          </p:cNvPr>
          <p:cNvSpPr txBox="1"/>
          <p:nvPr/>
        </p:nvSpPr>
        <p:spPr>
          <a:xfrm>
            <a:off x="266698" y="1799303"/>
            <a:ext cx="11200502" cy="1200329"/>
          </a:xfrm>
          <a:prstGeom prst="rect">
            <a:avLst/>
          </a:prstGeom>
          <a:noFill/>
        </p:spPr>
        <p:txBody>
          <a:bodyPr wrap="none" rtlCol="0">
            <a:spAutoFit/>
          </a:bodyPr>
          <a:lstStyle/>
          <a:p>
            <a:r>
              <a:rPr lang="en-US" sz="2400" dirty="0">
                <a:solidFill>
                  <a:schemeClr val="accent3"/>
                </a:solidFill>
              </a:rPr>
              <a:t>Non-residential properties as requested by FEMA – example: schools, churches </a:t>
            </a:r>
          </a:p>
          <a:p>
            <a:endParaRPr lang="en-US" sz="2400" dirty="0">
              <a:solidFill>
                <a:schemeClr val="accent3"/>
              </a:solidFill>
            </a:endParaRPr>
          </a:p>
          <a:p>
            <a:r>
              <a:rPr lang="en-US" sz="2400" dirty="0">
                <a:solidFill>
                  <a:schemeClr val="accent3"/>
                </a:solidFill>
              </a:rPr>
              <a:t>Complex properties – properties likely to require an engineered demolition plan</a:t>
            </a:r>
          </a:p>
        </p:txBody>
      </p:sp>
    </p:spTree>
    <p:extLst>
      <p:ext uri="{BB962C8B-B14F-4D97-AF65-F5344CB8AC3E}">
        <p14:creationId xmlns:p14="http://schemas.microsoft.com/office/powerpoint/2010/main" val="102198608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ontent Placeholder 8">
            <a:extLst>
              <a:ext uri="{FF2B5EF4-FFF2-40B4-BE49-F238E27FC236}">
                <a16:creationId xmlns:a16="http://schemas.microsoft.com/office/drawing/2014/main" id="{910D6B67-EB23-B871-0CBE-F377AEE7C411}"/>
              </a:ext>
            </a:extLst>
          </p:cNvPr>
          <p:cNvSpPr>
            <a:spLocks noGrp="1"/>
          </p:cNvSpPr>
          <p:nvPr>
            <p:ph sz="quarter" idx="17"/>
          </p:nvPr>
        </p:nvSpPr>
        <p:spPr>
          <a:xfrm>
            <a:off x="266699" y="471055"/>
            <a:ext cx="11454246" cy="4896283"/>
          </a:xfrm>
        </p:spPr>
        <p:txBody>
          <a:bodyPr/>
          <a:lstStyle/>
          <a:p>
            <a:endParaRPr lang="en-US" sz="1800" dirty="0"/>
          </a:p>
          <a:p>
            <a:endParaRPr lang="en-US" sz="1400" dirty="0"/>
          </a:p>
          <a:p>
            <a:pPr marL="0" marR="0">
              <a:spcBef>
                <a:spcPts val="0"/>
              </a:spcBef>
              <a:spcAft>
                <a:spcPts val="0"/>
              </a:spcAft>
            </a:pPr>
            <a:endParaRPr lang="en-US" sz="1200" dirty="0">
              <a:effectLst/>
              <a:latin typeface="Aptos" panose="020B0004020202020204" pitchFamily="34" charset="0"/>
              <a:ea typeface="Aptos" panose="020B0004020202020204" pitchFamily="34" charset="0"/>
              <a:cs typeface="Aptos" panose="020B0004020202020204" pitchFamily="34" charset="0"/>
            </a:endParaRPr>
          </a:p>
          <a:p>
            <a:endParaRPr lang="en-US" sz="1400" dirty="0"/>
          </a:p>
          <a:p>
            <a:endParaRPr lang="en-US" sz="1400" dirty="0"/>
          </a:p>
          <a:p>
            <a:endParaRPr lang="en-US" sz="1800" dirty="0"/>
          </a:p>
        </p:txBody>
      </p:sp>
      <p:sp>
        <p:nvSpPr>
          <p:cNvPr id="2" name="Title 4">
            <a:extLst>
              <a:ext uri="{FF2B5EF4-FFF2-40B4-BE49-F238E27FC236}">
                <a16:creationId xmlns:a16="http://schemas.microsoft.com/office/drawing/2014/main" id="{8719C37A-28F0-B51D-3628-B6A9E11B263F}"/>
              </a:ext>
            </a:extLst>
          </p:cNvPr>
          <p:cNvSpPr>
            <a:spLocks noGrp="1"/>
          </p:cNvSpPr>
          <p:nvPr>
            <p:ph type="title"/>
          </p:nvPr>
        </p:nvSpPr>
        <p:spPr>
          <a:xfrm>
            <a:off x="266699" y="471055"/>
            <a:ext cx="11454246" cy="832920"/>
          </a:xfrm>
          <a:ln>
            <a:noFill/>
          </a:ln>
        </p:spPr>
        <p:txBody>
          <a:bodyPr/>
          <a:lstStyle/>
          <a:p>
            <a:pPr algn="ctr"/>
            <a:r>
              <a:rPr lang="en-US" dirty="0"/>
              <a:t>Create a team </a:t>
            </a:r>
          </a:p>
        </p:txBody>
      </p:sp>
      <p:sp>
        <p:nvSpPr>
          <p:cNvPr id="5" name="TextBox 4">
            <a:extLst>
              <a:ext uri="{FF2B5EF4-FFF2-40B4-BE49-F238E27FC236}">
                <a16:creationId xmlns:a16="http://schemas.microsoft.com/office/drawing/2014/main" id="{35E9D3C2-D2D6-8452-ECCC-96FA3E8A02D3}"/>
              </a:ext>
            </a:extLst>
          </p:cNvPr>
          <p:cNvSpPr txBox="1"/>
          <p:nvPr/>
        </p:nvSpPr>
        <p:spPr>
          <a:xfrm>
            <a:off x="266699" y="1397675"/>
            <a:ext cx="6096000" cy="1200329"/>
          </a:xfrm>
          <a:prstGeom prst="rect">
            <a:avLst/>
          </a:prstGeom>
          <a:noFill/>
        </p:spPr>
        <p:txBody>
          <a:bodyPr wrap="square">
            <a:spAutoFit/>
          </a:bodyPr>
          <a:lstStyle/>
          <a:p>
            <a:r>
              <a:rPr lang="en-US" sz="1800" b="1" dirty="0">
                <a:solidFill>
                  <a:schemeClr val="accent3"/>
                </a:solidFill>
                <a:latin typeface="+mn-lt"/>
              </a:rPr>
              <a:t>Stafford Act Considerations</a:t>
            </a:r>
          </a:p>
          <a:p>
            <a:r>
              <a:rPr lang="en-US" sz="1800" b="1" dirty="0">
                <a:solidFill>
                  <a:schemeClr val="accent3"/>
                </a:solidFill>
                <a:latin typeface="+mn-lt"/>
              </a:rPr>
              <a:t>Limitations on Subcontracting</a:t>
            </a:r>
          </a:p>
          <a:p>
            <a:r>
              <a:rPr lang="en-US" sz="1800" b="1" dirty="0">
                <a:solidFill>
                  <a:schemeClr val="accent3"/>
                </a:solidFill>
                <a:latin typeface="+mn-lt"/>
              </a:rPr>
              <a:t>Sole Source limitations - $4.5M/$100M for super 8(a)</a:t>
            </a:r>
          </a:p>
          <a:p>
            <a:r>
              <a:rPr lang="en-US" sz="1800" b="1" dirty="0">
                <a:solidFill>
                  <a:schemeClr val="accent3"/>
                </a:solidFill>
                <a:latin typeface="+mn-lt"/>
              </a:rPr>
              <a:t>Expedited awards</a:t>
            </a:r>
          </a:p>
        </p:txBody>
      </p:sp>
      <p:sp>
        <p:nvSpPr>
          <p:cNvPr id="7" name="TextBox 6">
            <a:extLst>
              <a:ext uri="{FF2B5EF4-FFF2-40B4-BE49-F238E27FC236}">
                <a16:creationId xmlns:a16="http://schemas.microsoft.com/office/drawing/2014/main" id="{C81A883E-051E-D52B-86C7-0E897CD7F248}"/>
              </a:ext>
            </a:extLst>
          </p:cNvPr>
          <p:cNvSpPr txBox="1"/>
          <p:nvPr/>
        </p:nvSpPr>
        <p:spPr>
          <a:xfrm>
            <a:off x="266699" y="2967335"/>
            <a:ext cx="4502195" cy="2585323"/>
          </a:xfrm>
          <a:prstGeom prst="rect">
            <a:avLst/>
          </a:prstGeom>
          <a:noFill/>
        </p:spPr>
        <p:txBody>
          <a:bodyPr wrap="none" rtlCol="0">
            <a:spAutoFit/>
          </a:bodyPr>
          <a:lstStyle/>
          <a:p>
            <a:r>
              <a:rPr lang="en-US" sz="1800" b="1" i="0" u="none" strike="noStrike" baseline="0" dirty="0">
                <a:solidFill>
                  <a:schemeClr val="accent3"/>
                </a:solidFill>
                <a:latin typeface="+mn-lt"/>
              </a:rPr>
              <a:t>Key Personnel</a:t>
            </a:r>
            <a:r>
              <a:rPr lang="en-US" sz="1800" b="0" i="0" u="none" strike="noStrike" baseline="0" dirty="0">
                <a:solidFill>
                  <a:schemeClr val="accent3"/>
                </a:solidFill>
                <a:latin typeface="+mn-lt"/>
              </a:rPr>
              <a:t>:</a:t>
            </a:r>
          </a:p>
          <a:p>
            <a:pPr marL="342900" indent="-342900">
              <a:buFont typeface="Arial" panose="020B0604020202020204" pitchFamily="34" charset="0"/>
              <a:buChar char="•"/>
            </a:pPr>
            <a:r>
              <a:rPr lang="en-US" sz="1800" b="0" i="0" u="none" strike="noStrike" baseline="0" dirty="0">
                <a:solidFill>
                  <a:schemeClr val="accent3"/>
                </a:solidFill>
                <a:latin typeface="+mn-lt"/>
              </a:rPr>
              <a:t>Project Manager </a:t>
            </a:r>
          </a:p>
          <a:p>
            <a:pPr marL="342900" indent="-342900">
              <a:buFont typeface="Arial" panose="020B0604020202020204" pitchFamily="34" charset="0"/>
              <a:buChar char="•"/>
            </a:pPr>
            <a:r>
              <a:rPr lang="en-US" sz="1800" b="0" i="0" u="none" strike="noStrike" baseline="0" dirty="0">
                <a:solidFill>
                  <a:schemeClr val="accent3"/>
                </a:solidFill>
                <a:latin typeface="+mn-lt"/>
              </a:rPr>
              <a:t>Operations Manager </a:t>
            </a:r>
          </a:p>
          <a:p>
            <a:pPr marL="342900" indent="-342900">
              <a:buFont typeface="Arial" panose="020B0604020202020204" pitchFamily="34" charset="0"/>
              <a:buChar char="•"/>
            </a:pPr>
            <a:r>
              <a:rPr lang="en-US" sz="1800" b="0" i="0" u="none" strike="noStrike" baseline="0" dirty="0">
                <a:solidFill>
                  <a:schemeClr val="accent3"/>
                </a:solidFill>
                <a:latin typeface="+mn-lt"/>
              </a:rPr>
              <a:t>Operations Planner </a:t>
            </a:r>
          </a:p>
          <a:p>
            <a:pPr marL="342900" indent="-342900">
              <a:buFont typeface="Arial" panose="020B0604020202020204" pitchFamily="34" charset="0"/>
              <a:buChar char="•"/>
            </a:pPr>
            <a:r>
              <a:rPr lang="en-US" sz="1800" b="0" i="0" u="none" strike="noStrike" baseline="0" dirty="0">
                <a:solidFill>
                  <a:schemeClr val="accent3"/>
                </a:solidFill>
                <a:latin typeface="+mn-lt"/>
              </a:rPr>
              <a:t>Safety and Health Manager (SHM) </a:t>
            </a:r>
          </a:p>
          <a:p>
            <a:pPr marL="342900" indent="-342900">
              <a:buFont typeface="Arial" panose="020B0604020202020204" pitchFamily="34" charset="0"/>
              <a:buChar char="•"/>
            </a:pPr>
            <a:r>
              <a:rPr lang="en-US" sz="1800" b="0" i="0" u="none" strike="noStrike" baseline="0" dirty="0">
                <a:solidFill>
                  <a:schemeClr val="accent3"/>
                </a:solidFill>
                <a:latin typeface="+mn-lt"/>
              </a:rPr>
              <a:t>Site Safety and Health Officer (SSHO) </a:t>
            </a:r>
          </a:p>
          <a:p>
            <a:pPr marL="342900" indent="-342900">
              <a:buFont typeface="Arial" panose="020B0604020202020204" pitchFamily="34" charset="0"/>
              <a:buChar char="•"/>
            </a:pPr>
            <a:r>
              <a:rPr lang="en-US" sz="1800" b="0" i="0" u="none" strike="noStrike" baseline="0" dirty="0">
                <a:solidFill>
                  <a:schemeClr val="accent3"/>
                </a:solidFill>
                <a:latin typeface="+mn-lt"/>
              </a:rPr>
              <a:t>Certified Asbestos Consultant (CAC) </a:t>
            </a:r>
          </a:p>
          <a:p>
            <a:pPr marL="342900" indent="-342900">
              <a:buFont typeface="Arial" panose="020B0604020202020204" pitchFamily="34" charset="0"/>
              <a:buChar char="•"/>
            </a:pPr>
            <a:r>
              <a:rPr lang="en-US" sz="1800" b="0" i="0" u="none" strike="noStrike" baseline="0" dirty="0">
                <a:solidFill>
                  <a:schemeClr val="accent3"/>
                </a:solidFill>
                <a:latin typeface="+mn-lt"/>
              </a:rPr>
              <a:t>Biological Monitor (Optional CLIN) </a:t>
            </a:r>
          </a:p>
          <a:p>
            <a:endParaRPr lang="en-US" dirty="0">
              <a:solidFill>
                <a:schemeClr val="accent3"/>
              </a:solidFill>
            </a:endParaRPr>
          </a:p>
        </p:txBody>
      </p:sp>
      <p:sp>
        <p:nvSpPr>
          <p:cNvPr id="8" name="TextBox 7">
            <a:extLst>
              <a:ext uri="{FF2B5EF4-FFF2-40B4-BE49-F238E27FC236}">
                <a16:creationId xmlns:a16="http://schemas.microsoft.com/office/drawing/2014/main" id="{F7C9F2EF-F8FA-8829-1F6D-2C783F963D8D}"/>
              </a:ext>
            </a:extLst>
          </p:cNvPr>
          <p:cNvSpPr txBox="1"/>
          <p:nvPr/>
        </p:nvSpPr>
        <p:spPr>
          <a:xfrm>
            <a:off x="6470240" y="1310092"/>
            <a:ext cx="5143164" cy="3693319"/>
          </a:xfrm>
          <a:prstGeom prst="rect">
            <a:avLst/>
          </a:prstGeom>
          <a:noFill/>
        </p:spPr>
        <p:txBody>
          <a:bodyPr wrap="square" rtlCol="0">
            <a:spAutoFit/>
          </a:bodyPr>
          <a:lstStyle/>
          <a:p>
            <a:r>
              <a:rPr lang="en-US" sz="1800" b="1" i="0" u="none" strike="noStrike" baseline="0" dirty="0">
                <a:solidFill>
                  <a:schemeClr val="accent3"/>
                </a:solidFill>
                <a:latin typeface="+mn-lt"/>
              </a:rPr>
              <a:t>Can complete Hazardous Site Assessments be performed?</a:t>
            </a:r>
          </a:p>
          <a:p>
            <a:pPr marL="285750" indent="-285750">
              <a:buFont typeface="Arial" panose="020B0604020202020204" pitchFamily="34" charset="0"/>
              <a:buChar char="•"/>
            </a:pPr>
            <a:r>
              <a:rPr lang="en-US" sz="1800" dirty="0">
                <a:solidFill>
                  <a:schemeClr val="accent3"/>
                </a:solidFill>
                <a:latin typeface="+mn-lt"/>
              </a:rPr>
              <a:t>Make safe</a:t>
            </a:r>
            <a:endParaRPr lang="en-US" sz="1800" b="0" i="0" u="none" strike="noStrike" baseline="0" dirty="0">
              <a:solidFill>
                <a:schemeClr val="accent3"/>
              </a:solidFill>
              <a:latin typeface="+mn-lt"/>
            </a:endParaRPr>
          </a:p>
          <a:p>
            <a:pPr marL="285750" indent="-285750">
              <a:buFont typeface="Arial" panose="020B0604020202020204" pitchFamily="34" charset="0"/>
              <a:buChar char="•"/>
            </a:pPr>
            <a:r>
              <a:rPr lang="en-US" sz="1800" b="0" i="0" u="none" strike="noStrike" baseline="0" dirty="0">
                <a:solidFill>
                  <a:schemeClr val="accent3"/>
                </a:solidFill>
                <a:latin typeface="+mn-lt"/>
              </a:rPr>
              <a:t>Archaeological/tribal monitor are on-site as necessary. </a:t>
            </a:r>
          </a:p>
          <a:p>
            <a:endParaRPr lang="en-US" sz="1800" b="1" dirty="0">
              <a:solidFill>
                <a:schemeClr val="accent3"/>
              </a:solidFill>
              <a:latin typeface="+mn-lt"/>
            </a:endParaRPr>
          </a:p>
          <a:p>
            <a:endParaRPr lang="en-US" sz="1800" b="1" dirty="0">
              <a:solidFill>
                <a:schemeClr val="accent3"/>
              </a:solidFill>
              <a:latin typeface="+mn-lt"/>
            </a:endParaRPr>
          </a:p>
          <a:p>
            <a:r>
              <a:rPr lang="en-US" sz="1800" b="1" i="0" u="none" strike="noStrike" baseline="0" dirty="0">
                <a:solidFill>
                  <a:schemeClr val="accent3"/>
                </a:solidFill>
                <a:latin typeface="+mn-lt"/>
              </a:rPr>
              <a:t>Hazardous Site Assessments Team</a:t>
            </a:r>
            <a:r>
              <a:rPr lang="en-US" sz="1800" b="0" i="0" u="none" strike="noStrike" baseline="0" dirty="0">
                <a:solidFill>
                  <a:schemeClr val="accent3"/>
                </a:solidFill>
                <a:latin typeface="+mn-lt"/>
              </a:rPr>
              <a:t> </a:t>
            </a:r>
          </a:p>
          <a:p>
            <a:pPr marL="342900" indent="-342900">
              <a:buFont typeface="Arial" panose="020B0604020202020204" pitchFamily="34" charset="0"/>
              <a:buChar char="•"/>
            </a:pPr>
            <a:r>
              <a:rPr lang="en-US" sz="1800" b="0" i="0" u="none" strike="noStrike" baseline="0" dirty="0">
                <a:solidFill>
                  <a:schemeClr val="accent3"/>
                </a:solidFill>
                <a:latin typeface="+mn-lt"/>
              </a:rPr>
              <a:t>Site Assessment Team Lead (TL) </a:t>
            </a:r>
          </a:p>
          <a:p>
            <a:pPr marL="342900" indent="-342900">
              <a:buFont typeface="Arial" panose="020B0604020202020204" pitchFamily="34" charset="0"/>
              <a:buChar char="•"/>
            </a:pPr>
            <a:r>
              <a:rPr lang="en-US" sz="1800" b="0" i="0" u="none" strike="noStrike" baseline="0" dirty="0">
                <a:solidFill>
                  <a:schemeClr val="accent3"/>
                </a:solidFill>
                <a:latin typeface="+mn-lt"/>
              </a:rPr>
              <a:t>Certified Asbestos Consultant </a:t>
            </a:r>
          </a:p>
          <a:p>
            <a:pPr marL="342900" indent="-342900">
              <a:buFont typeface="Arial" panose="020B0604020202020204" pitchFamily="34" charset="0"/>
              <a:buChar char="•"/>
            </a:pPr>
            <a:r>
              <a:rPr lang="en-US" sz="1800" b="0" i="0" u="none" strike="noStrike" baseline="0" dirty="0">
                <a:solidFill>
                  <a:schemeClr val="accent3"/>
                </a:solidFill>
                <a:latin typeface="+mn-lt"/>
              </a:rPr>
              <a:t>Arborist or Registered Professional Forester (RPF) </a:t>
            </a:r>
          </a:p>
          <a:p>
            <a:endParaRPr lang="en-US" dirty="0">
              <a:solidFill>
                <a:schemeClr val="accent3"/>
              </a:solidFill>
            </a:endParaRPr>
          </a:p>
        </p:txBody>
      </p:sp>
    </p:spTree>
    <p:extLst>
      <p:ext uri="{BB962C8B-B14F-4D97-AF65-F5344CB8AC3E}">
        <p14:creationId xmlns:p14="http://schemas.microsoft.com/office/powerpoint/2010/main" val="126608946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ontent Placeholder 8">
            <a:extLst>
              <a:ext uri="{FF2B5EF4-FFF2-40B4-BE49-F238E27FC236}">
                <a16:creationId xmlns:a16="http://schemas.microsoft.com/office/drawing/2014/main" id="{910D6B67-EB23-B871-0CBE-F377AEE7C411}"/>
              </a:ext>
            </a:extLst>
          </p:cNvPr>
          <p:cNvSpPr>
            <a:spLocks noGrp="1"/>
          </p:cNvSpPr>
          <p:nvPr>
            <p:ph sz="quarter" idx="17"/>
          </p:nvPr>
        </p:nvSpPr>
        <p:spPr>
          <a:xfrm>
            <a:off x="266699" y="471055"/>
            <a:ext cx="11454246" cy="4896283"/>
          </a:xfrm>
        </p:spPr>
        <p:txBody>
          <a:bodyPr/>
          <a:lstStyle/>
          <a:p>
            <a:endParaRPr lang="en-US" sz="1800" dirty="0"/>
          </a:p>
          <a:p>
            <a:endParaRPr lang="en-US" sz="1400" dirty="0"/>
          </a:p>
          <a:p>
            <a:pPr marL="0" marR="0">
              <a:spcBef>
                <a:spcPts val="0"/>
              </a:spcBef>
              <a:spcAft>
                <a:spcPts val="0"/>
              </a:spcAft>
            </a:pPr>
            <a:endParaRPr lang="en-US" sz="1200" dirty="0">
              <a:effectLst/>
              <a:latin typeface="Aptos" panose="020B0004020202020204" pitchFamily="34" charset="0"/>
              <a:ea typeface="Aptos" panose="020B0004020202020204" pitchFamily="34" charset="0"/>
              <a:cs typeface="Aptos" panose="020B0004020202020204" pitchFamily="34" charset="0"/>
            </a:endParaRPr>
          </a:p>
          <a:p>
            <a:endParaRPr lang="en-US" sz="1400" dirty="0"/>
          </a:p>
          <a:p>
            <a:endParaRPr lang="en-US" sz="1400" dirty="0"/>
          </a:p>
          <a:p>
            <a:endParaRPr lang="en-US" sz="1800" dirty="0"/>
          </a:p>
        </p:txBody>
      </p:sp>
      <p:sp>
        <p:nvSpPr>
          <p:cNvPr id="3" name="TextBox 2">
            <a:extLst>
              <a:ext uri="{FF2B5EF4-FFF2-40B4-BE49-F238E27FC236}">
                <a16:creationId xmlns:a16="http://schemas.microsoft.com/office/drawing/2014/main" id="{45A9FFE5-A13D-473A-FE36-6E2E8C3F30BA}"/>
              </a:ext>
            </a:extLst>
          </p:cNvPr>
          <p:cNvSpPr txBox="1"/>
          <p:nvPr/>
        </p:nvSpPr>
        <p:spPr>
          <a:xfrm>
            <a:off x="2142836" y="3108144"/>
            <a:ext cx="7001164" cy="461665"/>
          </a:xfrm>
          <a:prstGeom prst="rect">
            <a:avLst/>
          </a:prstGeom>
          <a:noFill/>
        </p:spPr>
        <p:txBody>
          <a:bodyPr wrap="square">
            <a:spAutoFit/>
          </a:bodyPr>
          <a:lstStyle/>
          <a:p>
            <a:endParaRPr lang="en-US" sz="1200" dirty="0">
              <a:solidFill>
                <a:schemeClr val="tx2"/>
              </a:solidFill>
            </a:endParaRPr>
          </a:p>
          <a:p>
            <a:endParaRPr lang="en-US" sz="1200" dirty="0"/>
          </a:p>
        </p:txBody>
      </p:sp>
      <p:sp>
        <p:nvSpPr>
          <p:cNvPr id="4" name="Rectangle 3">
            <a:extLst>
              <a:ext uri="{FF2B5EF4-FFF2-40B4-BE49-F238E27FC236}">
                <a16:creationId xmlns:a16="http://schemas.microsoft.com/office/drawing/2014/main" id="{6104B14F-E278-2602-6F58-4143305699CE}"/>
              </a:ext>
            </a:extLst>
          </p:cNvPr>
          <p:cNvSpPr/>
          <p:nvPr/>
        </p:nvSpPr>
        <p:spPr>
          <a:xfrm>
            <a:off x="628074" y="812800"/>
            <a:ext cx="10631054" cy="4470400"/>
          </a:xfrm>
          <a:prstGeom prst="rect">
            <a:avLst/>
          </a:prstGeom>
          <a:ln/>
        </p:spPr>
        <p:style>
          <a:lnRef idx="1">
            <a:schemeClr val="accent5"/>
          </a:lnRef>
          <a:fillRef idx="3">
            <a:schemeClr val="accent5"/>
          </a:fillRef>
          <a:effectRef idx="2">
            <a:schemeClr val="accent5"/>
          </a:effectRef>
          <a:fontRef idx="minor">
            <a:schemeClr val="lt1"/>
          </a:fontRef>
        </p:style>
        <p:txBody>
          <a:bodyPr rtlCol="0" anchor="ctr"/>
          <a:lstStyle/>
          <a:p>
            <a:endParaRPr lang="en-US" sz="1400" dirty="0">
              <a:solidFill>
                <a:schemeClr val="tx2"/>
              </a:solidFill>
            </a:endParaRPr>
          </a:p>
          <a:p>
            <a:endParaRPr lang="en-US" sz="1400" dirty="0">
              <a:solidFill>
                <a:schemeClr val="tx2"/>
              </a:solidFill>
            </a:endParaRPr>
          </a:p>
        </p:txBody>
      </p:sp>
      <p:pic>
        <p:nvPicPr>
          <p:cNvPr id="5" name="Picture 4">
            <a:extLst>
              <a:ext uri="{FF2B5EF4-FFF2-40B4-BE49-F238E27FC236}">
                <a16:creationId xmlns:a16="http://schemas.microsoft.com/office/drawing/2014/main" id="{D9AD5A5C-5F42-CEEB-85C6-AD70CD382BD1}"/>
              </a:ext>
            </a:extLst>
          </p:cNvPr>
          <p:cNvPicPr>
            <a:picLocks noChangeAspect="1"/>
          </p:cNvPicPr>
          <p:nvPr/>
        </p:nvPicPr>
        <p:blipFill>
          <a:blip r:embed="rId3"/>
          <a:stretch>
            <a:fillRect/>
          </a:stretch>
        </p:blipFill>
        <p:spPr>
          <a:xfrm>
            <a:off x="9085122" y="1058688"/>
            <a:ext cx="2017428" cy="1878584"/>
          </a:xfrm>
          <a:prstGeom prst="rect">
            <a:avLst/>
          </a:prstGeom>
        </p:spPr>
      </p:pic>
      <p:pic>
        <p:nvPicPr>
          <p:cNvPr id="6" name="Picture 5">
            <a:extLst>
              <a:ext uri="{FF2B5EF4-FFF2-40B4-BE49-F238E27FC236}">
                <a16:creationId xmlns:a16="http://schemas.microsoft.com/office/drawing/2014/main" id="{AC3583FA-8570-619C-70D9-0078EE9B2502}"/>
              </a:ext>
            </a:extLst>
          </p:cNvPr>
          <p:cNvPicPr>
            <a:picLocks noChangeAspect="1"/>
          </p:cNvPicPr>
          <p:nvPr/>
        </p:nvPicPr>
        <p:blipFill>
          <a:blip r:embed="rId4"/>
          <a:stretch>
            <a:fillRect/>
          </a:stretch>
        </p:blipFill>
        <p:spPr>
          <a:xfrm>
            <a:off x="780473" y="1880162"/>
            <a:ext cx="7943274" cy="2714582"/>
          </a:xfrm>
          <a:prstGeom prst="rect">
            <a:avLst/>
          </a:prstGeom>
        </p:spPr>
      </p:pic>
      <p:sp>
        <p:nvSpPr>
          <p:cNvPr id="7" name="Rectangle 6">
            <a:extLst>
              <a:ext uri="{FF2B5EF4-FFF2-40B4-BE49-F238E27FC236}">
                <a16:creationId xmlns:a16="http://schemas.microsoft.com/office/drawing/2014/main" id="{8060DB2C-8149-08EA-2A0B-F22FFAF552FF}"/>
              </a:ext>
            </a:extLst>
          </p:cNvPr>
          <p:cNvSpPr/>
          <p:nvPr/>
        </p:nvSpPr>
        <p:spPr>
          <a:xfrm>
            <a:off x="780473" y="1283855"/>
            <a:ext cx="4336472" cy="443345"/>
          </a:xfrm>
          <a:prstGeom prst="rect">
            <a:avLst/>
          </a:prstGeom>
          <a:solidFill>
            <a:srgbClr val="3F4339">
              <a:alpha val="89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n-US" b="1" dirty="0">
                <a:solidFill>
                  <a:schemeClr val="tx2"/>
                </a:solidFill>
              </a:rPr>
              <a:t>Sample PWS to be published in SAM</a:t>
            </a:r>
          </a:p>
        </p:txBody>
      </p:sp>
    </p:spTree>
    <p:extLst>
      <p:ext uri="{BB962C8B-B14F-4D97-AF65-F5344CB8AC3E}">
        <p14:creationId xmlns:p14="http://schemas.microsoft.com/office/powerpoint/2010/main" val="66440538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24B5A1-C587-8A52-E299-0AC72D0B2A99}"/>
              </a:ext>
            </a:extLst>
          </p:cNvPr>
          <p:cNvSpPr>
            <a:spLocks noGrp="1"/>
          </p:cNvSpPr>
          <p:nvPr>
            <p:ph type="title"/>
          </p:nvPr>
        </p:nvSpPr>
        <p:spPr>
          <a:xfrm>
            <a:off x="190500" y="635001"/>
            <a:ext cx="7493000" cy="1661993"/>
          </a:xfrm>
        </p:spPr>
        <p:txBody>
          <a:bodyPr/>
          <a:lstStyle/>
          <a:p>
            <a:pPr algn="ctr"/>
            <a:r>
              <a:rPr lang="en-US" sz="3000" dirty="0" err="1">
                <a:solidFill>
                  <a:schemeClr val="tx1"/>
                </a:solidFill>
              </a:rPr>
              <a:t>Usace</a:t>
            </a:r>
            <a:r>
              <a:rPr lang="en-US" sz="3000" dirty="0">
                <a:solidFill>
                  <a:schemeClr val="tx1"/>
                </a:solidFill>
              </a:rPr>
              <a:t> </a:t>
            </a:r>
            <a:r>
              <a:rPr lang="en-US" sz="3000" dirty="0" err="1">
                <a:solidFill>
                  <a:schemeClr val="tx1"/>
                </a:solidFill>
              </a:rPr>
              <a:t>los</a:t>
            </a:r>
            <a:r>
              <a:rPr lang="en-US" sz="3000" dirty="0">
                <a:solidFill>
                  <a:schemeClr val="tx1"/>
                </a:solidFill>
              </a:rPr>
              <a:t> </a:t>
            </a:r>
            <a:r>
              <a:rPr lang="en-US" sz="3000" dirty="0" err="1">
                <a:solidFill>
                  <a:schemeClr val="tx1"/>
                </a:solidFill>
              </a:rPr>
              <a:t>angeles</a:t>
            </a:r>
            <a:r>
              <a:rPr lang="en-US" sz="3000" dirty="0">
                <a:solidFill>
                  <a:schemeClr val="tx1"/>
                </a:solidFill>
              </a:rPr>
              <a:t> district</a:t>
            </a:r>
            <a:br>
              <a:rPr lang="en-US" sz="3000" dirty="0">
                <a:solidFill>
                  <a:schemeClr val="tx1"/>
                </a:solidFill>
              </a:rPr>
            </a:br>
            <a:r>
              <a:rPr lang="en-US" sz="3000" dirty="0">
                <a:solidFill>
                  <a:schemeClr val="tx1"/>
                </a:solidFill>
              </a:rPr>
              <a:t>business opportunities open house</a:t>
            </a:r>
            <a:br>
              <a:rPr lang="en-US" sz="3000" dirty="0">
                <a:solidFill>
                  <a:schemeClr val="tx1"/>
                </a:solidFill>
              </a:rPr>
            </a:br>
            <a:r>
              <a:rPr lang="en-US" sz="3000" dirty="0">
                <a:solidFill>
                  <a:schemeClr val="tx1"/>
                </a:solidFill>
              </a:rPr>
              <a:t>06 March 2025</a:t>
            </a:r>
            <a:endParaRPr lang="en-US" dirty="0">
              <a:solidFill>
                <a:schemeClr val="tx1"/>
              </a:solidFill>
            </a:endParaRPr>
          </a:p>
        </p:txBody>
      </p:sp>
      <p:sp>
        <p:nvSpPr>
          <p:cNvPr id="5" name="Text Placeholder 4">
            <a:extLst>
              <a:ext uri="{FF2B5EF4-FFF2-40B4-BE49-F238E27FC236}">
                <a16:creationId xmlns:a16="http://schemas.microsoft.com/office/drawing/2014/main" id="{91896607-D694-5EBF-FD6B-5F054742C1E9}"/>
              </a:ext>
            </a:extLst>
          </p:cNvPr>
          <p:cNvSpPr>
            <a:spLocks noGrp="1"/>
          </p:cNvSpPr>
          <p:nvPr>
            <p:ph type="body" sz="quarter" idx="11"/>
          </p:nvPr>
        </p:nvSpPr>
        <p:spPr>
          <a:xfrm>
            <a:off x="8382000" y="5588000"/>
            <a:ext cx="3175000" cy="1016000"/>
          </a:xfrm>
        </p:spPr>
        <p:txBody>
          <a:bodyPr/>
          <a:lstStyle/>
          <a:p>
            <a:r>
              <a:rPr lang="en-US" sz="2000" dirty="0"/>
              <a:t>Prashant Khanna, PE, PMP</a:t>
            </a:r>
          </a:p>
          <a:p>
            <a:r>
              <a:rPr lang="en-US" sz="2000" dirty="0"/>
              <a:t>Vice President</a:t>
            </a:r>
          </a:p>
          <a:p>
            <a:r>
              <a:rPr lang="en-US" sz="2000" dirty="0"/>
              <a:t>ECC</a:t>
            </a:r>
          </a:p>
        </p:txBody>
      </p:sp>
      <p:sp>
        <p:nvSpPr>
          <p:cNvPr id="11" name="Text Placeholder 10">
            <a:extLst>
              <a:ext uri="{FF2B5EF4-FFF2-40B4-BE49-F238E27FC236}">
                <a16:creationId xmlns:a16="http://schemas.microsoft.com/office/drawing/2014/main" id="{52AA0C84-37DA-A9A1-5A5A-3F4AFE27848A}"/>
              </a:ext>
            </a:extLst>
          </p:cNvPr>
          <p:cNvSpPr>
            <a:spLocks noGrp="1"/>
          </p:cNvSpPr>
          <p:nvPr>
            <p:ph type="body" sz="quarter" idx="10"/>
          </p:nvPr>
        </p:nvSpPr>
        <p:spPr>
          <a:xfrm>
            <a:off x="8699500" y="6540500"/>
            <a:ext cx="3175000" cy="279938"/>
          </a:xfrm>
        </p:spPr>
        <p:txBody>
          <a:bodyPr/>
          <a:lstStyle/>
          <a:p>
            <a:pPr algn="r"/>
            <a:r>
              <a:rPr lang="en-US" sz="1500" dirty="0"/>
              <a:t>06 March 2025</a:t>
            </a:r>
          </a:p>
        </p:txBody>
      </p:sp>
      <p:sp>
        <p:nvSpPr>
          <p:cNvPr id="6" name="Title 1">
            <a:extLst>
              <a:ext uri="{FF2B5EF4-FFF2-40B4-BE49-F238E27FC236}">
                <a16:creationId xmlns:a16="http://schemas.microsoft.com/office/drawing/2014/main" id="{11DBFA29-61F2-7FBC-704E-86279A6A5912}"/>
              </a:ext>
            </a:extLst>
          </p:cNvPr>
          <p:cNvSpPr txBox="1">
            <a:spLocks/>
          </p:cNvSpPr>
          <p:nvPr/>
        </p:nvSpPr>
        <p:spPr>
          <a:xfrm>
            <a:off x="300290" y="4838197"/>
            <a:ext cx="7493000" cy="1384803"/>
          </a:xfrm>
          <a:prstGeom prst="rect">
            <a:avLst/>
          </a:prstGeom>
        </p:spPr>
        <p:txBody>
          <a:bodyPr vert="horz" wrap="square" lIns="0" tIns="0" rIns="0" bIns="0" rtlCol="0" anchor="b">
            <a:spAutoFit/>
          </a:bodyPr>
          <a:lstStyle>
            <a:lvl1pPr algn="l" defTabSz="914400" rtl="0" eaLnBrk="1" latinLnBrk="0" hangingPunct="1">
              <a:lnSpc>
                <a:spcPct val="90000"/>
              </a:lnSpc>
              <a:spcBef>
                <a:spcPct val="0"/>
              </a:spcBef>
              <a:buNone/>
              <a:defRPr sz="4000" b="0" kern="1200" cap="all" baseline="0">
                <a:solidFill>
                  <a:schemeClr val="accent1"/>
                </a:solidFill>
                <a:latin typeface="Arial Black" panose="020B0A04020102020204" pitchFamily="34" charset="0"/>
                <a:ea typeface="+mj-ea"/>
                <a:cs typeface="Arial" panose="020B0604020202020204" pitchFamily="34" charset="0"/>
              </a:defRPr>
            </a:lvl1pPr>
          </a:lstStyle>
          <a:p>
            <a:pPr algn="ctr" defTabSz="761970"/>
            <a:r>
              <a:rPr lang="en-US" sz="3333" dirty="0">
                <a:solidFill>
                  <a:prstClr val="white"/>
                </a:solidFill>
              </a:rPr>
              <a:t>Los </a:t>
            </a:r>
            <a:r>
              <a:rPr lang="en-US" sz="3333" dirty="0" err="1">
                <a:solidFill>
                  <a:prstClr val="white"/>
                </a:solidFill>
              </a:rPr>
              <a:t>angeles</a:t>
            </a:r>
            <a:r>
              <a:rPr lang="en-US" sz="3333" dirty="0">
                <a:solidFill>
                  <a:prstClr val="white"/>
                </a:solidFill>
              </a:rPr>
              <a:t> county wildfire debris removal mission</a:t>
            </a:r>
          </a:p>
        </p:txBody>
      </p:sp>
      <p:pic>
        <p:nvPicPr>
          <p:cNvPr id="3" name="Picture 2">
            <a:extLst>
              <a:ext uri="{FF2B5EF4-FFF2-40B4-BE49-F238E27FC236}">
                <a16:creationId xmlns:a16="http://schemas.microsoft.com/office/drawing/2014/main" id="{CCA7588F-C083-D123-41E1-EA975CCB814D}"/>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78874" y="2336782"/>
            <a:ext cx="7735833" cy="2334435"/>
          </a:xfrm>
          <a:prstGeom prst="rect">
            <a:avLst/>
          </a:prstGeom>
        </p:spPr>
      </p:pic>
    </p:spTree>
    <p:extLst>
      <p:ext uri="{BB962C8B-B14F-4D97-AF65-F5344CB8AC3E}">
        <p14:creationId xmlns:p14="http://schemas.microsoft.com/office/powerpoint/2010/main" val="370782052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60745" y="317500"/>
            <a:ext cx="9144000" cy="580767"/>
          </a:xfrm>
        </p:spPr>
        <p:txBody>
          <a:bodyPr>
            <a:normAutofit/>
          </a:bodyPr>
          <a:lstStyle/>
          <a:p>
            <a:r>
              <a:rPr lang="en-US" sz="3333" dirty="0">
                <a:latin typeface="Arial Black" panose="020B0A04020102020204" pitchFamily="34" charset="0"/>
              </a:rPr>
              <a:t>A Little History ….</a:t>
            </a:r>
          </a:p>
        </p:txBody>
      </p:sp>
      <p:sp>
        <p:nvSpPr>
          <p:cNvPr id="5" name="Content Placeholder 4">
            <a:extLst>
              <a:ext uri="{FF2B5EF4-FFF2-40B4-BE49-F238E27FC236}">
                <a16:creationId xmlns:a16="http://schemas.microsoft.com/office/drawing/2014/main" id="{7CE91B58-E541-49C0-8648-72B7D9C6F57F}"/>
              </a:ext>
            </a:extLst>
          </p:cNvPr>
          <p:cNvSpPr>
            <a:spLocks noGrp="1"/>
          </p:cNvSpPr>
          <p:nvPr>
            <p:ph type="subTitle" idx="1"/>
          </p:nvPr>
        </p:nvSpPr>
        <p:spPr>
          <a:xfrm>
            <a:off x="317500" y="1651000"/>
            <a:ext cx="8064500" cy="4584700"/>
          </a:xfrm>
        </p:spPr>
        <p:txBody>
          <a:bodyPr>
            <a:noAutofit/>
          </a:bodyPr>
          <a:lstStyle/>
          <a:p>
            <a:pPr marL="342886" indent="-342886" algn="l">
              <a:buFont typeface="Arial" panose="020B0604020202020204" pitchFamily="34" charset="0"/>
              <a:buChar char="•"/>
            </a:pPr>
            <a:r>
              <a:rPr lang="en-US" sz="2333" dirty="0"/>
              <a:t>ECC was formed in 1985</a:t>
            </a:r>
          </a:p>
          <a:p>
            <a:pPr marL="342886" indent="-342886" algn="l">
              <a:buFont typeface="Arial" panose="020B0604020202020204" pitchFamily="34" charset="0"/>
              <a:buChar char="•"/>
            </a:pPr>
            <a:r>
              <a:rPr lang="en-US" sz="2333" dirty="0"/>
              <a:t>Entered the 8(a) program in July 1989</a:t>
            </a:r>
          </a:p>
          <a:p>
            <a:pPr marL="342886" indent="-342886" algn="l">
              <a:buFont typeface="Arial" panose="020B0604020202020204" pitchFamily="34" charset="0"/>
              <a:buChar char="•"/>
            </a:pPr>
            <a:r>
              <a:rPr lang="en-US" sz="2333" dirty="0"/>
              <a:t>Graduated in July 1998</a:t>
            </a:r>
          </a:p>
          <a:p>
            <a:pPr marL="342886" indent="-342886" algn="l">
              <a:buFont typeface="Arial" panose="020B0604020202020204" pitchFamily="34" charset="0"/>
              <a:buChar char="•"/>
            </a:pPr>
            <a:r>
              <a:rPr lang="en-US" sz="2333" dirty="0"/>
              <a:t>Became an ESOP company in 2005</a:t>
            </a:r>
          </a:p>
          <a:p>
            <a:pPr marL="342886" indent="-342886" algn="l">
              <a:buFont typeface="Arial" panose="020B0604020202020204" pitchFamily="34" charset="0"/>
              <a:buChar char="•"/>
            </a:pPr>
            <a:r>
              <a:rPr lang="en-US" sz="2333" dirty="0"/>
              <a:t>Currently working in 20 countries/territories</a:t>
            </a:r>
            <a:endParaRPr lang="en-US" sz="2333" dirty="0">
              <a:highlight>
                <a:srgbClr val="FFFF00"/>
              </a:highlight>
            </a:endParaRPr>
          </a:p>
          <a:p>
            <a:pPr marL="342886" indent="-342886" algn="l">
              <a:buFont typeface="Arial" panose="020B0604020202020204" pitchFamily="34" charset="0"/>
              <a:buChar char="•"/>
            </a:pPr>
            <a:r>
              <a:rPr lang="en-US" sz="2333" dirty="0"/>
              <a:t>Core capabilities:</a:t>
            </a:r>
          </a:p>
          <a:p>
            <a:pPr marL="800068" lvl="1" indent="-342886" algn="l">
              <a:buFont typeface="Arial" panose="020B0604020202020204" pitchFamily="34" charset="0"/>
              <a:buChar char="•"/>
            </a:pPr>
            <a:r>
              <a:rPr lang="en-US" dirty="0"/>
              <a:t>Environmental Remediation</a:t>
            </a:r>
          </a:p>
          <a:p>
            <a:pPr marL="800068" lvl="1" indent="-342886" algn="l">
              <a:buFont typeface="Arial" panose="020B0604020202020204" pitchFamily="34" charset="0"/>
              <a:buChar char="•"/>
            </a:pPr>
            <a:r>
              <a:rPr lang="en-US" dirty="0"/>
              <a:t>Design-Build Construction</a:t>
            </a:r>
          </a:p>
          <a:p>
            <a:pPr marL="800068" lvl="1" indent="-342886" algn="l">
              <a:buFont typeface="Arial" panose="020B0604020202020204" pitchFamily="34" charset="0"/>
              <a:buChar char="•"/>
            </a:pPr>
            <a:r>
              <a:rPr lang="en-US" dirty="0"/>
              <a:t>Munitions Response</a:t>
            </a:r>
          </a:p>
          <a:p>
            <a:pPr marL="800068" lvl="1" indent="-342886" algn="l">
              <a:buFont typeface="Arial" panose="020B0604020202020204" pitchFamily="34" charset="0"/>
              <a:buChar char="•"/>
            </a:pPr>
            <a:r>
              <a:rPr lang="en-US" dirty="0"/>
              <a:t>Renewable Energy Development</a:t>
            </a:r>
          </a:p>
          <a:p>
            <a:pPr marL="800068" lvl="1" indent="-342886" algn="l">
              <a:buFont typeface="Arial" panose="020B0604020202020204" pitchFamily="34" charset="0"/>
              <a:buChar char="•"/>
            </a:pPr>
            <a:r>
              <a:rPr lang="en-US" dirty="0"/>
              <a:t>Emergency/Contingency Response</a:t>
            </a:r>
          </a:p>
          <a:p>
            <a:pPr marL="800068" lvl="1" indent="-342886" algn="l">
              <a:buFont typeface="Arial" panose="020B0604020202020204" pitchFamily="34" charset="0"/>
              <a:buChar char="•"/>
            </a:pPr>
            <a:endParaRPr lang="en-US" sz="2400" dirty="0"/>
          </a:p>
        </p:txBody>
      </p:sp>
      <p:pic>
        <p:nvPicPr>
          <p:cNvPr id="4" name="Picture 3" descr="Graphical user interface, website, calendar&#10;&#10;Description automatically generated">
            <a:extLst>
              <a:ext uri="{FF2B5EF4-FFF2-40B4-BE49-F238E27FC236}">
                <a16:creationId xmlns:a16="http://schemas.microsoft.com/office/drawing/2014/main" id="{F31F2482-2501-41B3-58B4-DDB2719F8683}"/>
              </a:ext>
            </a:extLst>
          </p:cNvPr>
          <p:cNvPicPr>
            <a:picLocks noChangeAspect="1"/>
          </p:cNvPicPr>
          <p:nvPr/>
        </p:nvPicPr>
        <p:blipFill>
          <a:blip r:embed="rId2"/>
          <a:stretch>
            <a:fillRect/>
          </a:stretch>
        </p:blipFill>
        <p:spPr>
          <a:xfrm>
            <a:off x="6738113" y="2222500"/>
            <a:ext cx="5533265" cy="3352013"/>
          </a:xfrm>
          <a:prstGeom prst="rect">
            <a:avLst/>
          </a:prstGeom>
        </p:spPr>
      </p:pic>
    </p:spTree>
    <p:extLst>
      <p:ext uri="{BB962C8B-B14F-4D97-AF65-F5344CB8AC3E}">
        <p14:creationId xmlns:p14="http://schemas.microsoft.com/office/powerpoint/2010/main" val="182042376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365278-FCE5-6F3F-A411-3917FB13E3DE}"/>
              </a:ext>
            </a:extLst>
          </p:cNvPr>
          <p:cNvSpPr>
            <a:spLocks noGrp="1"/>
          </p:cNvSpPr>
          <p:nvPr>
            <p:ph type="title"/>
          </p:nvPr>
        </p:nvSpPr>
        <p:spPr>
          <a:xfrm>
            <a:off x="762000" y="-1964"/>
            <a:ext cx="8699501" cy="573464"/>
          </a:xfrm>
        </p:spPr>
        <p:txBody>
          <a:bodyPr/>
          <a:lstStyle/>
          <a:p>
            <a:r>
              <a:rPr lang="en-US" dirty="0" err="1"/>
              <a:t>Usace</a:t>
            </a:r>
            <a:r>
              <a:rPr lang="en-US" dirty="0"/>
              <a:t> - </a:t>
            </a:r>
            <a:r>
              <a:rPr lang="en-US" dirty="0" err="1"/>
              <a:t>ecc</a:t>
            </a:r>
            <a:r>
              <a:rPr lang="en-US" dirty="0"/>
              <a:t> fire recovery mission</a:t>
            </a:r>
          </a:p>
        </p:txBody>
      </p:sp>
      <p:sp>
        <p:nvSpPr>
          <p:cNvPr id="3" name="Text Placeholder 2">
            <a:extLst>
              <a:ext uri="{FF2B5EF4-FFF2-40B4-BE49-F238E27FC236}">
                <a16:creationId xmlns:a16="http://schemas.microsoft.com/office/drawing/2014/main" id="{0773DD14-89FF-FC78-E47A-8A5E58C62095}"/>
              </a:ext>
            </a:extLst>
          </p:cNvPr>
          <p:cNvSpPr>
            <a:spLocks noGrp="1"/>
          </p:cNvSpPr>
          <p:nvPr>
            <p:ph type="body" sz="quarter" idx="10"/>
          </p:nvPr>
        </p:nvSpPr>
        <p:spPr>
          <a:xfrm>
            <a:off x="571500" y="762000"/>
            <a:ext cx="10668000" cy="5651500"/>
          </a:xfrm>
        </p:spPr>
        <p:txBody>
          <a:bodyPr/>
          <a:lstStyle/>
          <a:p>
            <a:pPr>
              <a:spcBef>
                <a:spcPts val="500"/>
              </a:spcBef>
            </a:pPr>
            <a:r>
              <a:rPr lang="en-US" dirty="0"/>
              <a:t>SCOPE OF WORK (SOW):</a:t>
            </a:r>
          </a:p>
          <a:p>
            <a:pPr lvl="1">
              <a:spcBef>
                <a:spcPts val="500"/>
              </a:spcBef>
            </a:pPr>
            <a:r>
              <a:rPr lang="en-US" dirty="0"/>
              <a:t>Planning</a:t>
            </a:r>
          </a:p>
          <a:p>
            <a:pPr lvl="1">
              <a:spcBef>
                <a:spcPts val="500"/>
              </a:spcBef>
            </a:pPr>
            <a:r>
              <a:rPr lang="en-US" dirty="0"/>
              <a:t>Hazard Site Assessments</a:t>
            </a:r>
          </a:p>
          <a:p>
            <a:pPr lvl="1">
              <a:spcBef>
                <a:spcPts val="500"/>
              </a:spcBef>
            </a:pPr>
            <a:r>
              <a:rPr lang="en-US" dirty="0"/>
              <a:t>Private Property Debris Removal – Residential and Schools</a:t>
            </a:r>
          </a:p>
          <a:p>
            <a:pPr lvl="2">
              <a:spcBef>
                <a:spcPts val="500"/>
              </a:spcBef>
            </a:pPr>
            <a:r>
              <a:rPr lang="en-US" dirty="0"/>
              <a:t>Household Hazardous Waste</a:t>
            </a:r>
          </a:p>
          <a:p>
            <a:pPr lvl="2">
              <a:spcBef>
                <a:spcPts val="500"/>
              </a:spcBef>
            </a:pPr>
            <a:r>
              <a:rPr lang="en-US" dirty="0"/>
              <a:t>Asbestos Abatement &amp; Disposal</a:t>
            </a:r>
          </a:p>
          <a:p>
            <a:pPr lvl="2">
              <a:spcBef>
                <a:spcPts val="500"/>
              </a:spcBef>
            </a:pPr>
            <a:r>
              <a:rPr lang="en-US" dirty="0"/>
              <a:t>Debris Removal</a:t>
            </a:r>
          </a:p>
          <a:p>
            <a:pPr lvl="2">
              <a:spcBef>
                <a:spcPts val="500"/>
              </a:spcBef>
            </a:pPr>
            <a:r>
              <a:rPr lang="en-US" dirty="0"/>
              <a:t>Temporary Reduction Sites Management</a:t>
            </a:r>
          </a:p>
          <a:p>
            <a:pPr lvl="2">
              <a:spcBef>
                <a:spcPts val="500"/>
              </a:spcBef>
            </a:pPr>
            <a:r>
              <a:rPr lang="en-US" dirty="0"/>
              <a:t>Transportation &amp; Disposal</a:t>
            </a:r>
          </a:p>
          <a:p>
            <a:pPr lvl="1">
              <a:spcBef>
                <a:spcPts val="500"/>
              </a:spcBef>
            </a:pPr>
            <a:endParaRPr lang="en-US" dirty="0"/>
          </a:p>
          <a:p>
            <a:pPr lvl="1">
              <a:spcBef>
                <a:spcPts val="500"/>
              </a:spcBef>
            </a:pPr>
            <a:r>
              <a:rPr lang="en-US" dirty="0"/>
              <a:t>NOT INCLUDED IN SOW:</a:t>
            </a:r>
          </a:p>
          <a:p>
            <a:pPr lvl="2">
              <a:spcBef>
                <a:spcPts val="500"/>
              </a:spcBef>
            </a:pPr>
            <a:r>
              <a:rPr lang="en-US" dirty="0"/>
              <a:t>Property Improvements</a:t>
            </a:r>
          </a:p>
          <a:p>
            <a:pPr lvl="2">
              <a:spcBef>
                <a:spcPts val="500"/>
              </a:spcBef>
            </a:pPr>
            <a:r>
              <a:rPr lang="en-US" dirty="0"/>
              <a:t>Reconstruction/Rebuilding</a:t>
            </a:r>
          </a:p>
          <a:p>
            <a:pPr lvl="2">
              <a:spcBef>
                <a:spcPts val="500"/>
              </a:spcBef>
            </a:pPr>
            <a:r>
              <a:rPr lang="en-US" dirty="0"/>
              <a:t>Temporary &amp; Permanent Utilities</a:t>
            </a:r>
          </a:p>
          <a:p>
            <a:pPr lvl="2">
              <a:spcBef>
                <a:spcPts val="500"/>
              </a:spcBef>
            </a:pPr>
            <a:r>
              <a:rPr lang="en-US" dirty="0"/>
              <a:t>Temporary Sheltering/Feeding/Life Support</a:t>
            </a:r>
          </a:p>
          <a:p>
            <a:pPr lvl="2">
              <a:spcBef>
                <a:spcPts val="500"/>
              </a:spcBef>
            </a:pPr>
            <a:endParaRPr lang="en-US" dirty="0"/>
          </a:p>
          <a:p>
            <a:pPr lvl="1">
              <a:spcBef>
                <a:spcPts val="500"/>
              </a:spcBef>
            </a:pPr>
            <a:endParaRPr lang="en-US" dirty="0"/>
          </a:p>
        </p:txBody>
      </p:sp>
    </p:spTree>
    <p:extLst>
      <p:ext uri="{BB962C8B-B14F-4D97-AF65-F5344CB8AC3E}">
        <p14:creationId xmlns:p14="http://schemas.microsoft.com/office/powerpoint/2010/main" val="378195423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540A41-A3BE-175F-6726-1BF29766F43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E94D6BC-9856-84A7-D68D-39F4D678B10E}"/>
              </a:ext>
            </a:extLst>
          </p:cNvPr>
          <p:cNvSpPr>
            <a:spLocks noGrp="1"/>
          </p:cNvSpPr>
          <p:nvPr>
            <p:ph type="title"/>
          </p:nvPr>
        </p:nvSpPr>
        <p:spPr>
          <a:xfrm>
            <a:off x="762000" y="-1964"/>
            <a:ext cx="8699501" cy="573464"/>
          </a:xfrm>
        </p:spPr>
        <p:txBody>
          <a:bodyPr/>
          <a:lstStyle/>
          <a:p>
            <a:r>
              <a:rPr lang="en-US" dirty="0"/>
              <a:t>Subcontracting opportunities</a:t>
            </a:r>
          </a:p>
        </p:txBody>
      </p:sp>
      <p:sp>
        <p:nvSpPr>
          <p:cNvPr id="3" name="Text Placeholder 2">
            <a:extLst>
              <a:ext uri="{FF2B5EF4-FFF2-40B4-BE49-F238E27FC236}">
                <a16:creationId xmlns:a16="http://schemas.microsoft.com/office/drawing/2014/main" id="{39122478-9089-3EAB-AB7B-6AD1EAB6C458}"/>
              </a:ext>
            </a:extLst>
          </p:cNvPr>
          <p:cNvSpPr>
            <a:spLocks noGrp="1"/>
          </p:cNvSpPr>
          <p:nvPr>
            <p:ph type="body" sz="quarter" idx="10"/>
          </p:nvPr>
        </p:nvSpPr>
        <p:spPr>
          <a:xfrm>
            <a:off x="571500" y="1079500"/>
            <a:ext cx="10668000" cy="5080000"/>
          </a:xfrm>
        </p:spPr>
        <p:txBody>
          <a:bodyPr/>
          <a:lstStyle/>
          <a:p>
            <a:pPr>
              <a:spcBef>
                <a:spcPts val="500"/>
              </a:spcBef>
            </a:pPr>
            <a:r>
              <a:rPr lang="en-US" dirty="0"/>
              <a:t>SCOPE ELEMENTS:</a:t>
            </a:r>
          </a:p>
          <a:p>
            <a:pPr lvl="1">
              <a:spcBef>
                <a:spcPts val="500"/>
              </a:spcBef>
            </a:pPr>
            <a:r>
              <a:rPr lang="en-US" sz="1667" dirty="0"/>
              <a:t>Certified asbestos consultants</a:t>
            </a:r>
          </a:p>
          <a:p>
            <a:pPr lvl="1">
              <a:spcBef>
                <a:spcPts val="500"/>
              </a:spcBef>
            </a:pPr>
            <a:r>
              <a:rPr lang="en-US" sz="1667" dirty="0"/>
              <a:t>Archeological Support</a:t>
            </a:r>
          </a:p>
          <a:p>
            <a:pPr lvl="1">
              <a:spcBef>
                <a:spcPts val="500"/>
              </a:spcBef>
            </a:pPr>
            <a:r>
              <a:rPr lang="en-US" sz="1667" dirty="0"/>
              <a:t>Biological support</a:t>
            </a:r>
          </a:p>
          <a:p>
            <a:pPr lvl="1">
              <a:spcBef>
                <a:spcPts val="500"/>
              </a:spcBef>
            </a:pPr>
            <a:r>
              <a:rPr lang="en-US" sz="1667" dirty="0"/>
              <a:t>Engineering services for demolition plans</a:t>
            </a:r>
          </a:p>
          <a:p>
            <a:pPr lvl="1">
              <a:spcBef>
                <a:spcPts val="500"/>
              </a:spcBef>
            </a:pPr>
            <a:r>
              <a:rPr lang="en-US" sz="1667" dirty="0"/>
              <a:t>Household Hazardous Material removal services</a:t>
            </a:r>
          </a:p>
          <a:p>
            <a:pPr lvl="1">
              <a:spcBef>
                <a:spcPts val="500"/>
              </a:spcBef>
            </a:pPr>
            <a:r>
              <a:rPr lang="en-US" sz="1667" dirty="0"/>
              <a:t>Certified arborists</a:t>
            </a:r>
          </a:p>
          <a:p>
            <a:pPr lvl="1">
              <a:spcBef>
                <a:spcPts val="500"/>
              </a:spcBef>
            </a:pPr>
            <a:r>
              <a:rPr lang="en-US" sz="1667" dirty="0"/>
              <a:t>Street sweepers/Water Trucks</a:t>
            </a:r>
          </a:p>
          <a:p>
            <a:pPr lvl="1">
              <a:spcBef>
                <a:spcPts val="500"/>
              </a:spcBef>
            </a:pPr>
            <a:r>
              <a:rPr lang="en-US" sz="1667" dirty="0"/>
              <a:t>Fencing installation</a:t>
            </a:r>
          </a:p>
          <a:p>
            <a:pPr lvl="1">
              <a:spcBef>
                <a:spcPts val="500"/>
              </a:spcBef>
            </a:pPr>
            <a:r>
              <a:rPr lang="en-US" sz="1667" dirty="0"/>
              <a:t>Tree cutting services</a:t>
            </a:r>
          </a:p>
          <a:p>
            <a:pPr lvl="1">
              <a:spcBef>
                <a:spcPts val="500"/>
              </a:spcBef>
            </a:pPr>
            <a:r>
              <a:rPr lang="en-US" sz="1667" dirty="0"/>
              <a:t>Traffic control</a:t>
            </a:r>
          </a:p>
          <a:p>
            <a:pPr lvl="1">
              <a:spcBef>
                <a:spcPts val="500"/>
              </a:spcBef>
            </a:pPr>
            <a:r>
              <a:rPr lang="en-US" sz="1667" dirty="0"/>
              <a:t>Debris removal and Make Safe crews</a:t>
            </a:r>
          </a:p>
          <a:p>
            <a:pPr lvl="1">
              <a:spcBef>
                <a:spcPts val="500"/>
              </a:spcBef>
            </a:pPr>
            <a:r>
              <a:rPr lang="en-US" sz="1667" dirty="0"/>
              <a:t>Staffing including administrative support, field supervisors, quality control &amp; safety management</a:t>
            </a:r>
          </a:p>
        </p:txBody>
      </p:sp>
    </p:spTree>
    <p:extLst>
      <p:ext uri="{BB962C8B-B14F-4D97-AF65-F5344CB8AC3E}">
        <p14:creationId xmlns:p14="http://schemas.microsoft.com/office/powerpoint/2010/main" val="198665311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96EB7A-E852-F569-2909-0350FF8D2A5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459FDC5-4440-85D2-FC96-1CD88C8A096A}"/>
              </a:ext>
            </a:extLst>
          </p:cNvPr>
          <p:cNvSpPr>
            <a:spLocks noGrp="1"/>
          </p:cNvSpPr>
          <p:nvPr>
            <p:ph type="title"/>
          </p:nvPr>
        </p:nvSpPr>
        <p:spPr>
          <a:xfrm>
            <a:off x="762000" y="-1964"/>
            <a:ext cx="8699501" cy="573464"/>
          </a:xfrm>
        </p:spPr>
        <p:txBody>
          <a:bodyPr/>
          <a:lstStyle/>
          <a:p>
            <a:r>
              <a:rPr lang="en-US" dirty="0"/>
              <a:t>Utilization of local small businesses</a:t>
            </a:r>
          </a:p>
        </p:txBody>
      </p:sp>
      <p:sp>
        <p:nvSpPr>
          <p:cNvPr id="3" name="Text Placeholder 2">
            <a:extLst>
              <a:ext uri="{FF2B5EF4-FFF2-40B4-BE49-F238E27FC236}">
                <a16:creationId xmlns:a16="http://schemas.microsoft.com/office/drawing/2014/main" id="{715ADCA1-9E3F-2080-97C7-2B4A05179305}"/>
              </a:ext>
            </a:extLst>
          </p:cNvPr>
          <p:cNvSpPr>
            <a:spLocks noGrp="1"/>
          </p:cNvSpPr>
          <p:nvPr>
            <p:ph type="body" sz="quarter" idx="10"/>
          </p:nvPr>
        </p:nvSpPr>
        <p:spPr>
          <a:xfrm>
            <a:off x="571500" y="1079500"/>
            <a:ext cx="10668000" cy="3746500"/>
          </a:xfrm>
        </p:spPr>
        <p:txBody>
          <a:bodyPr/>
          <a:lstStyle/>
          <a:p>
            <a:pPr>
              <a:spcBef>
                <a:spcPts val="500"/>
              </a:spcBef>
            </a:pPr>
            <a:r>
              <a:rPr lang="en-US" dirty="0"/>
              <a:t>ECC has successfully implemented a subcontracting approach to local small businesses during mission responses:</a:t>
            </a:r>
          </a:p>
          <a:p>
            <a:pPr lvl="1">
              <a:spcBef>
                <a:spcPts val="500"/>
              </a:spcBef>
            </a:pPr>
            <a:r>
              <a:rPr lang="en-US" dirty="0"/>
              <a:t>Initial emphasis to get the mission moving; execution may involve LBs or non-local resources that are teamed with ECC with demonstrated past performance</a:t>
            </a:r>
          </a:p>
          <a:p>
            <a:pPr lvl="1">
              <a:spcBef>
                <a:spcPts val="500"/>
              </a:spcBef>
            </a:pPr>
            <a:r>
              <a:rPr lang="en-US" dirty="0"/>
              <a:t>Outreach efforts through our website and social media</a:t>
            </a:r>
          </a:p>
          <a:p>
            <a:pPr lvl="1">
              <a:spcBef>
                <a:spcPts val="500"/>
              </a:spcBef>
            </a:pPr>
            <a:r>
              <a:rPr lang="en-US" dirty="0"/>
              <a:t>Review and compile list from pre-qualification data base</a:t>
            </a:r>
          </a:p>
          <a:p>
            <a:pPr lvl="1">
              <a:spcBef>
                <a:spcPts val="500"/>
              </a:spcBef>
            </a:pPr>
            <a:r>
              <a:rPr lang="en-US" dirty="0"/>
              <a:t>Transition to local resources expeditiously</a:t>
            </a:r>
          </a:p>
          <a:p>
            <a:pPr lvl="1">
              <a:spcBef>
                <a:spcPts val="500"/>
              </a:spcBef>
            </a:pPr>
            <a:r>
              <a:rPr lang="en-US" dirty="0"/>
              <a:t>Host local subcontractor outreach efforts</a:t>
            </a:r>
          </a:p>
          <a:p>
            <a:pPr lvl="1">
              <a:spcBef>
                <a:spcPts val="500"/>
              </a:spcBef>
            </a:pPr>
            <a:r>
              <a:rPr lang="en-US" dirty="0"/>
              <a:t>Connect with local agencies to obtain a list of qualified resources with the appropriate socio-economic status</a:t>
            </a:r>
          </a:p>
          <a:p>
            <a:endParaRPr lang="en-US" dirty="0"/>
          </a:p>
        </p:txBody>
      </p:sp>
    </p:spTree>
    <p:extLst>
      <p:ext uri="{BB962C8B-B14F-4D97-AF65-F5344CB8AC3E}">
        <p14:creationId xmlns:p14="http://schemas.microsoft.com/office/powerpoint/2010/main" val="103563477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D46358-D83B-3721-628F-4D3A6E1DADE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A11AFA9-8DCB-2686-326D-1E7CC5C45077}"/>
              </a:ext>
            </a:extLst>
          </p:cNvPr>
          <p:cNvSpPr>
            <a:spLocks noGrp="1"/>
          </p:cNvSpPr>
          <p:nvPr>
            <p:ph type="title"/>
          </p:nvPr>
        </p:nvSpPr>
        <p:spPr>
          <a:xfrm>
            <a:off x="762000" y="238125"/>
            <a:ext cx="8699501" cy="269875"/>
          </a:xfrm>
        </p:spPr>
        <p:txBody>
          <a:bodyPr/>
          <a:lstStyle/>
          <a:p>
            <a:r>
              <a:rPr lang="en-US" dirty="0"/>
              <a:t>Utilization of local small businesses</a:t>
            </a:r>
          </a:p>
        </p:txBody>
      </p:sp>
      <p:sp>
        <p:nvSpPr>
          <p:cNvPr id="3" name="Text Placeholder 2">
            <a:extLst>
              <a:ext uri="{FF2B5EF4-FFF2-40B4-BE49-F238E27FC236}">
                <a16:creationId xmlns:a16="http://schemas.microsoft.com/office/drawing/2014/main" id="{531F33C9-BAE2-A479-676F-F3F05021D5F4}"/>
              </a:ext>
            </a:extLst>
          </p:cNvPr>
          <p:cNvSpPr>
            <a:spLocks noGrp="1"/>
          </p:cNvSpPr>
          <p:nvPr>
            <p:ph type="body" sz="quarter" idx="10"/>
          </p:nvPr>
        </p:nvSpPr>
        <p:spPr>
          <a:xfrm>
            <a:off x="571500" y="1206500"/>
            <a:ext cx="10668000" cy="5207000"/>
          </a:xfrm>
        </p:spPr>
        <p:txBody>
          <a:bodyPr vert="horz" lIns="0" tIns="0" rIns="0" bIns="0" rtlCol="0" anchor="t">
            <a:noAutofit/>
          </a:bodyPr>
          <a:lstStyle/>
          <a:p>
            <a:pPr>
              <a:spcAft>
                <a:spcPts val="1000"/>
              </a:spcAft>
            </a:pPr>
            <a:r>
              <a:rPr lang="en-US" dirty="0"/>
              <a:t>ECC has successfully implemented a successful approach for subcontracting to local small businesses during mission responses:</a:t>
            </a:r>
          </a:p>
          <a:p>
            <a:pPr lvl="2">
              <a:spcAft>
                <a:spcPts val="1000"/>
              </a:spcAft>
            </a:pPr>
            <a:r>
              <a:rPr lang="en-US" dirty="0"/>
              <a:t>On the current Los Angeles mission – ECC is working closely with the small business office of USACE LA District; they are connecting ECC with their suite of small business prime contractors with proven past performance</a:t>
            </a:r>
          </a:p>
          <a:p>
            <a:pPr lvl="3" algn="l">
              <a:spcAft>
                <a:spcPts val="1000"/>
              </a:spcAft>
            </a:pPr>
            <a:r>
              <a:rPr lang="en-US" dirty="0">
                <a:latin typeface="Arial"/>
                <a:cs typeface="Arial"/>
              </a:rPr>
              <a:t>Currently, ECC has 40 subcontractors working in the field</a:t>
            </a:r>
          </a:p>
          <a:p>
            <a:pPr lvl="3">
              <a:spcAft>
                <a:spcPts val="1000"/>
              </a:spcAft>
            </a:pPr>
            <a:r>
              <a:rPr lang="en-US"/>
              <a:t>60% are </a:t>
            </a:r>
            <a:r>
              <a:rPr lang="en-US" dirty="0"/>
              <a:t>Greater LA Area based small businesses: 8(a), SDB, WOSB, </a:t>
            </a:r>
            <a:r>
              <a:rPr lang="en-US" dirty="0" err="1"/>
              <a:t>HubZone</a:t>
            </a:r>
            <a:r>
              <a:rPr lang="en-US" dirty="0"/>
              <a:t>, VOSB, SDVOSB</a:t>
            </a:r>
          </a:p>
          <a:p>
            <a:pPr lvl="2">
              <a:spcAft>
                <a:spcPts val="1000"/>
              </a:spcAft>
            </a:pPr>
            <a:r>
              <a:rPr lang="en-US" dirty="0"/>
              <a:t>Similar approach successfully implemented on Maui – ECC predominantly hired subcontractors based/registered in Maui, Hawaii</a:t>
            </a:r>
          </a:p>
        </p:txBody>
      </p:sp>
    </p:spTree>
    <p:extLst>
      <p:ext uri="{BB962C8B-B14F-4D97-AF65-F5344CB8AC3E}">
        <p14:creationId xmlns:p14="http://schemas.microsoft.com/office/powerpoint/2010/main" val="81036505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13412B-B7CF-CA91-B696-FC51CDCFA56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8534922-C4F0-CDE8-38ED-89DBC89CFF08}"/>
              </a:ext>
            </a:extLst>
          </p:cNvPr>
          <p:cNvSpPr>
            <a:spLocks noGrp="1"/>
          </p:cNvSpPr>
          <p:nvPr>
            <p:ph type="title"/>
          </p:nvPr>
        </p:nvSpPr>
        <p:spPr>
          <a:xfrm>
            <a:off x="635000" y="0"/>
            <a:ext cx="9842500" cy="508000"/>
          </a:xfrm>
        </p:spPr>
        <p:txBody>
          <a:bodyPr/>
          <a:lstStyle/>
          <a:p>
            <a:r>
              <a:rPr lang="en-US" sz="3000" dirty="0"/>
              <a:t>Utilization of local small businesses</a:t>
            </a:r>
          </a:p>
        </p:txBody>
      </p:sp>
      <p:sp>
        <p:nvSpPr>
          <p:cNvPr id="3" name="Text Placeholder 2">
            <a:extLst>
              <a:ext uri="{FF2B5EF4-FFF2-40B4-BE49-F238E27FC236}">
                <a16:creationId xmlns:a16="http://schemas.microsoft.com/office/drawing/2014/main" id="{950DC755-D265-81B4-AFF3-EE5843A95257}"/>
              </a:ext>
            </a:extLst>
          </p:cNvPr>
          <p:cNvSpPr>
            <a:spLocks noGrp="1"/>
          </p:cNvSpPr>
          <p:nvPr>
            <p:ph type="body" sz="quarter" idx="10"/>
          </p:nvPr>
        </p:nvSpPr>
        <p:spPr>
          <a:xfrm>
            <a:off x="698500" y="1206500"/>
            <a:ext cx="10668000" cy="4445000"/>
          </a:xfrm>
        </p:spPr>
        <p:txBody>
          <a:bodyPr/>
          <a:lstStyle/>
          <a:p>
            <a:pPr lvl="1">
              <a:spcBef>
                <a:spcPts val="500"/>
              </a:spcBef>
            </a:pPr>
            <a:r>
              <a:rPr lang="en-US" dirty="0"/>
              <a:t>Initial efforts include:</a:t>
            </a:r>
          </a:p>
          <a:p>
            <a:pPr lvl="2">
              <a:spcBef>
                <a:spcPts val="500"/>
              </a:spcBef>
            </a:pPr>
            <a:r>
              <a:rPr lang="en-US" dirty="0"/>
              <a:t>Establishing call centers</a:t>
            </a:r>
          </a:p>
          <a:p>
            <a:pPr lvl="2">
              <a:spcBef>
                <a:spcPts val="500"/>
              </a:spcBef>
            </a:pPr>
            <a:r>
              <a:rPr lang="en-US" dirty="0"/>
              <a:t>Website links for registration</a:t>
            </a:r>
          </a:p>
          <a:p>
            <a:pPr lvl="2">
              <a:spcBef>
                <a:spcPts val="500"/>
              </a:spcBef>
            </a:pPr>
            <a:r>
              <a:rPr lang="en-US" dirty="0"/>
              <a:t>Subcontractors submit basic pre-qualification information</a:t>
            </a:r>
          </a:p>
          <a:p>
            <a:pPr lvl="2">
              <a:spcBef>
                <a:spcPts val="500"/>
              </a:spcBef>
            </a:pPr>
            <a:r>
              <a:rPr lang="en-US" dirty="0"/>
              <a:t>Share T&amp;Cs ahead of time to identify any major barriers</a:t>
            </a:r>
          </a:p>
          <a:p>
            <a:pPr lvl="2">
              <a:spcBef>
                <a:spcPts val="500"/>
              </a:spcBef>
            </a:pPr>
            <a:r>
              <a:rPr lang="en-US" dirty="0"/>
              <a:t>In-person meetings with selected subcontractors to ensure mutual understanding</a:t>
            </a:r>
          </a:p>
          <a:p>
            <a:pPr lvl="1">
              <a:spcBef>
                <a:spcPts val="500"/>
              </a:spcBef>
            </a:pPr>
            <a:r>
              <a:rPr lang="en-US" dirty="0"/>
              <a:t>Los Angeles Fire Mission Response</a:t>
            </a:r>
          </a:p>
          <a:p>
            <a:pPr lvl="2">
              <a:spcBef>
                <a:spcPts val="500"/>
              </a:spcBef>
            </a:pPr>
            <a:r>
              <a:rPr lang="en-US" dirty="0"/>
              <a:t>Efforts focused on local small businesses based in the region</a:t>
            </a:r>
          </a:p>
          <a:p>
            <a:pPr lvl="2">
              <a:spcBef>
                <a:spcPts val="500"/>
              </a:spcBef>
            </a:pPr>
            <a:r>
              <a:rPr lang="en-US" dirty="0"/>
              <a:t>Local – from impacted/adjacent communities in Southern California</a:t>
            </a:r>
          </a:p>
          <a:p>
            <a:pPr lvl="2">
              <a:spcBef>
                <a:spcPts val="500"/>
              </a:spcBef>
            </a:pPr>
            <a:r>
              <a:rPr lang="en-US" dirty="0"/>
              <a:t>Expand footprint only if there are unfilled resource gaps</a:t>
            </a:r>
          </a:p>
          <a:p>
            <a:pPr lvl="3">
              <a:spcBef>
                <a:spcPts val="500"/>
              </a:spcBef>
            </a:pPr>
            <a:r>
              <a:rPr lang="en-US" dirty="0"/>
              <a:t>We do not foresee footprint expansion outside of California</a:t>
            </a:r>
          </a:p>
          <a:p>
            <a:pPr marL="729586" lvl="4" indent="0">
              <a:buNone/>
            </a:pPr>
            <a:endParaRPr lang="en-US" dirty="0"/>
          </a:p>
          <a:p>
            <a:endParaRPr lang="en-US" dirty="0"/>
          </a:p>
        </p:txBody>
      </p:sp>
    </p:spTree>
    <p:extLst>
      <p:ext uri="{BB962C8B-B14F-4D97-AF65-F5344CB8AC3E}">
        <p14:creationId xmlns:p14="http://schemas.microsoft.com/office/powerpoint/2010/main" val="395428249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5B6420-627A-D8AE-658F-6EF4F2D3F52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F1C9F74-0974-CF99-A768-3292D2061FE3}"/>
              </a:ext>
            </a:extLst>
          </p:cNvPr>
          <p:cNvSpPr>
            <a:spLocks noGrp="1"/>
          </p:cNvSpPr>
          <p:nvPr>
            <p:ph type="title"/>
          </p:nvPr>
        </p:nvSpPr>
        <p:spPr>
          <a:xfrm>
            <a:off x="635000" y="254000"/>
            <a:ext cx="8699501" cy="714375"/>
          </a:xfrm>
        </p:spPr>
        <p:txBody>
          <a:bodyPr>
            <a:normAutofit/>
          </a:bodyPr>
          <a:lstStyle/>
          <a:p>
            <a:r>
              <a:rPr lang="en-US" sz="3000" dirty="0"/>
              <a:t>Pre-qualification screening</a:t>
            </a:r>
            <a:r>
              <a:rPr lang="en-US" dirty="0"/>
              <a:t>	</a:t>
            </a:r>
          </a:p>
        </p:txBody>
      </p:sp>
      <p:sp>
        <p:nvSpPr>
          <p:cNvPr id="3" name="Text Placeholder 2">
            <a:extLst>
              <a:ext uri="{FF2B5EF4-FFF2-40B4-BE49-F238E27FC236}">
                <a16:creationId xmlns:a16="http://schemas.microsoft.com/office/drawing/2014/main" id="{FCD7A7B3-C599-3337-6988-FAA2C58C9CF4}"/>
              </a:ext>
            </a:extLst>
          </p:cNvPr>
          <p:cNvSpPr>
            <a:spLocks noGrp="1"/>
          </p:cNvSpPr>
          <p:nvPr>
            <p:ph type="body" sz="quarter" idx="10"/>
          </p:nvPr>
        </p:nvSpPr>
        <p:spPr>
          <a:xfrm>
            <a:off x="635000" y="1206500"/>
            <a:ext cx="10795000" cy="4635500"/>
          </a:xfrm>
        </p:spPr>
        <p:txBody>
          <a:bodyPr/>
          <a:lstStyle/>
          <a:p>
            <a:pPr marL="380985" indent="-380985">
              <a:buFont typeface="Arial" panose="020B0604020202020204" pitchFamily="34" charset="0"/>
              <a:buChar char="•"/>
            </a:pPr>
            <a:r>
              <a:rPr lang="en-US" b="0" dirty="0"/>
              <a:t>Capability &amp; resources to perform within timeframe required</a:t>
            </a:r>
          </a:p>
          <a:p>
            <a:pPr marL="380985" indent="-380985">
              <a:buFont typeface="Arial" panose="020B0604020202020204" pitchFamily="34" charset="0"/>
              <a:buChar char="•"/>
            </a:pPr>
            <a:r>
              <a:rPr lang="en-US" b="0" dirty="0"/>
              <a:t>Demonstrated past performance on similar work</a:t>
            </a:r>
          </a:p>
          <a:p>
            <a:pPr marL="380985" indent="-380985">
              <a:buFont typeface="Arial" panose="020B0604020202020204" pitchFamily="34" charset="0"/>
              <a:buChar char="•"/>
            </a:pPr>
            <a:r>
              <a:rPr lang="en-US" b="0" dirty="0"/>
              <a:t>Safety practices and EMR rate</a:t>
            </a:r>
          </a:p>
          <a:p>
            <a:pPr marL="380985" indent="-380985">
              <a:buFont typeface="Arial" panose="020B0604020202020204" pitchFamily="34" charset="0"/>
              <a:buChar char="•"/>
            </a:pPr>
            <a:r>
              <a:rPr lang="en-US" b="0" dirty="0"/>
              <a:t>Established business entities</a:t>
            </a:r>
          </a:p>
          <a:p>
            <a:pPr marL="609576" lvl="1" indent="-380985"/>
            <a:r>
              <a:rPr lang="en-US" sz="2000" dirty="0"/>
              <a:t>SAM registration (highly recommended)</a:t>
            </a:r>
          </a:p>
          <a:p>
            <a:pPr marL="380985" indent="-380985">
              <a:buFont typeface="Arial" panose="020B0604020202020204" pitchFamily="34" charset="0"/>
              <a:buChar char="•"/>
            </a:pPr>
            <a:r>
              <a:rPr lang="en-US" b="0" dirty="0"/>
              <a:t>Other project-specific requirements:</a:t>
            </a:r>
          </a:p>
          <a:p>
            <a:pPr marL="609576" lvl="1" indent="-380985"/>
            <a:r>
              <a:rPr lang="en-US" sz="2000" dirty="0"/>
              <a:t>HAZWOPER Training</a:t>
            </a:r>
          </a:p>
          <a:p>
            <a:pPr marL="609576" lvl="1" indent="-380985"/>
            <a:r>
              <a:rPr lang="en-US" sz="2000" dirty="0"/>
              <a:t>Asbestos certifications</a:t>
            </a:r>
          </a:p>
          <a:p>
            <a:pPr marL="609576" lvl="1" indent="-380985"/>
            <a:r>
              <a:rPr lang="en-US" sz="2000" dirty="0"/>
              <a:t>State of </a:t>
            </a:r>
            <a:r>
              <a:rPr lang="en-US" sz="2000"/>
              <a:t>California licensure</a:t>
            </a:r>
            <a:endParaRPr lang="en-US" sz="2000" dirty="0"/>
          </a:p>
          <a:p>
            <a:pPr marL="609576" lvl="1" indent="-380985"/>
            <a:endParaRPr lang="en-US" dirty="0"/>
          </a:p>
          <a:p>
            <a:endParaRPr lang="en-US" dirty="0"/>
          </a:p>
        </p:txBody>
      </p:sp>
    </p:spTree>
    <p:extLst>
      <p:ext uri="{BB962C8B-B14F-4D97-AF65-F5344CB8AC3E}">
        <p14:creationId xmlns:p14="http://schemas.microsoft.com/office/powerpoint/2010/main" val="3797412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075F72-ADE1-35FD-FA0B-C62184F52B4A}"/>
            </a:ext>
          </a:extLst>
        </p:cNvPr>
        <p:cNvGrpSpPr/>
        <p:nvPr/>
      </p:nvGrpSpPr>
      <p:grpSpPr>
        <a:xfrm>
          <a:off x="0" y="0"/>
          <a:ext cx="0" cy="0"/>
          <a:chOff x="0" y="0"/>
          <a:chExt cx="0" cy="0"/>
        </a:xfrm>
      </p:grpSpPr>
      <p:pic>
        <p:nvPicPr>
          <p:cNvPr id="12" name="Content Placeholder 11">
            <a:extLst>
              <a:ext uri="{FF2B5EF4-FFF2-40B4-BE49-F238E27FC236}">
                <a16:creationId xmlns:a16="http://schemas.microsoft.com/office/drawing/2014/main" id="{934EBDD5-8D1B-BDC7-1388-01D8B1D77602}"/>
              </a:ext>
            </a:extLst>
          </p:cNvPr>
          <p:cNvPicPr>
            <a:picLocks noGrp="1" noChangeAspect="1"/>
          </p:cNvPicPr>
          <p:nvPr>
            <p:ph idx="1"/>
          </p:nvPr>
        </p:nvPicPr>
        <p:blipFill>
          <a:blip r:embed="rId2"/>
          <a:stretch>
            <a:fillRect/>
          </a:stretch>
        </p:blipFill>
        <p:spPr>
          <a:xfrm>
            <a:off x="1418713" y="63500"/>
            <a:ext cx="9354574" cy="5839973"/>
          </a:xfrm>
        </p:spPr>
      </p:pic>
    </p:spTree>
    <p:extLst>
      <p:ext uri="{BB962C8B-B14F-4D97-AF65-F5344CB8AC3E}">
        <p14:creationId xmlns:p14="http://schemas.microsoft.com/office/powerpoint/2010/main" val="2182991204"/>
      </p:ext>
    </p:extLst>
  </p:cSld>
  <p:clrMapOvr>
    <a:masterClrMapping/>
  </p:clrMapOvr>
</p:sld>
</file>

<file path=ppt/theme/theme1.xml><?xml version="1.0" encoding="utf-8"?>
<a:theme xmlns:a="http://schemas.openxmlformats.org/drawingml/2006/main" name="CUI Upper left Castle template ">
  <a:themeElements>
    <a:clrScheme name="USACE - Army 2023">
      <a:dk1>
        <a:srgbClr val="221F20"/>
      </a:dk1>
      <a:lt1>
        <a:srgbClr val="565557"/>
      </a:lt1>
      <a:dk2>
        <a:srgbClr val="FFFFFF"/>
      </a:dk2>
      <a:lt2>
        <a:srgbClr val="D5D5D7"/>
      </a:lt2>
      <a:accent1>
        <a:srgbClr val="727365"/>
      </a:accent1>
      <a:accent2>
        <a:srgbClr val="2F372F"/>
      </a:accent2>
      <a:accent3>
        <a:srgbClr val="FFCC01"/>
      </a:accent3>
      <a:accent4>
        <a:srgbClr val="BFB8A6"/>
      </a:accent4>
      <a:accent5>
        <a:srgbClr val="00308F"/>
      </a:accent5>
      <a:accent6>
        <a:srgbClr val="CF0000"/>
      </a:accent6>
      <a:hlink>
        <a:srgbClr val="3E6682"/>
      </a:hlink>
      <a:folHlink>
        <a:srgbClr val="7030A0"/>
      </a:folHlink>
    </a:clrScheme>
    <a:fontScheme name="USACE TEMPLATE FONT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3F4339">
            <a:alpha val="89000"/>
          </a:srgbClr>
        </a:solidFill>
        <a:ln>
          <a:noFill/>
        </a:ln>
        <a:effectLst/>
      </a:spPr>
      <a:bodyPr anchor="ctr"/>
      <a:lstStyle>
        <a:defPPr algn="ctr">
          <a:defRPr dirty="0"/>
        </a:defPPr>
      </a:lstStyle>
      <a:style>
        <a:lnRef idx="1">
          <a:schemeClr val="accent1"/>
        </a:lnRef>
        <a:fillRef idx="3">
          <a:schemeClr val="accent1"/>
        </a:fillRef>
        <a:effectRef idx="2">
          <a:schemeClr val="accent1"/>
        </a:effectRef>
        <a:fontRef idx="minor">
          <a:schemeClr val="lt1"/>
        </a:fontRef>
      </a:style>
    </a:spDef>
  </a:objectDefaults>
  <a:extraClrSchemeLst/>
  <a:extLst>
    <a:ext uri="{05A4C25C-085E-4340-85A3-A5531E510DB2}">
      <thm15:themeFamily xmlns:thm15="http://schemas.microsoft.com/office/thememl/2012/main" name="NWDTemplate-LogosDown-2017.potx" id="{9FA1C32E-CDE2-4EA8-82A9-54FAA73D0B6D}" vid="{4D202EBB-725C-4C87-B90A-DB065ED0BBF7}"/>
    </a:ext>
  </a:extLst>
</a:theme>
</file>

<file path=ppt/theme/theme2.xml><?xml version="1.0" encoding="utf-8"?>
<a:theme xmlns:a="http://schemas.openxmlformats.org/drawingml/2006/main" name="traditional template NON CUI">
  <a:themeElements>
    <a:clrScheme name="USACE - Army 2023">
      <a:dk1>
        <a:srgbClr val="221F20"/>
      </a:dk1>
      <a:lt1>
        <a:srgbClr val="565557"/>
      </a:lt1>
      <a:dk2>
        <a:srgbClr val="FFFFFF"/>
      </a:dk2>
      <a:lt2>
        <a:srgbClr val="D5D5D7"/>
      </a:lt2>
      <a:accent1>
        <a:srgbClr val="727365"/>
      </a:accent1>
      <a:accent2>
        <a:srgbClr val="2F372F"/>
      </a:accent2>
      <a:accent3>
        <a:srgbClr val="FFCC01"/>
      </a:accent3>
      <a:accent4>
        <a:srgbClr val="BFB8A6"/>
      </a:accent4>
      <a:accent5>
        <a:srgbClr val="00308F"/>
      </a:accent5>
      <a:accent6>
        <a:srgbClr val="CF0000"/>
      </a:accent6>
      <a:hlink>
        <a:srgbClr val="3E6682"/>
      </a:hlink>
      <a:folHlink>
        <a:srgbClr val="7030A0"/>
      </a:folHlink>
    </a:clrScheme>
    <a:fontScheme name="USACE TEMPLATE FONT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3F4339">
            <a:alpha val="89000"/>
          </a:srgbClr>
        </a:solidFill>
        <a:ln>
          <a:noFill/>
        </a:ln>
        <a:effectLst/>
      </a:spPr>
      <a:bodyPr anchor="ctr"/>
      <a:lstStyle>
        <a:defPPr algn="ctr">
          <a:defRPr dirty="0"/>
        </a:defPPr>
      </a:lstStyle>
      <a:style>
        <a:lnRef idx="1">
          <a:schemeClr val="accent1"/>
        </a:lnRef>
        <a:fillRef idx="3">
          <a:schemeClr val="accent1"/>
        </a:fillRef>
        <a:effectRef idx="2">
          <a:schemeClr val="accent1"/>
        </a:effectRef>
        <a:fontRef idx="minor">
          <a:schemeClr val="lt1"/>
        </a:fontRef>
      </a:style>
    </a:spDef>
  </a:objectDefaults>
  <a:extraClrSchemeLst/>
  <a:extLst>
    <a:ext uri="{05A4C25C-085E-4340-85A3-A5531E510DB2}">
      <thm15:themeFamily xmlns:thm15="http://schemas.microsoft.com/office/thememl/2012/main" name="NWDTemplate-LogosDown-2017.potx" id="{9FA1C32E-CDE2-4EA8-82A9-54FAA73D0B6D}" vid="{4D202EBB-725C-4C87-B90A-DB065ED0BBF7}"/>
    </a:ext>
  </a:extLst>
</a:theme>
</file>

<file path=ppt/theme/theme3.xml><?xml version="1.0" encoding="utf-8"?>
<a:theme xmlns:a="http://schemas.openxmlformats.org/drawingml/2006/main" name="Traditional template CUI">
  <a:themeElements>
    <a:clrScheme name="USACE - Army 2023">
      <a:dk1>
        <a:srgbClr val="221F20"/>
      </a:dk1>
      <a:lt1>
        <a:srgbClr val="565557"/>
      </a:lt1>
      <a:dk2>
        <a:srgbClr val="FFFFFF"/>
      </a:dk2>
      <a:lt2>
        <a:srgbClr val="D5D5D7"/>
      </a:lt2>
      <a:accent1>
        <a:srgbClr val="727365"/>
      </a:accent1>
      <a:accent2>
        <a:srgbClr val="2F372F"/>
      </a:accent2>
      <a:accent3>
        <a:srgbClr val="FFCC01"/>
      </a:accent3>
      <a:accent4>
        <a:srgbClr val="BFB8A6"/>
      </a:accent4>
      <a:accent5>
        <a:srgbClr val="00308F"/>
      </a:accent5>
      <a:accent6>
        <a:srgbClr val="CF0000"/>
      </a:accent6>
      <a:hlink>
        <a:srgbClr val="3E6682"/>
      </a:hlink>
      <a:folHlink>
        <a:srgbClr val="7030A0"/>
      </a:folHlink>
    </a:clrScheme>
    <a:fontScheme name="USACE TEMPLATE FONT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3F4339">
            <a:alpha val="89000"/>
          </a:srgbClr>
        </a:solidFill>
        <a:ln>
          <a:noFill/>
        </a:ln>
        <a:effectLst/>
      </a:spPr>
      <a:bodyPr anchor="ctr"/>
      <a:lstStyle>
        <a:defPPr algn="ctr">
          <a:defRPr dirty="0"/>
        </a:defPPr>
      </a:lstStyle>
      <a:style>
        <a:lnRef idx="1">
          <a:schemeClr val="accent1"/>
        </a:lnRef>
        <a:fillRef idx="3">
          <a:schemeClr val="accent1"/>
        </a:fillRef>
        <a:effectRef idx="2">
          <a:schemeClr val="accent1"/>
        </a:effectRef>
        <a:fontRef idx="minor">
          <a:schemeClr val="lt1"/>
        </a:fontRef>
      </a:style>
    </a:spDef>
  </a:objectDefaults>
  <a:extraClrSchemeLst/>
  <a:extLst>
    <a:ext uri="{05A4C25C-085E-4340-85A3-A5531E510DB2}">
      <thm15:themeFamily xmlns:thm15="http://schemas.microsoft.com/office/thememl/2012/main" name="NWDTemplate-LogosDown-2017.potx" id="{9FA1C32E-CDE2-4EA8-82A9-54FAA73D0B6D}" vid="{4D202EBB-725C-4C87-B90A-DB065ED0BBF7}"/>
    </a:ext>
  </a:extLst>
</a:theme>
</file>

<file path=ppt/theme/theme4.xml><?xml version="1.0" encoding="utf-8"?>
<a:theme xmlns:a="http://schemas.openxmlformats.org/drawingml/2006/main" name="2_Upper Left Star and Castle NON CUI">
  <a:themeElements>
    <a:clrScheme name="USACE - Army 2023">
      <a:dk1>
        <a:srgbClr val="221F20"/>
      </a:dk1>
      <a:lt1>
        <a:srgbClr val="565557"/>
      </a:lt1>
      <a:dk2>
        <a:srgbClr val="FFFFFF"/>
      </a:dk2>
      <a:lt2>
        <a:srgbClr val="D5D5D7"/>
      </a:lt2>
      <a:accent1>
        <a:srgbClr val="727365"/>
      </a:accent1>
      <a:accent2>
        <a:srgbClr val="2F372F"/>
      </a:accent2>
      <a:accent3>
        <a:srgbClr val="FFCC01"/>
      </a:accent3>
      <a:accent4>
        <a:srgbClr val="BFB8A6"/>
      </a:accent4>
      <a:accent5>
        <a:srgbClr val="00308F"/>
      </a:accent5>
      <a:accent6>
        <a:srgbClr val="CF0000"/>
      </a:accent6>
      <a:hlink>
        <a:srgbClr val="3E6682"/>
      </a:hlink>
      <a:folHlink>
        <a:srgbClr val="7030A0"/>
      </a:folHlink>
    </a:clrScheme>
    <a:fontScheme name="USACE TEMPLATE FONT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3F4339">
            <a:alpha val="89000"/>
          </a:srgbClr>
        </a:solidFill>
        <a:ln>
          <a:noFill/>
        </a:ln>
        <a:effectLst/>
      </a:spPr>
      <a:bodyPr anchor="ctr"/>
      <a:lstStyle>
        <a:defPPr algn="ctr">
          <a:defRPr dirty="0"/>
        </a:defPPr>
      </a:lstStyle>
      <a:style>
        <a:lnRef idx="1">
          <a:schemeClr val="accent1"/>
        </a:lnRef>
        <a:fillRef idx="3">
          <a:schemeClr val="accent1"/>
        </a:fillRef>
        <a:effectRef idx="2">
          <a:schemeClr val="accent1"/>
        </a:effectRef>
        <a:fontRef idx="minor">
          <a:schemeClr val="lt1"/>
        </a:fontRef>
      </a:style>
    </a:spDef>
  </a:objectDefaults>
  <a:extraClrSchemeLst/>
  <a:extLst>
    <a:ext uri="{05A4C25C-085E-4340-85A3-A5531E510DB2}">
      <thm15:themeFamily xmlns:thm15="http://schemas.microsoft.com/office/thememl/2012/main" name="NWDTemplate-LogosDown-2017.potx" id="{9FA1C32E-CDE2-4EA8-82A9-54FAA73D0B6D}" vid="{4D202EBB-725C-4C87-B90A-DB065ED0BBF7}"/>
    </a:ext>
  </a:extLst>
</a:theme>
</file>

<file path=ppt/theme/theme5.xml><?xml version="1.0" encoding="utf-8"?>
<a:theme xmlns:a="http://schemas.openxmlformats.org/drawingml/2006/main" name="Upper Left Star and Castle CUI">
  <a:themeElements>
    <a:clrScheme name="USACE - Army 2023">
      <a:dk1>
        <a:srgbClr val="221F20"/>
      </a:dk1>
      <a:lt1>
        <a:srgbClr val="565557"/>
      </a:lt1>
      <a:dk2>
        <a:srgbClr val="FFFFFF"/>
      </a:dk2>
      <a:lt2>
        <a:srgbClr val="D5D5D7"/>
      </a:lt2>
      <a:accent1>
        <a:srgbClr val="727365"/>
      </a:accent1>
      <a:accent2>
        <a:srgbClr val="2F372F"/>
      </a:accent2>
      <a:accent3>
        <a:srgbClr val="FFCC01"/>
      </a:accent3>
      <a:accent4>
        <a:srgbClr val="BFB8A6"/>
      </a:accent4>
      <a:accent5>
        <a:srgbClr val="00308F"/>
      </a:accent5>
      <a:accent6>
        <a:srgbClr val="CF0000"/>
      </a:accent6>
      <a:hlink>
        <a:srgbClr val="3E6682"/>
      </a:hlink>
      <a:folHlink>
        <a:srgbClr val="7030A0"/>
      </a:folHlink>
    </a:clrScheme>
    <a:fontScheme name="USACE TEMPLATE FONT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3F4339">
            <a:alpha val="89000"/>
          </a:srgbClr>
        </a:solidFill>
        <a:ln>
          <a:noFill/>
        </a:ln>
        <a:effectLst/>
      </a:spPr>
      <a:bodyPr anchor="ctr"/>
      <a:lstStyle>
        <a:defPPr algn="ctr">
          <a:defRPr dirty="0"/>
        </a:defPPr>
      </a:lstStyle>
      <a:style>
        <a:lnRef idx="1">
          <a:schemeClr val="accent1"/>
        </a:lnRef>
        <a:fillRef idx="3">
          <a:schemeClr val="accent1"/>
        </a:fillRef>
        <a:effectRef idx="2">
          <a:schemeClr val="accent1"/>
        </a:effectRef>
        <a:fontRef idx="minor">
          <a:schemeClr val="lt1"/>
        </a:fontRef>
      </a:style>
    </a:spDef>
  </a:objectDefaults>
  <a:extraClrSchemeLst/>
  <a:extLst>
    <a:ext uri="{05A4C25C-085E-4340-85A3-A5531E510DB2}">
      <thm15:themeFamily xmlns:thm15="http://schemas.microsoft.com/office/thememl/2012/main" name="NWDTemplate-LogosDown-2017.potx" id="{9FA1C32E-CDE2-4EA8-82A9-54FAA73D0B6D}" vid="{4D202EBB-725C-4C87-B90A-DB065ED0BBF7}"/>
    </a:ext>
  </a:extLst>
</a:theme>
</file>

<file path=ppt/theme/theme6.xml><?xml version="1.0" encoding="utf-8"?>
<a:theme xmlns:a="http://schemas.openxmlformats.org/drawingml/2006/main" name="Chart Color Templates">
  <a:themeElements>
    <a:clrScheme name="Charts">
      <a:dk1>
        <a:srgbClr val="221F20"/>
      </a:dk1>
      <a:lt1>
        <a:srgbClr val="565557"/>
      </a:lt1>
      <a:dk2>
        <a:srgbClr val="FFFFFF"/>
      </a:dk2>
      <a:lt2>
        <a:srgbClr val="D5D5D7"/>
      </a:lt2>
      <a:accent1>
        <a:srgbClr val="F16521"/>
      </a:accent1>
      <a:accent2>
        <a:srgbClr val="2DAA27"/>
      </a:accent2>
      <a:accent3>
        <a:srgbClr val="CF0000"/>
      </a:accent3>
      <a:accent4>
        <a:srgbClr val="FFCC01"/>
      </a:accent4>
      <a:accent5>
        <a:srgbClr val="00308F"/>
      </a:accent5>
      <a:accent6>
        <a:srgbClr val="532476"/>
      </a:accent6>
      <a:hlink>
        <a:srgbClr val="4D7EA1"/>
      </a:hlink>
      <a:folHlink>
        <a:srgbClr val="CF0000"/>
      </a:folHlink>
    </a:clrScheme>
    <a:fontScheme name="USACE TEMPLATE FONT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3F4339">
            <a:alpha val="89000"/>
          </a:srgbClr>
        </a:solidFill>
        <a:ln>
          <a:noFill/>
        </a:ln>
        <a:effectLst/>
      </a:spPr>
      <a:bodyPr anchor="ctr"/>
      <a:lstStyle>
        <a:defPPr algn="ctr">
          <a:defRPr dirty="0"/>
        </a:defPPr>
      </a:lstStyle>
      <a:style>
        <a:lnRef idx="1">
          <a:schemeClr val="accent1"/>
        </a:lnRef>
        <a:fillRef idx="3">
          <a:schemeClr val="accent1"/>
        </a:fillRef>
        <a:effectRef idx="2">
          <a:schemeClr val="accent1"/>
        </a:effectRef>
        <a:fontRef idx="minor">
          <a:schemeClr val="lt1"/>
        </a:fontRef>
      </a:style>
    </a:spDef>
  </a:objectDefaults>
  <a:extraClrSchemeLst/>
  <a:extLst>
    <a:ext uri="{05A4C25C-085E-4340-85A3-A5531E510DB2}">
      <thm15:themeFamily xmlns:thm15="http://schemas.microsoft.com/office/thememl/2012/main" name="NWDTemplate-LogosDown-2017.potx" id="{9FA1C32E-CDE2-4EA8-82A9-54FAA73D0B6D}" vid="{7A4F02DA-9F69-4CE8-8688-F5382440A1E1}"/>
    </a:ext>
  </a:extLst>
</a:theme>
</file>

<file path=ppt/theme/theme7.xml><?xml version="1.0" encoding="utf-8"?>
<a:theme xmlns:a="http://schemas.openxmlformats.org/drawingml/2006/main" name="Title Slides">
  <a:themeElements>
    <a:clrScheme name="ECC Colors">
      <a:dk1>
        <a:sysClr val="windowText" lastClr="000000"/>
      </a:dk1>
      <a:lt1>
        <a:sysClr val="window" lastClr="FFFFFF"/>
      </a:lt1>
      <a:dk2>
        <a:srgbClr val="00447C"/>
      </a:dk2>
      <a:lt2>
        <a:srgbClr val="D9D8D6"/>
      </a:lt2>
      <a:accent1>
        <a:srgbClr val="00447C"/>
      </a:accent1>
      <a:accent2>
        <a:srgbClr val="FFC425"/>
      </a:accent2>
      <a:accent3>
        <a:srgbClr val="007674"/>
      </a:accent3>
      <a:accent4>
        <a:srgbClr val="0082BE"/>
      </a:accent4>
      <a:accent5>
        <a:srgbClr val="FF8300"/>
      </a:accent5>
      <a:accent6>
        <a:srgbClr val="00AB52"/>
      </a:accent6>
      <a:hlink>
        <a:srgbClr val="0082BE"/>
      </a:hlink>
      <a:folHlink>
        <a:srgbClr val="FF830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PT04102024 ECC-2024 -PPT_Basic_Template v1.pptx" id="{34B39B3A-580A-482B-8930-FC23E10C3F53}" vid="{D4B001A9-EFE3-49AB-A011-72D40992BB10}"/>
    </a:ext>
  </a:extLst>
</a:theme>
</file>

<file path=ppt/theme/theme8.xml><?xml version="1.0" encoding="utf-8"?>
<a:theme xmlns:a="http://schemas.openxmlformats.org/drawingml/2006/main" name="Content Slides">
  <a:themeElements>
    <a:clrScheme name="ECC Colors">
      <a:dk1>
        <a:sysClr val="windowText" lastClr="000000"/>
      </a:dk1>
      <a:lt1>
        <a:sysClr val="window" lastClr="FFFFFF"/>
      </a:lt1>
      <a:dk2>
        <a:srgbClr val="00447C"/>
      </a:dk2>
      <a:lt2>
        <a:srgbClr val="EAE9E8"/>
      </a:lt2>
      <a:accent1>
        <a:srgbClr val="00447C"/>
      </a:accent1>
      <a:accent2>
        <a:srgbClr val="FFC425"/>
      </a:accent2>
      <a:accent3>
        <a:srgbClr val="007674"/>
      </a:accent3>
      <a:accent4>
        <a:srgbClr val="0082BE"/>
      </a:accent4>
      <a:accent5>
        <a:srgbClr val="FF8300"/>
      </a:accent5>
      <a:accent6>
        <a:srgbClr val="00AB52"/>
      </a:accent6>
      <a:hlink>
        <a:srgbClr val="0082BE"/>
      </a:hlink>
      <a:folHlink>
        <a:srgbClr val="FF830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bodyPr vert="horz" wrap="square" lIns="0" tIns="12700" rIns="0" bIns="0" rtlCol="0">
        <a:spAutoFit/>
      </a:bodyPr>
      <a:lstStyle>
        <a:defPPr marL="12700" algn="l">
          <a:lnSpc>
            <a:spcPts val="2090"/>
          </a:lnSpc>
          <a:spcBef>
            <a:spcPts val="100"/>
          </a:spcBef>
          <a:defRPr sz="1800" b="1" spc="-25" dirty="0">
            <a:solidFill>
              <a:srgbClr val="231F20"/>
            </a:solidFill>
            <a:latin typeface="Arial"/>
            <a:cs typeface="Arial"/>
          </a:defRPr>
        </a:defPPr>
      </a:lstStyle>
    </a:txDef>
  </a:objectDefaults>
  <a:extraClrSchemeLst/>
  <a:extLst>
    <a:ext uri="{05A4C25C-085E-4340-85A3-A5531E510DB2}">
      <thm15:themeFamily xmlns:thm15="http://schemas.microsoft.com/office/thememl/2012/main" name="PPT04102024 ECC-2024 -PPT_Basic_Template v1.pptx" id="{34B39B3A-580A-482B-8930-FC23E10C3F53}" vid="{BB371C0F-4CB9-46A7-8F93-945C926B4815}"/>
    </a:ext>
  </a:extLst>
</a:theme>
</file>

<file path=ppt/theme/theme9.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0.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F7766CC65F684B429FF7180F3D57B586" ma:contentTypeVersion="5" ma:contentTypeDescription="Create a new document." ma:contentTypeScope="" ma:versionID="7c5df1cc8579b1f93b75a8cb43c96f27">
  <xsd:schema xmlns:xsd="http://www.w3.org/2001/XMLSchema" xmlns:xs="http://www.w3.org/2001/XMLSchema" xmlns:p="http://schemas.microsoft.com/office/2006/metadata/properties" xmlns:ns2="069eff90-f266-4243-80b9-4aeb2db121c0" xmlns:ns3="8f6888a7-79e2-4ab1-af8d-1bdb6f7bc1c1" targetNamespace="http://schemas.microsoft.com/office/2006/metadata/properties" ma:root="true" ma:fieldsID="f9ed45560e734aa2cbb97cbfd527457d" ns2:_="" ns3:_="">
    <xsd:import namespace="069eff90-f266-4243-80b9-4aeb2db121c0"/>
    <xsd:import namespace="8f6888a7-79e2-4ab1-af8d-1bdb6f7bc1c1"/>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3:SharedWithUsers" minOccurs="0"/>
                <xsd:element ref="ns3:SharedWithDetail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69eff90-f266-4243-80b9-4aeb2db121c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8f6888a7-79e2-4ab1-af8d-1bdb6f7bc1c1" elementFormDefault="qualified">
    <xsd:import namespace="http://schemas.microsoft.com/office/2006/documentManagement/types"/>
    <xsd:import namespace="http://schemas.microsoft.com/office/infopath/2007/PartnerControls"/>
    <xsd:element name="SharedWithUsers" ma:index="11"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2"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57CAE72E-856B-4DF4-A9F6-93C41667E9A0}">
  <ds:schemaRefs>
    <ds:schemaRef ds:uri="http://schemas.microsoft.com/sharepoint/v3/contenttype/forms"/>
  </ds:schemaRefs>
</ds:datastoreItem>
</file>

<file path=customXml/itemProps2.xml><?xml version="1.0" encoding="utf-8"?>
<ds:datastoreItem xmlns:ds="http://schemas.openxmlformats.org/officeDocument/2006/customXml" ds:itemID="{C8D13B8E-68E2-4983-88A6-571E3B9997BD}">
  <ds:schemaRefs>
    <ds:schemaRef ds:uri="069eff90-f266-4243-80b9-4aeb2db121c0"/>
    <ds:schemaRef ds:uri="8f6888a7-79e2-4ab1-af8d-1bdb6f7bc1c1"/>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0B8C2CD5-50C2-4A7C-996A-3D6312B83669}">
  <ds:schemaRefs>
    <ds:schemaRef ds:uri="069eff90-f266-4243-80b9-4aeb2db121c0"/>
    <ds:schemaRef ds:uri="8f6888a7-79e2-4ab1-af8d-1bdb6f7bc1c1"/>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
  <TotalTime>2718</TotalTime>
  <Words>1123</Words>
  <Application>Microsoft Office PowerPoint</Application>
  <PresentationFormat>Widescreen</PresentationFormat>
  <Paragraphs>235</Paragraphs>
  <Slides>20</Slides>
  <Notes>11</Notes>
  <HiddenSlides>0</HiddenSlides>
  <MMClips>0</MMClips>
  <ScaleCrop>false</ScaleCrop>
  <HeadingPairs>
    <vt:vector size="6" baseType="variant">
      <vt:variant>
        <vt:lpstr>Fonts Used</vt:lpstr>
      </vt:variant>
      <vt:variant>
        <vt:i4>6</vt:i4>
      </vt:variant>
      <vt:variant>
        <vt:lpstr>Theme</vt:lpstr>
      </vt:variant>
      <vt:variant>
        <vt:i4>8</vt:i4>
      </vt:variant>
      <vt:variant>
        <vt:lpstr>Slide Titles</vt:lpstr>
      </vt:variant>
      <vt:variant>
        <vt:i4>20</vt:i4>
      </vt:variant>
    </vt:vector>
  </HeadingPairs>
  <TitlesOfParts>
    <vt:vector size="34" baseType="lpstr">
      <vt:lpstr>Aptos</vt:lpstr>
      <vt:lpstr>Arial</vt:lpstr>
      <vt:lpstr>Arial Black</vt:lpstr>
      <vt:lpstr>BANK GOTHIC MEDIUM BT</vt:lpstr>
      <vt:lpstr>Calibri</vt:lpstr>
      <vt:lpstr>Wingdings</vt:lpstr>
      <vt:lpstr>CUI Upper left Castle template </vt:lpstr>
      <vt:lpstr>traditional template NON CUI</vt:lpstr>
      <vt:lpstr>Traditional template CUI</vt:lpstr>
      <vt:lpstr>2_Upper Left Star and Castle NON CUI</vt:lpstr>
      <vt:lpstr>Upper Left Star and Castle CUI</vt:lpstr>
      <vt:lpstr>Chart Color Templates</vt:lpstr>
      <vt:lpstr>Title Slides</vt:lpstr>
      <vt:lpstr>Content Slides</vt:lpstr>
      <vt:lpstr>Los Angeles district (SPL) usace</vt:lpstr>
      <vt:lpstr>PowerPoint Presentation</vt:lpstr>
      <vt:lpstr>PowerPoint Presentation</vt:lpstr>
      <vt:lpstr>USACE Involvement in disaster response</vt:lpstr>
      <vt:lpstr>Current contract information</vt:lpstr>
      <vt:lpstr>SMALL BUSINESS PARTICIPATION</vt:lpstr>
      <vt:lpstr>Current Sources sought</vt:lpstr>
      <vt:lpstr>PowerPoint Presentation</vt:lpstr>
      <vt:lpstr>PowerPoint Presentation</vt:lpstr>
      <vt:lpstr>Create a team </vt:lpstr>
      <vt:lpstr>PowerPoint Presentation</vt:lpstr>
      <vt:lpstr>Usace los angeles district business opportunities open house 06 March 2025</vt:lpstr>
      <vt:lpstr>A Little History ….</vt:lpstr>
      <vt:lpstr>Usace - ecc fire recovery mission</vt:lpstr>
      <vt:lpstr>Subcontracting opportunities</vt:lpstr>
      <vt:lpstr>Utilization of local small businesses</vt:lpstr>
      <vt:lpstr>Utilization of local small businesses</vt:lpstr>
      <vt:lpstr>Utilization of local small businesses</vt:lpstr>
      <vt:lpstr>Pre-qualification screening </vt:lpstr>
      <vt:lpstr>PowerPoint Presentation</vt:lpstr>
    </vt:vector>
  </TitlesOfParts>
  <Company>United States Army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ELW</dc:creator>
  <cp:lastModifiedBy>Davis, Christine CIV USARMY CEMVP (USA)</cp:lastModifiedBy>
  <cp:revision>85</cp:revision>
  <dcterms:created xsi:type="dcterms:W3CDTF">2017-02-20T05:10:01Z</dcterms:created>
  <dcterms:modified xsi:type="dcterms:W3CDTF">2025-03-04T23:44:33Z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0x010100F7766CC65F684B429FF7180F3D57B586</vt:lpwstr>
  </property>
</Properties>
</file>