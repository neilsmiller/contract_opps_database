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247" r:id="rId4"/>
    <p:sldMasterId id="2147484272" r:id="rId5"/>
  </p:sldMasterIdLst>
  <p:notesMasterIdLst>
    <p:notesMasterId r:id="rId27"/>
  </p:notesMasterIdLst>
  <p:handoutMasterIdLst>
    <p:handoutMasterId r:id="rId28"/>
  </p:handoutMasterIdLst>
  <p:sldIdLst>
    <p:sldId id="286" r:id="rId6"/>
    <p:sldId id="289" r:id="rId7"/>
    <p:sldId id="291" r:id="rId8"/>
    <p:sldId id="317" r:id="rId9"/>
    <p:sldId id="293" r:id="rId10"/>
    <p:sldId id="318" r:id="rId11"/>
    <p:sldId id="294" r:id="rId12"/>
    <p:sldId id="314" r:id="rId13"/>
    <p:sldId id="296" r:id="rId14"/>
    <p:sldId id="297" r:id="rId15"/>
    <p:sldId id="298" r:id="rId16"/>
    <p:sldId id="299" r:id="rId17"/>
    <p:sldId id="300" r:id="rId18"/>
    <p:sldId id="301" r:id="rId19"/>
    <p:sldId id="302" r:id="rId20"/>
    <p:sldId id="303" r:id="rId21"/>
    <p:sldId id="313" r:id="rId22"/>
    <p:sldId id="304" r:id="rId23"/>
    <p:sldId id="305" r:id="rId24"/>
    <p:sldId id="307" r:id="rId25"/>
    <p:sldId id="309" r:id="rId26"/>
  </p:sldIdLst>
  <p:sldSz cx="9144000" cy="6858000" type="screen4x3"/>
  <p:notesSz cx="7010400" cy="9296400"/>
  <p:defaultTextStyle>
    <a:defPPr>
      <a:defRPr lang="en-US"/>
    </a:defPPr>
    <a:lvl1pPr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1pPr>
    <a:lvl2pPr marL="457200"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2pPr>
    <a:lvl3pPr marL="914400"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3pPr>
    <a:lvl4pPr marL="1371600"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4pPr>
    <a:lvl5pPr marL="1828800"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5pPr>
    <a:lvl6pPr marL="2286000" algn="l" defTabSz="914400" rtl="0" eaLnBrk="1" latinLnBrk="0" hangingPunct="1">
      <a:defRPr sz="2400" kern="1200">
        <a:solidFill>
          <a:schemeClr val="tx1"/>
        </a:solidFill>
        <a:latin typeface="Arial" pitchFamily="34" charset="0"/>
        <a:ea typeface="ＭＳ Ｐゴシック" pitchFamily="34" charset="-128"/>
        <a:cs typeface="+mn-cs"/>
      </a:defRPr>
    </a:lvl6pPr>
    <a:lvl7pPr marL="2743200" algn="l" defTabSz="914400" rtl="0" eaLnBrk="1" latinLnBrk="0" hangingPunct="1">
      <a:defRPr sz="2400" kern="1200">
        <a:solidFill>
          <a:schemeClr val="tx1"/>
        </a:solidFill>
        <a:latin typeface="Arial" pitchFamily="34" charset="0"/>
        <a:ea typeface="ＭＳ Ｐゴシック" pitchFamily="34" charset="-128"/>
        <a:cs typeface="+mn-cs"/>
      </a:defRPr>
    </a:lvl7pPr>
    <a:lvl8pPr marL="3200400" algn="l" defTabSz="914400" rtl="0" eaLnBrk="1" latinLnBrk="0" hangingPunct="1">
      <a:defRPr sz="2400" kern="1200">
        <a:solidFill>
          <a:schemeClr val="tx1"/>
        </a:solidFill>
        <a:latin typeface="Arial" pitchFamily="34" charset="0"/>
        <a:ea typeface="ＭＳ Ｐゴシック" pitchFamily="34" charset="-128"/>
        <a:cs typeface="+mn-cs"/>
      </a:defRPr>
    </a:lvl8pPr>
    <a:lvl9pPr marL="3657600" algn="l" defTabSz="914400" rtl="0" eaLnBrk="1" latinLnBrk="0" hangingPunct="1">
      <a:defRPr sz="2400" kern="1200">
        <a:solidFill>
          <a:schemeClr val="tx1"/>
        </a:solidFill>
        <a:latin typeface="Arial" pitchFamily="34"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733F111-07DE-EFD9-1610-BA263C80D3E1}" name="Jacobsen, Cynthia H CIV USARMY CENWW (USA)" initials="CJ" userId="S::Cynthia.H.Jacobsen@usace.army.mil::54e96b43-baec-4474-8d28-9fe32ca6c3cd" providerId="AD"/>
  <p188:author id="{3A9CAF2E-1BB5-46FC-4A0C-F855B1708EA6}" name="Crow, Chandra D CIV USARMY CENWW (USA)" initials="CC" userId="S::Chandra.D.Crow@usace.army.mil::d9351614-e761-4fcd-894b-f62bfa2290e2" providerId="AD"/>
  <p188:author id="{CA078337-93E1-C98D-8BFF-0B7BD6A97C5D}" name="Jacobsen, Cynthia H JACOBSEN, CYNTHIA H CIV USARMY CENWW (USA)" initials="JCHJCHCUC(" userId="S-1-5-21-2950984858-2914444344-2099276330-185023"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olland, Karlyn K CIV USARMY CENWW (USA)" initials="HKKCUC(" lastIdx="11" clrIdx="0">
    <p:extLst>
      <p:ext uri="{19B8F6BF-5375-455C-9EA6-DF929625EA0E}">
        <p15:presenceInfo xmlns:p15="http://schemas.microsoft.com/office/powerpoint/2012/main" userId="S-1-5-21-2950984858-2914444344-2099276330-127280" providerId="AD"/>
      </p:ext>
    </p:extLst>
  </p:cmAuthor>
  <p:cmAuthor id="2" name="Morgan, Hillary A CIV USARMY CENWW (USA)" initials="MHACUC(" lastIdx="11" clrIdx="1">
    <p:extLst>
      <p:ext uri="{19B8F6BF-5375-455C-9EA6-DF929625EA0E}">
        <p15:presenceInfo xmlns:p15="http://schemas.microsoft.com/office/powerpoint/2012/main" userId="S-1-5-21-2950984858-2914444344-2099276330-87410" providerId="AD"/>
      </p:ext>
    </p:extLst>
  </p:cmAuthor>
  <p:cmAuthor id="3" name="Long, Jani C CIV USARMY CENWW (USA)" initials="LJCCUC(" lastIdx="2" clrIdx="2">
    <p:extLst>
      <p:ext uri="{19B8F6BF-5375-455C-9EA6-DF929625EA0E}">
        <p15:presenceInfo xmlns:p15="http://schemas.microsoft.com/office/powerpoint/2012/main" userId="S-1-5-21-2950984858-2914444344-2099276330-18938" providerId="AD"/>
      </p:ext>
    </p:extLst>
  </p:cmAuthor>
  <p:cmAuthor id="4" name="Haider, Ruth A CIV USARMY CE NWW (US)" initials="HRACUCN(" lastIdx="6" clrIdx="3">
    <p:extLst>
      <p:ext uri="{19B8F6BF-5375-455C-9EA6-DF929625EA0E}">
        <p15:presenceInfo xmlns:p15="http://schemas.microsoft.com/office/powerpoint/2012/main" userId="S-1-5-21-2950984858-2914444344-2099276330-6879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CAE3B"/>
    <a:srgbClr val="50771B"/>
    <a:srgbClr val="C19859"/>
    <a:srgbClr val="ECECEC"/>
    <a:srgbClr val="82786F"/>
    <a:srgbClr val="663830"/>
    <a:srgbClr val="3E6682"/>
    <a:srgbClr val="705C38"/>
    <a:srgbClr val="6E8778"/>
  </p:clrMru>
  <p:extLst>
    <p:ext uri="{E76CE94A-603C-4142-B9EB-6D1370010A27}">
      <p14:discardImageEditData xmlns:p14="http://schemas.microsoft.com/office/powerpoint/2010/main" val="1"/>
    </p:ext>
    <p:ext uri="{D31A062A-798A-4329-ABDD-BBA856620510}">
      <p14:defaultImageDpi xmlns:p14="http://schemas.microsoft.com/office/powerpoint/2010/main" val="96"/>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20" d="100"/>
          <a:sy n="120" d="100"/>
        </p:scale>
        <p:origin x="1380" y="96"/>
      </p:cViewPr>
      <p:guideLst>
        <p:guide orient="horz" pos="2160"/>
        <p:guide pos="2880"/>
      </p:guideLst>
    </p:cSldViewPr>
  </p:slideViewPr>
  <p:notesTextViewPr>
    <p:cViewPr>
      <p:scale>
        <a:sx n="100" d="100"/>
        <a:sy n="100" d="100"/>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microsoft.com/office/2018/10/relationships/authors" Target="author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handoutMaster" Target="handoutMasters/handout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notesMaster" Target="notesMasters/notesMaster1.xml"/><Relationship Id="rId30" Type="http://schemas.openxmlformats.org/officeDocument/2006/relationships/presProps" Target="presProps.xml"/><Relationship Id="rId8" Type="http://schemas.openxmlformats.org/officeDocument/2006/relationships/slide" Target="slides/slide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3177" tIns="46589" rIns="93177" bIns="46589" rtlCol="0"/>
          <a:lstStyle>
            <a:lvl1pPr algn="l">
              <a:defRPr sz="1200">
                <a:latin typeface="Arial" charset="0"/>
                <a:ea typeface="+mn-ea"/>
                <a:cs typeface="+mn-cs"/>
              </a:defRPr>
            </a:lvl1pPr>
          </a:lstStyle>
          <a:p>
            <a:pPr>
              <a:defRPr/>
            </a:pPr>
            <a:endParaRPr lang="en-US" dirty="0"/>
          </a:p>
        </p:txBody>
      </p:sp>
      <p:sp>
        <p:nvSpPr>
          <p:cNvPr id="3" name="Date Placeholder 2"/>
          <p:cNvSpPr>
            <a:spLocks noGrp="1"/>
          </p:cNvSpPr>
          <p:nvPr>
            <p:ph type="dt" sz="quarter" idx="1"/>
          </p:nvPr>
        </p:nvSpPr>
        <p:spPr>
          <a:xfrm>
            <a:off x="3970338" y="0"/>
            <a:ext cx="3038475" cy="465138"/>
          </a:xfrm>
          <a:prstGeom prst="rect">
            <a:avLst/>
          </a:prstGeom>
        </p:spPr>
        <p:txBody>
          <a:bodyPr vert="horz" wrap="square" lIns="93177" tIns="46589" rIns="93177" bIns="46589" numCol="1" anchor="t" anchorCtr="0" compatLnSpc="1">
            <a:prstTxWarp prst="textNoShape">
              <a:avLst/>
            </a:prstTxWarp>
          </a:bodyPr>
          <a:lstStyle>
            <a:lvl1pPr algn="r">
              <a:defRPr sz="1200"/>
            </a:lvl1pPr>
          </a:lstStyle>
          <a:p>
            <a:fld id="{61A2DE62-24B0-4972-852B-4785B8FCBE77}" type="datetimeFigureOut">
              <a:rPr lang="en-US"/>
              <a:pPr/>
              <a:t>3/3/2025</a:t>
            </a:fld>
            <a:endParaRPr lang="en-US" dirty="0"/>
          </a:p>
        </p:txBody>
      </p:sp>
      <p:sp>
        <p:nvSpPr>
          <p:cNvPr id="4" name="Footer Placeholder 3"/>
          <p:cNvSpPr>
            <a:spLocks noGrp="1"/>
          </p:cNvSpPr>
          <p:nvPr>
            <p:ph type="ftr" sz="quarter" idx="2"/>
          </p:nvPr>
        </p:nvSpPr>
        <p:spPr>
          <a:xfrm>
            <a:off x="0" y="8829675"/>
            <a:ext cx="3038475" cy="465138"/>
          </a:xfrm>
          <a:prstGeom prst="rect">
            <a:avLst/>
          </a:prstGeom>
        </p:spPr>
        <p:txBody>
          <a:bodyPr vert="horz" lIns="93177" tIns="46589" rIns="93177" bIns="46589" rtlCol="0" anchor="b"/>
          <a:lstStyle>
            <a:lvl1pPr algn="l">
              <a:defRPr sz="1200">
                <a:latin typeface="Arial" charset="0"/>
                <a:ea typeface="+mn-ea"/>
                <a:cs typeface="+mn-cs"/>
              </a:defRPr>
            </a:lvl1pPr>
          </a:lstStyle>
          <a:p>
            <a:pPr>
              <a:defRPr/>
            </a:pPr>
            <a:endParaRPr lang="en-US" dirty="0"/>
          </a:p>
        </p:txBody>
      </p:sp>
      <p:sp>
        <p:nvSpPr>
          <p:cNvPr id="5" name="Slide Number Placeholder 4"/>
          <p:cNvSpPr>
            <a:spLocks noGrp="1"/>
          </p:cNvSpPr>
          <p:nvPr>
            <p:ph type="sldNum" sz="quarter" idx="3"/>
          </p:nvPr>
        </p:nvSpPr>
        <p:spPr>
          <a:xfrm>
            <a:off x="3970338" y="8829675"/>
            <a:ext cx="3038475" cy="465138"/>
          </a:xfrm>
          <a:prstGeom prst="rect">
            <a:avLst/>
          </a:prstGeom>
        </p:spPr>
        <p:txBody>
          <a:bodyPr vert="horz" wrap="square" lIns="93177" tIns="46589" rIns="93177" bIns="46589" numCol="1" anchor="b" anchorCtr="0" compatLnSpc="1">
            <a:prstTxWarp prst="textNoShape">
              <a:avLst/>
            </a:prstTxWarp>
          </a:bodyPr>
          <a:lstStyle>
            <a:lvl1pPr algn="r">
              <a:defRPr sz="1200"/>
            </a:lvl1pPr>
          </a:lstStyle>
          <a:p>
            <a:fld id="{603F1684-B626-4C74-9731-CBE8CE5003E4}" type="slidenum">
              <a:rPr lang="en-US"/>
              <a:pPr/>
              <a:t>‹#›</a:t>
            </a:fld>
            <a:endParaRPr lang="en-US" dirty="0"/>
          </a:p>
        </p:txBody>
      </p:sp>
    </p:spTree>
    <p:extLst>
      <p:ext uri="{BB962C8B-B14F-4D97-AF65-F5344CB8AC3E}">
        <p14:creationId xmlns:p14="http://schemas.microsoft.com/office/powerpoint/2010/main" val="362965369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3177" tIns="46589" rIns="93177" bIns="46589" rtlCol="0"/>
          <a:lstStyle>
            <a:lvl1pPr algn="l">
              <a:defRPr sz="1200">
                <a:latin typeface="Arial" charset="0"/>
                <a:ea typeface="+mn-ea"/>
                <a:cs typeface="+mn-cs"/>
              </a:defRPr>
            </a:lvl1pPr>
          </a:lstStyle>
          <a:p>
            <a:pPr>
              <a:defRPr/>
            </a:pPr>
            <a:endParaRPr lang="en-US" dirty="0"/>
          </a:p>
        </p:txBody>
      </p:sp>
      <p:sp>
        <p:nvSpPr>
          <p:cNvPr id="3" name="Date Placeholder 2"/>
          <p:cNvSpPr>
            <a:spLocks noGrp="1"/>
          </p:cNvSpPr>
          <p:nvPr>
            <p:ph type="dt" idx="1"/>
          </p:nvPr>
        </p:nvSpPr>
        <p:spPr>
          <a:xfrm>
            <a:off x="3970338" y="0"/>
            <a:ext cx="3038475" cy="465138"/>
          </a:xfrm>
          <a:prstGeom prst="rect">
            <a:avLst/>
          </a:prstGeom>
        </p:spPr>
        <p:txBody>
          <a:bodyPr vert="horz" wrap="square" lIns="93177" tIns="46589" rIns="93177" bIns="46589" numCol="1" anchor="t" anchorCtr="0" compatLnSpc="1">
            <a:prstTxWarp prst="textNoShape">
              <a:avLst/>
            </a:prstTxWarp>
          </a:bodyPr>
          <a:lstStyle>
            <a:lvl1pPr algn="r">
              <a:defRPr sz="1200"/>
            </a:lvl1pPr>
          </a:lstStyle>
          <a:p>
            <a:fld id="{9ADC5788-3AFA-4451-BC67-BFEEAB944D67}" type="datetimeFigureOut">
              <a:rPr lang="en-US"/>
              <a:pPr/>
              <a:t>3/3/2025</a:t>
            </a:fld>
            <a:endParaRPr lang="en-US" dirty="0"/>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pPr lvl="0"/>
            <a:endParaRPr lang="en-US" noProof="0" dirty="0"/>
          </a:p>
        </p:txBody>
      </p:sp>
      <p:sp>
        <p:nvSpPr>
          <p:cNvPr id="5" name="Notes Placeholder 4"/>
          <p:cNvSpPr>
            <a:spLocks noGrp="1"/>
          </p:cNvSpPr>
          <p:nvPr>
            <p:ph type="body" sz="quarter" idx="3"/>
          </p:nvPr>
        </p:nvSpPr>
        <p:spPr>
          <a:xfrm>
            <a:off x="701675" y="4416425"/>
            <a:ext cx="5607050" cy="4183063"/>
          </a:xfrm>
          <a:prstGeom prst="rect">
            <a:avLst/>
          </a:prstGeom>
        </p:spPr>
        <p:txBody>
          <a:bodyPr vert="horz" lIns="93177" tIns="46589" rIns="93177" bIns="46589" rtlCol="0">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p:cNvSpPr>
            <a:spLocks noGrp="1"/>
          </p:cNvSpPr>
          <p:nvPr>
            <p:ph type="ftr" sz="quarter" idx="4"/>
          </p:nvPr>
        </p:nvSpPr>
        <p:spPr>
          <a:xfrm>
            <a:off x="0" y="8829675"/>
            <a:ext cx="3038475" cy="465138"/>
          </a:xfrm>
          <a:prstGeom prst="rect">
            <a:avLst/>
          </a:prstGeom>
        </p:spPr>
        <p:txBody>
          <a:bodyPr vert="horz" lIns="93177" tIns="46589" rIns="93177" bIns="46589" rtlCol="0" anchor="b"/>
          <a:lstStyle>
            <a:lvl1pPr algn="l">
              <a:defRPr sz="1200">
                <a:latin typeface="Arial" charset="0"/>
                <a:ea typeface="+mn-ea"/>
                <a:cs typeface="+mn-cs"/>
              </a:defRPr>
            </a:lvl1pPr>
          </a:lstStyle>
          <a:p>
            <a:pPr>
              <a:defRPr/>
            </a:pPr>
            <a:endParaRPr lang="en-US" dirty="0"/>
          </a:p>
        </p:txBody>
      </p:sp>
      <p:sp>
        <p:nvSpPr>
          <p:cNvPr id="7" name="Slide Number Placeholder 6"/>
          <p:cNvSpPr>
            <a:spLocks noGrp="1"/>
          </p:cNvSpPr>
          <p:nvPr>
            <p:ph type="sldNum" sz="quarter" idx="5"/>
          </p:nvPr>
        </p:nvSpPr>
        <p:spPr>
          <a:xfrm>
            <a:off x="3970338" y="8829675"/>
            <a:ext cx="3038475" cy="465138"/>
          </a:xfrm>
          <a:prstGeom prst="rect">
            <a:avLst/>
          </a:prstGeom>
        </p:spPr>
        <p:txBody>
          <a:bodyPr vert="horz" wrap="square" lIns="93177" tIns="46589" rIns="93177" bIns="46589" numCol="1" anchor="b" anchorCtr="0" compatLnSpc="1">
            <a:prstTxWarp prst="textNoShape">
              <a:avLst/>
            </a:prstTxWarp>
          </a:bodyPr>
          <a:lstStyle>
            <a:lvl1pPr algn="r">
              <a:defRPr sz="1200"/>
            </a:lvl1pPr>
          </a:lstStyle>
          <a:p>
            <a:fld id="{06A0A3C6-4E22-46FB-836F-CA2C48EC4DC1}" type="slidenum">
              <a:rPr lang="en-US"/>
              <a:pPr/>
              <a:t>‹#›</a:t>
            </a:fld>
            <a:endParaRPr lang="en-US" dirty="0"/>
          </a:p>
        </p:txBody>
      </p:sp>
    </p:spTree>
    <p:extLst>
      <p:ext uri="{BB962C8B-B14F-4D97-AF65-F5344CB8AC3E}">
        <p14:creationId xmlns:p14="http://schemas.microsoft.com/office/powerpoint/2010/main" val="2040337041"/>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pitchFamily="34" charset="0"/>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Arial" pitchFamily="34" charset="0"/>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Background 2">
    <p:bg>
      <p:bgPr>
        <a:solidFill>
          <a:schemeClr val="bg2"/>
        </a:solidFill>
        <a:effectLst/>
      </p:bgPr>
    </p:bg>
    <p:spTree>
      <p:nvGrpSpPr>
        <p:cNvPr id="1" name=""/>
        <p:cNvGrpSpPr/>
        <p:nvPr/>
      </p:nvGrpSpPr>
      <p:grpSpPr>
        <a:xfrm>
          <a:off x="0" y="0"/>
          <a:ext cx="0" cy="0"/>
          <a:chOff x="0" y="0"/>
          <a:chExt cx="0" cy="0"/>
        </a:xfrm>
      </p:grpSpPr>
      <p:sp>
        <p:nvSpPr>
          <p:cNvPr id="5" name="Rounded Rectangle 4"/>
          <p:cNvSpPr/>
          <p:nvPr userDrawn="1"/>
        </p:nvSpPr>
        <p:spPr>
          <a:xfrm>
            <a:off x="202702" y="165779"/>
            <a:ext cx="8103097" cy="5207409"/>
          </a:xfrm>
          <a:prstGeom prst="roundRect">
            <a:avLst>
              <a:gd name="adj" fmla="val 255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8"/>
          <p:cNvSpPr>
            <a:spLocks noGrp="1"/>
          </p:cNvSpPr>
          <p:nvPr userDrawn="1">
            <p:ph type="body" sz="quarter" idx="12"/>
          </p:nvPr>
        </p:nvSpPr>
        <p:spPr>
          <a:xfrm>
            <a:off x="457199" y="3200400"/>
            <a:ext cx="6858001" cy="1562099"/>
          </a:xfrm>
        </p:spPr>
        <p:txBody>
          <a:bodyPr/>
          <a:lstStyle>
            <a:lvl1pPr>
              <a:defRPr/>
            </a:lvl1pPr>
          </a:lstStyle>
          <a:p>
            <a:pPr lvl="0"/>
            <a:r>
              <a:rPr lang="en-US"/>
              <a:t>Click to edit Master text styles</a:t>
            </a:r>
          </a:p>
        </p:txBody>
      </p:sp>
      <p:sp>
        <p:nvSpPr>
          <p:cNvPr id="2" name="Title 1"/>
          <p:cNvSpPr>
            <a:spLocks noGrp="1"/>
          </p:cNvSpPr>
          <p:nvPr userDrawn="1">
            <p:ph type="title"/>
          </p:nvPr>
        </p:nvSpPr>
        <p:spPr>
          <a:xfrm>
            <a:off x="457200" y="419100"/>
            <a:ext cx="6858000" cy="2552700"/>
          </a:xfrm>
        </p:spPr>
        <p:txBody>
          <a:bodyPr/>
          <a:lstStyle/>
          <a:p>
            <a:r>
              <a:rPr lang="en-US"/>
              <a:t>Click to edit Master title style</a:t>
            </a:r>
            <a:endParaRPr lang="en-US" dirty="0"/>
          </a:p>
        </p:txBody>
      </p:sp>
      <p:sp>
        <p:nvSpPr>
          <p:cNvPr id="3" name="Slide Number Placeholder 2"/>
          <p:cNvSpPr>
            <a:spLocks noGrp="1"/>
          </p:cNvSpPr>
          <p:nvPr userDrawn="1">
            <p:ph type="sldNum" sz="quarter" idx="10"/>
          </p:nvPr>
        </p:nvSpPr>
        <p:spPr/>
        <p:txBody>
          <a:bodyPr/>
          <a:lstStyle/>
          <a:p>
            <a:fld id="{0D0E9D3B-CB56-40AE-B0A9-8DA5E1AEFDB7}" type="slidenum">
              <a:rPr lang="en-US" smtClean="0"/>
              <a:pPr/>
              <a:t>‹#›</a:t>
            </a:fld>
            <a:endParaRPr lang="en-US" dirty="0"/>
          </a:p>
        </p:txBody>
      </p:sp>
      <p:sp>
        <p:nvSpPr>
          <p:cNvPr id="4" name="Footer Placeholder 3"/>
          <p:cNvSpPr>
            <a:spLocks noGrp="1"/>
          </p:cNvSpPr>
          <p:nvPr userDrawn="1">
            <p:ph type="ftr" sz="quarter" idx="11"/>
          </p:nvPr>
        </p:nvSpPr>
        <p:spPr/>
        <p:txBody>
          <a:bodyPr/>
          <a:lstStyle/>
          <a:p>
            <a:r>
              <a:rPr lang="en-US" dirty="0"/>
              <a:t>File Name</a:t>
            </a:r>
          </a:p>
        </p:txBody>
      </p:sp>
      <p:sp>
        <p:nvSpPr>
          <p:cNvPr id="10" name="TextBox 9"/>
          <p:cNvSpPr txBox="1"/>
          <p:nvPr userDrawn="1"/>
        </p:nvSpPr>
        <p:spPr>
          <a:xfrm>
            <a:off x="457200" y="5525353"/>
            <a:ext cx="4316413" cy="830997"/>
          </a:xfrm>
          <a:prstGeom prst="rect">
            <a:avLst/>
          </a:prstGeom>
          <a:noFill/>
        </p:spPr>
        <p:txBody>
          <a:bodyPr wrap="square">
            <a:spAutoFit/>
          </a:bodyPr>
          <a:lstStyle/>
          <a:p>
            <a:r>
              <a:rPr lang="en-US" altLang="en-US" sz="1200" i="1" dirty="0"/>
              <a:t>“</a:t>
            </a:r>
            <a:r>
              <a:rPr lang="en-US" sz="1200" i="1" dirty="0">
                <a:solidFill>
                  <a:srgbClr val="000000"/>
                </a:solidFill>
              </a:rPr>
              <a:t>The views, opinions and findings contained in this report are those of the authors(s) and should not be construed as an official Department of the Army position, policy or decision, unless so designated by other official documentation.</a:t>
            </a:r>
            <a:r>
              <a:rPr lang="en-US" altLang="en-US" sz="1200" i="1" dirty="0">
                <a:solidFill>
                  <a:srgbClr val="000000"/>
                </a:solidFill>
              </a:rPr>
              <a:t>”</a:t>
            </a:r>
            <a:endParaRPr lang="en-US" sz="1200" i="1" dirty="0">
              <a:solidFill>
                <a:srgbClr val="000000"/>
              </a:solidFill>
            </a:endParaRPr>
          </a:p>
        </p:txBody>
      </p:sp>
    </p:spTree>
    <p:extLst>
      <p:ext uri="{BB962C8B-B14F-4D97-AF65-F5344CB8AC3E}">
        <p14:creationId xmlns:p14="http://schemas.microsoft.com/office/powerpoint/2010/main" val="224210217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 Background 2">
    <p:bg>
      <p:bgPr>
        <a:solidFill>
          <a:schemeClr val="bg2"/>
        </a:solidFill>
        <a:effectLst/>
      </p:bgPr>
    </p:bg>
    <p:spTree>
      <p:nvGrpSpPr>
        <p:cNvPr id="1" name=""/>
        <p:cNvGrpSpPr/>
        <p:nvPr/>
      </p:nvGrpSpPr>
      <p:grpSpPr>
        <a:xfrm>
          <a:off x="0" y="0"/>
          <a:ext cx="0" cy="0"/>
          <a:chOff x="0" y="0"/>
          <a:chExt cx="0" cy="0"/>
        </a:xfrm>
      </p:grpSpPr>
      <p:sp>
        <p:nvSpPr>
          <p:cNvPr id="5" name="Rounded Rectangle 4"/>
          <p:cNvSpPr/>
          <p:nvPr userDrawn="1"/>
        </p:nvSpPr>
        <p:spPr>
          <a:xfrm>
            <a:off x="202702" y="165779"/>
            <a:ext cx="8103097" cy="5207409"/>
          </a:xfrm>
          <a:prstGeom prst="roundRect">
            <a:avLst>
              <a:gd name="adj" fmla="val 255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8"/>
          <p:cNvSpPr>
            <a:spLocks noGrp="1"/>
          </p:cNvSpPr>
          <p:nvPr userDrawn="1">
            <p:ph type="body" sz="quarter" idx="12"/>
          </p:nvPr>
        </p:nvSpPr>
        <p:spPr>
          <a:xfrm>
            <a:off x="457199" y="3200400"/>
            <a:ext cx="6858001" cy="1562099"/>
          </a:xfrm>
        </p:spPr>
        <p:txBody>
          <a:bodyPr/>
          <a:lstStyle>
            <a:lvl1pPr>
              <a:defRPr/>
            </a:lvl1pPr>
          </a:lstStyle>
          <a:p>
            <a:pPr lvl="0"/>
            <a:r>
              <a:rPr lang="en-US"/>
              <a:t>Click to edit Master text styles</a:t>
            </a:r>
          </a:p>
        </p:txBody>
      </p:sp>
      <p:sp>
        <p:nvSpPr>
          <p:cNvPr id="2" name="Title 1"/>
          <p:cNvSpPr>
            <a:spLocks noGrp="1"/>
          </p:cNvSpPr>
          <p:nvPr userDrawn="1">
            <p:ph type="title"/>
          </p:nvPr>
        </p:nvSpPr>
        <p:spPr>
          <a:xfrm>
            <a:off x="457200" y="419100"/>
            <a:ext cx="6858000" cy="2552700"/>
          </a:xfrm>
        </p:spPr>
        <p:txBody>
          <a:bodyPr/>
          <a:lstStyle/>
          <a:p>
            <a:r>
              <a:rPr lang="en-US"/>
              <a:t>Click to edit Master title style</a:t>
            </a:r>
            <a:endParaRPr lang="en-US" dirty="0"/>
          </a:p>
        </p:txBody>
      </p:sp>
      <p:sp>
        <p:nvSpPr>
          <p:cNvPr id="3" name="Slide Number Placeholder 2"/>
          <p:cNvSpPr>
            <a:spLocks noGrp="1"/>
          </p:cNvSpPr>
          <p:nvPr userDrawn="1">
            <p:ph type="sldNum" sz="quarter" idx="10"/>
          </p:nvPr>
        </p:nvSpPr>
        <p:spPr/>
        <p:txBody>
          <a:bodyPr/>
          <a:lstStyle/>
          <a:p>
            <a:fld id="{0D0E9D3B-CB56-40AE-B0A9-8DA5E1AEFDB7}" type="slidenum">
              <a:rPr lang="en-US" smtClean="0"/>
              <a:pPr/>
              <a:t>‹#›</a:t>
            </a:fld>
            <a:endParaRPr lang="en-US" dirty="0"/>
          </a:p>
        </p:txBody>
      </p:sp>
      <p:sp>
        <p:nvSpPr>
          <p:cNvPr id="4" name="Footer Placeholder 3"/>
          <p:cNvSpPr>
            <a:spLocks noGrp="1"/>
          </p:cNvSpPr>
          <p:nvPr userDrawn="1">
            <p:ph type="ftr" sz="quarter" idx="11"/>
          </p:nvPr>
        </p:nvSpPr>
        <p:spPr/>
        <p:txBody>
          <a:bodyPr/>
          <a:lstStyle/>
          <a:p>
            <a:r>
              <a:rPr lang="en-US" dirty="0"/>
              <a:t>File Name</a:t>
            </a:r>
          </a:p>
        </p:txBody>
      </p:sp>
    </p:spTree>
    <p:extLst>
      <p:ext uri="{BB962C8B-B14F-4D97-AF65-F5344CB8AC3E}">
        <p14:creationId xmlns:p14="http://schemas.microsoft.com/office/powerpoint/2010/main" val="3836264534"/>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Background 2 80%">
    <p:bg>
      <p:bgPr>
        <a:solidFill>
          <a:schemeClr val="bg2">
            <a:lumMod val="20000"/>
            <a:lumOff val="80000"/>
          </a:schemeClr>
        </a:solidFill>
        <a:effectLst/>
      </p:bgPr>
    </p:bg>
    <p:spTree>
      <p:nvGrpSpPr>
        <p:cNvPr id="1" name=""/>
        <p:cNvGrpSpPr/>
        <p:nvPr/>
      </p:nvGrpSpPr>
      <p:grpSpPr>
        <a:xfrm>
          <a:off x="0" y="0"/>
          <a:ext cx="0" cy="0"/>
          <a:chOff x="0" y="0"/>
          <a:chExt cx="0" cy="0"/>
        </a:xfrm>
      </p:grpSpPr>
      <p:sp>
        <p:nvSpPr>
          <p:cNvPr id="11" name="Rounded Rectangle 10"/>
          <p:cNvSpPr/>
          <p:nvPr userDrawn="1"/>
        </p:nvSpPr>
        <p:spPr>
          <a:xfrm>
            <a:off x="202702" y="161925"/>
            <a:ext cx="8103097" cy="5207409"/>
          </a:xfrm>
          <a:prstGeom prst="roundRect">
            <a:avLst>
              <a:gd name="adj" fmla="val 25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8"/>
          <p:cNvSpPr>
            <a:spLocks noGrp="1"/>
          </p:cNvSpPr>
          <p:nvPr userDrawn="1">
            <p:ph type="body" sz="quarter" idx="12"/>
          </p:nvPr>
        </p:nvSpPr>
        <p:spPr>
          <a:xfrm>
            <a:off x="457199" y="3200400"/>
            <a:ext cx="6858001" cy="1562099"/>
          </a:xfrm>
        </p:spPr>
        <p:txBody>
          <a:bodyPr/>
          <a:lstStyle>
            <a:lvl1pPr>
              <a:defRPr/>
            </a:lvl1pPr>
          </a:lstStyle>
          <a:p>
            <a:pPr lvl="0"/>
            <a:r>
              <a:rPr lang="en-US"/>
              <a:t>Click to edit Master text styles</a:t>
            </a:r>
          </a:p>
        </p:txBody>
      </p:sp>
      <p:sp>
        <p:nvSpPr>
          <p:cNvPr id="2" name="Title 1"/>
          <p:cNvSpPr>
            <a:spLocks noGrp="1"/>
          </p:cNvSpPr>
          <p:nvPr userDrawn="1">
            <p:ph type="title"/>
          </p:nvPr>
        </p:nvSpPr>
        <p:spPr>
          <a:xfrm>
            <a:off x="457200" y="419100"/>
            <a:ext cx="6858000" cy="2552700"/>
          </a:xfrm>
        </p:spPr>
        <p:txBody>
          <a:bodyPr/>
          <a:lstStyle/>
          <a:p>
            <a:r>
              <a:rPr lang="en-US"/>
              <a:t>Click to edit Master title style</a:t>
            </a:r>
            <a:endParaRPr lang="en-US" dirty="0"/>
          </a:p>
        </p:txBody>
      </p:sp>
      <p:sp>
        <p:nvSpPr>
          <p:cNvPr id="3" name="Slide Number Placeholder 2"/>
          <p:cNvSpPr>
            <a:spLocks noGrp="1"/>
          </p:cNvSpPr>
          <p:nvPr userDrawn="1">
            <p:ph type="sldNum" sz="quarter" idx="10"/>
          </p:nvPr>
        </p:nvSpPr>
        <p:spPr/>
        <p:txBody>
          <a:bodyPr/>
          <a:lstStyle>
            <a:lvl1pPr>
              <a:defRPr>
                <a:solidFill>
                  <a:schemeClr val="tx1">
                    <a:lumMod val="50000"/>
                    <a:lumOff val="50000"/>
                  </a:schemeClr>
                </a:solidFill>
              </a:defRPr>
            </a:lvl1pPr>
          </a:lstStyle>
          <a:p>
            <a:fld id="{0D0E9D3B-CB56-40AE-B0A9-8DA5E1AEFDB7}" type="slidenum">
              <a:rPr lang="en-US" smtClean="0"/>
              <a:pPr/>
              <a:t>‹#›</a:t>
            </a:fld>
            <a:endParaRPr lang="en-US" dirty="0"/>
          </a:p>
        </p:txBody>
      </p:sp>
      <p:sp>
        <p:nvSpPr>
          <p:cNvPr id="4" name="Footer Placeholder 3"/>
          <p:cNvSpPr>
            <a:spLocks noGrp="1"/>
          </p:cNvSpPr>
          <p:nvPr userDrawn="1">
            <p:ph type="ftr" sz="quarter" idx="11"/>
          </p:nvPr>
        </p:nvSpPr>
        <p:spPr/>
        <p:txBody>
          <a:bodyPr/>
          <a:lstStyle>
            <a:lvl1pPr>
              <a:defRPr>
                <a:solidFill>
                  <a:schemeClr val="tx1">
                    <a:lumMod val="50000"/>
                    <a:lumOff val="50000"/>
                  </a:schemeClr>
                </a:solidFill>
              </a:defRPr>
            </a:lvl1pPr>
          </a:lstStyle>
          <a:p>
            <a:r>
              <a:rPr lang="en-US" dirty="0"/>
              <a:t>File Name</a:t>
            </a:r>
          </a:p>
        </p:txBody>
      </p:sp>
      <p:sp>
        <p:nvSpPr>
          <p:cNvPr id="12" name="TextBox 11"/>
          <p:cNvSpPr txBox="1"/>
          <p:nvPr userDrawn="1"/>
        </p:nvSpPr>
        <p:spPr>
          <a:xfrm>
            <a:off x="457200" y="5516644"/>
            <a:ext cx="4316413" cy="830997"/>
          </a:xfrm>
          <a:prstGeom prst="rect">
            <a:avLst/>
          </a:prstGeom>
          <a:noFill/>
        </p:spPr>
        <p:txBody>
          <a:bodyPr wrap="square">
            <a:spAutoFit/>
          </a:bodyPr>
          <a:lstStyle/>
          <a:p>
            <a:r>
              <a:rPr lang="en-US" altLang="en-US" sz="1200" i="1" dirty="0"/>
              <a:t>“</a:t>
            </a:r>
            <a:r>
              <a:rPr lang="en-US" sz="1200" i="1" dirty="0">
                <a:solidFill>
                  <a:srgbClr val="000000"/>
                </a:solidFill>
              </a:rPr>
              <a:t>The views, opinions and findings contained in this report are those of the authors(s) and should not be construed as an official Department of the Army position, policy or decision, unless so designated by other official documentation.</a:t>
            </a:r>
            <a:r>
              <a:rPr lang="en-US" altLang="en-US" sz="1200" i="1" dirty="0">
                <a:solidFill>
                  <a:srgbClr val="000000"/>
                </a:solidFill>
              </a:rPr>
              <a:t>”</a:t>
            </a:r>
            <a:endParaRPr lang="en-US" sz="1200" i="1" dirty="0">
              <a:solidFill>
                <a:srgbClr val="000000"/>
              </a:solidFill>
            </a:endParaRPr>
          </a:p>
        </p:txBody>
      </p:sp>
    </p:spTree>
    <p:extLst>
      <p:ext uri="{BB962C8B-B14F-4D97-AF65-F5344CB8AC3E}">
        <p14:creationId xmlns:p14="http://schemas.microsoft.com/office/powerpoint/2010/main" val="4043718914"/>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Slide - Background 2 80%">
    <p:bg>
      <p:bgPr>
        <a:solidFill>
          <a:schemeClr val="bg2">
            <a:lumMod val="20000"/>
            <a:lumOff val="80000"/>
          </a:schemeClr>
        </a:solidFill>
        <a:effectLst/>
      </p:bgPr>
    </p:bg>
    <p:spTree>
      <p:nvGrpSpPr>
        <p:cNvPr id="1" name=""/>
        <p:cNvGrpSpPr/>
        <p:nvPr/>
      </p:nvGrpSpPr>
      <p:grpSpPr>
        <a:xfrm>
          <a:off x="0" y="0"/>
          <a:ext cx="0" cy="0"/>
          <a:chOff x="0" y="0"/>
          <a:chExt cx="0" cy="0"/>
        </a:xfrm>
      </p:grpSpPr>
      <p:sp>
        <p:nvSpPr>
          <p:cNvPr id="11" name="Rounded Rectangle 10"/>
          <p:cNvSpPr/>
          <p:nvPr userDrawn="1"/>
        </p:nvSpPr>
        <p:spPr>
          <a:xfrm>
            <a:off x="202702" y="161925"/>
            <a:ext cx="8103097" cy="5207409"/>
          </a:xfrm>
          <a:prstGeom prst="roundRect">
            <a:avLst>
              <a:gd name="adj" fmla="val 25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8"/>
          <p:cNvSpPr>
            <a:spLocks noGrp="1"/>
          </p:cNvSpPr>
          <p:nvPr userDrawn="1">
            <p:ph type="body" sz="quarter" idx="12"/>
          </p:nvPr>
        </p:nvSpPr>
        <p:spPr>
          <a:xfrm>
            <a:off x="457199" y="3200400"/>
            <a:ext cx="6858001" cy="1562099"/>
          </a:xfrm>
        </p:spPr>
        <p:txBody>
          <a:bodyPr/>
          <a:lstStyle>
            <a:lvl1pPr>
              <a:defRPr/>
            </a:lvl1pPr>
          </a:lstStyle>
          <a:p>
            <a:pPr lvl="0"/>
            <a:r>
              <a:rPr lang="en-US"/>
              <a:t>Click to edit Master text styles</a:t>
            </a:r>
          </a:p>
        </p:txBody>
      </p:sp>
      <p:sp>
        <p:nvSpPr>
          <p:cNvPr id="2" name="Title 1"/>
          <p:cNvSpPr>
            <a:spLocks noGrp="1"/>
          </p:cNvSpPr>
          <p:nvPr userDrawn="1">
            <p:ph type="title"/>
          </p:nvPr>
        </p:nvSpPr>
        <p:spPr>
          <a:xfrm>
            <a:off x="457200" y="419100"/>
            <a:ext cx="6858000" cy="2552700"/>
          </a:xfrm>
        </p:spPr>
        <p:txBody>
          <a:bodyPr/>
          <a:lstStyle/>
          <a:p>
            <a:r>
              <a:rPr lang="en-US"/>
              <a:t>Click to edit Master title style</a:t>
            </a:r>
            <a:endParaRPr lang="en-US" dirty="0"/>
          </a:p>
        </p:txBody>
      </p:sp>
      <p:sp>
        <p:nvSpPr>
          <p:cNvPr id="3" name="Slide Number Placeholder 2"/>
          <p:cNvSpPr>
            <a:spLocks noGrp="1"/>
          </p:cNvSpPr>
          <p:nvPr userDrawn="1">
            <p:ph type="sldNum" sz="quarter" idx="10"/>
          </p:nvPr>
        </p:nvSpPr>
        <p:spPr/>
        <p:txBody>
          <a:bodyPr/>
          <a:lstStyle>
            <a:lvl1pPr>
              <a:defRPr>
                <a:solidFill>
                  <a:schemeClr val="tx1">
                    <a:lumMod val="50000"/>
                    <a:lumOff val="50000"/>
                  </a:schemeClr>
                </a:solidFill>
              </a:defRPr>
            </a:lvl1pPr>
          </a:lstStyle>
          <a:p>
            <a:fld id="{0D0E9D3B-CB56-40AE-B0A9-8DA5E1AEFDB7}" type="slidenum">
              <a:rPr lang="en-US" smtClean="0"/>
              <a:pPr/>
              <a:t>‹#›</a:t>
            </a:fld>
            <a:endParaRPr lang="en-US" dirty="0"/>
          </a:p>
        </p:txBody>
      </p:sp>
      <p:sp>
        <p:nvSpPr>
          <p:cNvPr id="4" name="Footer Placeholder 3"/>
          <p:cNvSpPr>
            <a:spLocks noGrp="1"/>
          </p:cNvSpPr>
          <p:nvPr userDrawn="1">
            <p:ph type="ftr" sz="quarter" idx="11"/>
          </p:nvPr>
        </p:nvSpPr>
        <p:spPr/>
        <p:txBody>
          <a:bodyPr/>
          <a:lstStyle>
            <a:lvl1pPr>
              <a:defRPr>
                <a:solidFill>
                  <a:schemeClr val="tx1">
                    <a:lumMod val="50000"/>
                    <a:lumOff val="50000"/>
                  </a:schemeClr>
                </a:solidFill>
              </a:defRPr>
            </a:lvl1pPr>
          </a:lstStyle>
          <a:p>
            <a:r>
              <a:rPr lang="en-US" dirty="0"/>
              <a:t>File Name</a:t>
            </a:r>
          </a:p>
        </p:txBody>
      </p:sp>
    </p:spTree>
    <p:extLst>
      <p:ext uri="{BB962C8B-B14F-4D97-AF65-F5344CB8AC3E}">
        <p14:creationId xmlns:p14="http://schemas.microsoft.com/office/powerpoint/2010/main" val="234097429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 Background 1 15%">
    <p:bg>
      <p:bgPr>
        <a:solidFill>
          <a:schemeClr val="bg1">
            <a:lumMod val="85000"/>
          </a:schemeClr>
        </a:solidFill>
        <a:effectLst/>
      </p:bgPr>
    </p:bg>
    <p:spTree>
      <p:nvGrpSpPr>
        <p:cNvPr id="1" name=""/>
        <p:cNvGrpSpPr/>
        <p:nvPr/>
      </p:nvGrpSpPr>
      <p:grpSpPr>
        <a:xfrm>
          <a:off x="0" y="0"/>
          <a:ext cx="0" cy="0"/>
          <a:chOff x="0" y="0"/>
          <a:chExt cx="0" cy="0"/>
        </a:xfrm>
      </p:grpSpPr>
      <p:sp>
        <p:nvSpPr>
          <p:cNvPr id="10" name="Rounded Rectangle 9"/>
          <p:cNvSpPr/>
          <p:nvPr userDrawn="1"/>
        </p:nvSpPr>
        <p:spPr>
          <a:xfrm>
            <a:off x="202702" y="161925"/>
            <a:ext cx="8103097" cy="5207409"/>
          </a:xfrm>
          <a:prstGeom prst="roundRect">
            <a:avLst>
              <a:gd name="adj" fmla="val 255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8"/>
          <p:cNvSpPr>
            <a:spLocks noGrp="1"/>
          </p:cNvSpPr>
          <p:nvPr>
            <p:ph type="body" sz="quarter" idx="12"/>
          </p:nvPr>
        </p:nvSpPr>
        <p:spPr>
          <a:xfrm>
            <a:off x="457199" y="3200400"/>
            <a:ext cx="6858001" cy="1562099"/>
          </a:xfrm>
        </p:spPr>
        <p:txBody>
          <a:bodyPr/>
          <a:lstStyle>
            <a:lvl1pPr>
              <a:defRPr/>
            </a:lvl1pPr>
          </a:lstStyle>
          <a:p>
            <a:pPr lvl="0"/>
            <a:r>
              <a:rPr lang="en-US"/>
              <a:t>Click to edit Master text styles</a:t>
            </a:r>
          </a:p>
        </p:txBody>
      </p:sp>
      <p:sp>
        <p:nvSpPr>
          <p:cNvPr id="2" name="Title 1"/>
          <p:cNvSpPr>
            <a:spLocks noGrp="1"/>
          </p:cNvSpPr>
          <p:nvPr>
            <p:ph type="title"/>
          </p:nvPr>
        </p:nvSpPr>
        <p:spPr>
          <a:xfrm>
            <a:off x="457200" y="419100"/>
            <a:ext cx="6858000" cy="2552700"/>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lvl1pPr>
              <a:defRPr>
                <a:solidFill>
                  <a:schemeClr val="tx1">
                    <a:lumMod val="50000"/>
                    <a:lumOff val="50000"/>
                  </a:schemeClr>
                </a:solidFill>
              </a:defRPr>
            </a:lvl1pPr>
          </a:lstStyle>
          <a:p>
            <a:fld id="{0D0E9D3B-CB56-40AE-B0A9-8DA5E1AEFDB7}" type="slidenum">
              <a:rPr lang="en-US" smtClean="0"/>
              <a:pPr/>
              <a:t>‹#›</a:t>
            </a:fld>
            <a:endParaRPr lang="en-US" dirty="0"/>
          </a:p>
        </p:txBody>
      </p:sp>
      <p:sp>
        <p:nvSpPr>
          <p:cNvPr id="4" name="Footer Placeholder 3"/>
          <p:cNvSpPr>
            <a:spLocks noGrp="1"/>
          </p:cNvSpPr>
          <p:nvPr>
            <p:ph type="ftr" sz="quarter" idx="11"/>
          </p:nvPr>
        </p:nvSpPr>
        <p:spPr/>
        <p:txBody>
          <a:bodyPr/>
          <a:lstStyle>
            <a:lvl1pPr>
              <a:defRPr>
                <a:solidFill>
                  <a:schemeClr val="tx1">
                    <a:lumMod val="50000"/>
                    <a:lumOff val="50000"/>
                  </a:schemeClr>
                </a:solidFill>
              </a:defRPr>
            </a:lvl1pPr>
          </a:lstStyle>
          <a:p>
            <a:r>
              <a:rPr lang="en-US" dirty="0"/>
              <a:t>File Name</a:t>
            </a:r>
          </a:p>
        </p:txBody>
      </p:sp>
      <p:sp>
        <p:nvSpPr>
          <p:cNvPr id="14" name="TextBox 13"/>
          <p:cNvSpPr txBox="1"/>
          <p:nvPr userDrawn="1"/>
        </p:nvSpPr>
        <p:spPr>
          <a:xfrm>
            <a:off x="457200" y="5525353"/>
            <a:ext cx="4316413" cy="830997"/>
          </a:xfrm>
          <a:prstGeom prst="rect">
            <a:avLst/>
          </a:prstGeom>
          <a:noFill/>
        </p:spPr>
        <p:txBody>
          <a:bodyPr wrap="square">
            <a:spAutoFit/>
          </a:bodyPr>
          <a:lstStyle/>
          <a:p>
            <a:r>
              <a:rPr lang="en-US" altLang="en-US" sz="1200" i="1" dirty="0"/>
              <a:t>“</a:t>
            </a:r>
            <a:r>
              <a:rPr lang="en-US" sz="1200" i="1" dirty="0">
                <a:solidFill>
                  <a:srgbClr val="000000"/>
                </a:solidFill>
              </a:rPr>
              <a:t>The views, opinions and findings contained in this report are those of the authors(s) and should not be construed as an official Department of the Army position, policy or decision, unless so designated by other official documentation.</a:t>
            </a:r>
            <a:r>
              <a:rPr lang="en-US" altLang="en-US" sz="1200" i="1" dirty="0">
                <a:solidFill>
                  <a:srgbClr val="000000"/>
                </a:solidFill>
              </a:rPr>
              <a:t>”</a:t>
            </a:r>
            <a:endParaRPr lang="en-US" sz="1200" i="1" dirty="0">
              <a:solidFill>
                <a:srgbClr val="000000"/>
              </a:solidFill>
            </a:endParaRPr>
          </a:p>
        </p:txBody>
      </p:sp>
    </p:spTree>
    <p:extLst>
      <p:ext uri="{BB962C8B-B14F-4D97-AF65-F5344CB8AC3E}">
        <p14:creationId xmlns:p14="http://schemas.microsoft.com/office/powerpoint/2010/main" val="2407778240"/>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Slide - Background 1 15%">
    <p:bg>
      <p:bgPr>
        <a:solidFill>
          <a:schemeClr val="bg1">
            <a:lumMod val="85000"/>
          </a:schemeClr>
        </a:solidFill>
        <a:effectLst/>
      </p:bgPr>
    </p:bg>
    <p:spTree>
      <p:nvGrpSpPr>
        <p:cNvPr id="1" name=""/>
        <p:cNvGrpSpPr/>
        <p:nvPr/>
      </p:nvGrpSpPr>
      <p:grpSpPr>
        <a:xfrm>
          <a:off x="0" y="0"/>
          <a:ext cx="0" cy="0"/>
          <a:chOff x="0" y="0"/>
          <a:chExt cx="0" cy="0"/>
        </a:xfrm>
      </p:grpSpPr>
      <p:sp>
        <p:nvSpPr>
          <p:cNvPr id="10" name="Rounded Rectangle 9"/>
          <p:cNvSpPr/>
          <p:nvPr userDrawn="1"/>
        </p:nvSpPr>
        <p:spPr>
          <a:xfrm>
            <a:off x="202702" y="161925"/>
            <a:ext cx="8103097" cy="5207409"/>
          </a:xfrm>
          <a:prstGeom prst="roundRect">
            <a:avLst>
              <a:gd name="adj" fmla="val 255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8"/>
          <p:cNvSpPr>
            <a:spLocks noGrp="1"/>
          </p:cNvSpPr>
          <p:nvPr>
            <p:ph type="body" sz="quarter" idx="12"/>
          </p:nvPr>
        </p:nvSpPr>
        <p:spPr>
          <a:xfrm>
            <a:off x="457199" y="3200400"/>
            <a:ext cx="6858001" cy="1562099"/>
          </a:xfrm>
        </p:spPr>
        <p:txBody>
          <a:bodyPr/>
          <a:lstStyle>
            <a:lvl1pPr>
              <a:defRPr/>
            </a:lvl1pPr>
          </a:lstStyle>
          <a:p>
            <a:pPr lvl="0"/>
            <a:r>
              <a:rPr lang="en-US"/>
              <a:t>Click to edit Master text styles</a:t>
            </a:r>
          </a:p>
        </p:txBody>
      </p:sp>
      <p:sp>
        <p:nvSpPr>
          <p:cNvPr id="2" name="Title 1"/>
          <p:cNvSpPr>
            <a:spLocks noGrp="1"/>
          </p:cNvSpPr>
          <p:nvPr>
            <p:ph type="title"/>
          </p:nvPr>
        </p:nvSpPr>
        <p:spPr>
          <a:xfrm>
            <a:off x="457200" y="419100"/>
            <a:ext cx="6858000" cy="2552700"/>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lvl1pPr>
              <a:defRPr>
                <a:solidFill>
                  <a:schemeClr val="tx1">
                    <a:lumMod val="50000"/>
                    <a:lumOff val="50000"/>
                  </a:schemeClr>
                </a:solidFill>
              </a:defRPr>
            </a:lvl1pPr>
          </a:lstStyle>
          <a:p>
            <a:fld id="{0D0E9D3B-CB56-40AE-B0A9-8DA5E1AEFDB7}" type="slidenum">
              <a:rPr lang="en-US" smtClean="0"/>
              <a:pPr/>
              <a:t>‹#›</a:t>
            </a:fld>
            <a:endParaRPr lang="en-US" dirty="0"/>
          </a:p>
        </p:txBody>
      </p:sp>
      <p:sp>
        <p:nvSpPr>
          <p:cNvPr id="4" name="Footer Placeholder 3"/>
          <p:cNvSpPr>
            <a:spLocks noGrp="1"/>
          </p:cNvSpPr>
          <p:nvPr>
            <p:ph type="ftr" sz="quarter" idx="11"/>
          </p:nvPr>
        </p:nvSpPr>
        <p:spPr/>
        <p:txBody>
          <a:bodyPr/>
          <a:lstStyle>
            <a:lvl1pPr>
              <a:defRPr>
                <a:solidFill>
                  <a:schemeClr val="tx1">
                    <a:lumMod val="50000"/>
                    <a:lumOff val="50000"/>
                  </a:schemeClr>
                </a:solidFill>
              </a:defRPr>
            </a:lvl1pPr>
          </a:lstStyle>
          <a:p>
            <a:r>
              <a:rPr lang="en-US" dirty="0"/>
              <a:t>File Name</a:t>
            </a:r>
          </a:p>
        </p:txBody>
      </p:sp>
    </p:spTree>
    <p:extLst>
      <p:ext uri="{BB962C8B-B14F-4D97-AF65-F5344CB8AC3E}">
        <p14:creationId xmlns:p14="http://schemas.microsoft.com/office/powerpoint/2010/main" val="1610357477"/>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 Background 2 40%">
    <p:bg>
      <p:bgPr>
        <a:solidFill>
          <a:schemeClr val="bg2">
            <a:lumMod val="60000"/>
            <a:lumOff val="40000"/>
          </a:schemeClr>
        </a:solidFill>
        <a:effectLst/>
      </p:bgPr>
    </p:bg>
    <p:spTree>
      <p:nvGrpSpPr>
        <p:cNvPr id="1" name=""/>
        <p:cNvGrpSpPr/>
        <p:nvPr/>
      </p:nvGrpSpPr>
      <p:grpSpPr>
        <a:xfrm>
          <a:off x="0" y="0"/>
          <a:ext cx="0" cy="0"/>
          <a:chOff x="0" y="0"/>
          <a:chExt cx="0" cy="0"/>
        </a:xfrm>
      </p:grpSpPr>
      <p:sp>
        <p:nvSpPr>
          <p:cNvPr id="10" name="Rounded Rectangle 9"/>
          <p:cNvSpPr/>
          <p:nvPr userDrawn="1"/>
        </p:nvSpPr>
        <p:spPr>
          <a:xfrm>
            <a:off x="202702" y="161925"/>
            <a:ext cx="8103097" cy="5207409"/>
          </a:xfrm>
          <a:prstGeom prst="roundRect">
            <a:avLst>
              <a:gd name="adj" fmla="val 255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8"/>
          <p:cNvSpPr>
            <a:spLocks noGrp="1"/>
          </p:cNvSpPr>
          <p:nvPr>
            <p:ph type="body" sz="quarter" idx="12"/>
          </p:nvPr>
        </p:nvSpPr>
        <p:spPr>
          <a:xfrm>
            <a:off x="457199" y="3200400"/>
            <a:ext cx="6858001" cy="1562099"/>
          </a:xfrm>
        </p:spPr>
        <p:txBody>
          <a:bodyPr/>
          <a:lstStyle>
            <a:lvl1pPr>
              <a:defRPr>
                <a:solidFill>
                  <a:schemeClr val="tx1">
                    <a:lumMod val="75000"/>
                    <a:lumOff val="25000"/>
                  </a:schemeClr>
                </a:solidFill>
              </a:defRPr>
            </a:lvl1pPr>
          </a:lstStyle>
          <a:p>
            <a:pPr lvl="0"/>
            <a:r>
              <a:rPr lang="en-US"/>
              <a:t>Click to edit Master text styles</a:t>
            </a:r>
          </a:p>
        </p:txBody>
      </p:sp>
      <p:sp>
        <p:nvSpPr>
          <p:cNvPr id="2" name="Title 1"/>
          <p:cNvSpPr>
            <a:spLocks noGrp="1"/>
          </p:cNvSpPr>
          <p:nvPr>
            <p:ph type="title"/>
          </p:nvPr>
        </p:nvSpPr>
        <p:spPr>
          <a:xfrm>
            <a:off x="457200" y="419100"/>
            <a:ext cx="6858000" cy="2552700"/>
          </a:xfrm>
        </p:spPr>
        <p:txBody>
          <a:bodyPr/>
          <a:lstStyle>
            <a:lvl1pPr>
              <a:defRPr>
                <a:solidFill>
                  <a:schemeClr val="tx1">
                    <a:lumMod val="75000"/>
                    <a:lumOff val="25000"/>
                  </a:schemeClr>
                </a:solidFill>
              </a:defRPr>
            </a:lvl1p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lvl1pPr>
              <a:defRPr>
                <a:solidFill>
                  <a:schemeClr val="tx1">
                    <a:lumMod val="50000"/>
                    <a:lumOff val="50000"/>
                  </a:schemeClr>
                </a:solidFill>
              </a:defRPr>
            </a:lvl1pPr>
          </a:lstStyle>
          <a:p>
            <a:fld id="{0D0E9D3B-CB56-40AE-B0A9-8DA5E1AEFDB7}" type="slidenum">
              <a:rPr lang="en-US" smtClean="0"/>
              <a:pPr/>
              <a:t>‹#›</a:t>
            </a:fld>
            <a:endParaRPr lang="en-US" dirty="0"/>
          </a:p>
        </p:txBody>
      </p:sp>
      <p:sp>
        <p:nvSpPr>
          <p:cNvPr id="4" name="Footer Placeholder 3"/>
          <p:cNvSpPr>
            <a:spLocks noGrp="1"/>
          </p:cNvSpPr>
          <p:nvPr>
            <p:ph type="ftr" sz="quarter" idx="11"/>
          </p:nvPr>
        </p:nvSpPr>
        <p:spPr/>
        <p:txBody>
          <a:bodyPr/>
          <a:lstStyle>
            <a:lvl1pPr>
              <a:defRPr>
                <a:solidFill>
                  <a:schemeClr val="tx1">
                    <a:lumMod val="50000"/>
                    <a:lumOff val="50000"/>
                  </a:schemeClr>
                </a:solidFill>
              </a:defRPr>
            </a:lvl1pPr>
          </a:lstStyle>
          <a:p>
            <a:r>
              <a:rPr lang="en-US" dirty="0"/>
              <a:t>File Name</a:t>
            </a:r>
          </a:p>
        </p:txBody>
      </p:sp>
      <p:sp>
        <p:nvSpPr>
          <p:cNvPr id="14" name="TextBox 13"/>
          <p:cNvSpPr txBox="1"/>
          <p:nvPr userDrawn="1"/>
        </p:nvSpPr>
        <p:spPr>
          <a:xfrm>
            <a:off x="457200" y="5525353"/>
            <a:ext cx="4316413" cy="830997"/>
          </a:xfrm>
          <a:prstGeom prst="rect">
            <a:avLst/>
          </a:prstGeom>
          <a:noFill/>
        </p:spPr>
        <p:txBody>
          <a:bodyPr wrap="square">
            <a:spAutoFit/>
          </a:bodyPr>
          <a:lstStyle/>
          <a:p>
            <a:r>
              <a:rPr lang="en-US" altLang="en-US" sz="1200" i="1" dirty="0"/>
              <a:t>“</a:t>
            </a:r>
            <a:r>
              <a:rPr lang="en-US" sz="1200" i="1" dirty="0">
                <a:solidFill>
                  <a:srgbClr val="000000"/>
                </a:solidFill>
              </a:rPr>
              <a:t>The views, opinions and findings contained in this report are those of the authors(s) and should not be construed as an official Department of the Army position, policy or decision, unless so designated by other official documentation.</a:t>
            </a:r>
            <a:r>
              <a:rPr lang="en-US" altLang="en-US" sz="1200" i="1" dirty="0">
                <a:solidFill>
                  <a:srgbClr val="000000"/>
                </a:solidFill>
              </a:rPr>
              <a:t>”</a:t>
            </a:r>
            <a:endParaRPr lang="en-US" sz="1200" i="1" dirty="0">
              <a:solidFill>
                <a:srgbClr val="000000"/>
              </a:solidFill>
            </a:endParaRPr>
          </a:p>
        </p:txBody>
      </p:sp>
    </p:spTree>
    <p:extLst>
      <p:ext uri="{BB962C8B-B14F-4D97-AF65-F5344CB8AC3E}">
        <p14:creationId xmlns:p14="http://schemas.microsoft.com/office/powerpoint/2010/main" val="3444214839"/>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Slide - Background 2 40%">
    <p:bg>
      <p:bgPr>
        <a:solidFill>
          <a:schemeClr val="bg2">
            <a:lumMod val="60000"/>
            <a:lumOff val="40000"/>
          </a:schemeClr>
        </a:solidFill>
        <a:effectLst/>
      </p:bgPr>
    </p:bg>
    <p:spTree>
      <p:nvGrpSpPr>
        <p:cNvPr id="1" name=""/>
        <p:cNvGrpSpPr/>
        <p:nvPr/>
      </p:nvGrpSpPr>
      <p:grpSpPr>
        <a:xfrm>
          <a:off x="0" y="0"/>
          <a:ext cx="0" cy="0"/>
          <a:chOff x="0" y="0"/>
          <a:chExt cx="0" cy="0"/>
        </a:xfrm>
      </p:grpSpPr>
      <p:sp>
        <p:nvSpPr>
          <p:cNvPr id="10" name="Rounded Rectangle 9"/>
          <p:cNvSpPr/>
          <p:nvPr userDrawn="1"/>
        </p:nvSpPr>
        <p:spPr>
          <a:xfrm>
            <a:off x="202702" y="161925"/>
            <a:ext cx="8103097" cy="5207409"/>
          </a:xfrm>
          <a:prstGeom prst="roundRect">
            <a:avLst>
              <a:gd name="adj" fmla="val 255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8"/>
          <p:cNvSpPr>
            <a:spLocks noGrp="1"/>
          </p:cNvSpPr>
          <p:nvPr>
            <p:ph type="body" sz="quarter" idx="12"/>
          </p:nvPr>
        </p:nvSpPr>
        <p:spPr>
          <a:xfrm>
            <a:off x="457199" y="3200400"/>
            <a:ext cx="6858001" cy="1562099"/>
          </a:xfrm>
        </p:spPr>
        <p:txBody>
          <a:bodyPr/>
          <a:lstStyle>
            <a:lvl1pPr>
              <a:defRPr>
                <a:solidFill>
                  <a:schemeClr val="tx1">
                    <a:lumMod val="75000"/>
                    <a:lumOff val="25000"/>
                  </a:schemeClr>
                </a:solidFill>
              </a:defRPr>
            </a:lvl1pPr>
          </a:lstStyle>
          <a:p>
            <a:pPr lvl="0"/>
            <a:r>
              <a:rPr lang="en-US"/>
              <a:t>Click to edit Master text styles</a:t>
            </a:r>
          </a:p>
        </p:txBody>
      </p:sp>
      <p:sp>
        <p:nvSpPr>
          <p:cNvPr id="2" name="Title 1"/>
          <p:cNvSpPr>
            <a:spLocks noGrp="1"/>
          </p:cNvSpPr>
          <p:nvPr>
            <p:ph type="title"/>
          </p:nvPr>
        </p:nvSpPr>
        <p:spPr>
          <a:xfrm>
            <a:off x="457200" y="419100"/>
            <a:ext cx="6858000" cy="2552700"/>
          </a:xfrm>
        </p:spPr>
        <p:txBody>
          <a:bodyPr/>
          <a:lstStyle>
            <a:lvl1pPr>
              <a:defRPr>
                <a:solidFill>
                  <a:schemeClr val="tx1">
                    <a:lumMod val="75000"/>
                    <a:lumOff val="25000"/>
                  </a:schemeClr>
                </a:solidFill>
              </a:defRPr>
            </a:lvl1p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lvl1pPr>
              <a:defRPr>
                <a:solidFill>
                  <a:schemeClr val="tx1">
                    <a:lumMod val="50000"/>
                    <a:lumOff val="50000"/>
                  </a:schemeClr>
                </a:solidFill>
              </a:defRPr>
            </a:lvl1pPr>
          </a:lstStyle>
          <a:p>
            <a:fld id="{0D0E9D3B-CB56-40AE-B0A9-8DA5E1AEFDB7}" type="slidenum">
              <a:rPr lang="en-US" smtClean="0"/>
              <a:pPr/>
              <a:t>‹#›</a:t>
            </a:fld>
            <a:endParaRPr lang="en-US" dirty="0"/>
          </a:p>
        </p:txBody>
      </p:sp>
      <p:sp>
        <p:nvSpPr>
          <p:cNvPr id="4" name="Footer Placeholder 3"/>
          <p:cNvSpPr>
            <a:spLocks noGrp="1"/>
          </p:cNvSpPr>
          <p:nvPr>
            <p:ph type="ftr" sz="quarter" idx="11"/>
          </p:nvPr>
        </p:nvSpPr>
        <p:spPr/>
        <p:txBody>
          <a:bodyPr/>
          <a:lstStyle>
            <a:lvl1pPr>
              <a:defRPr>
                <a:solidFill>
                  <a:schemeClr val="tx1">
                    <a:lumMod val="50000"/>
                    <a:lumOff val="50000"/>
                  </a:schemeClr>
                </a:solidFill>
              </a:defRPr>
            </a:lvl1pPr>
          </a:lstStyle>
          <a:p>
            <a:r>
              <a:rPr lang="en-US" dirty="0"/>
              <a:t>File Name</a:t>
            </a:r>
          </a:p>
        </p:txBody>
      </p:sp>
    </p:spTree>
    <p:extLst>
      <p:ext uri="{BB962C8B-B14F-4D97-AF65-F5344CB8AC3E}">
        <p14:creationId xmlns:p14="http://schemas.microsoft.com/office/powerpoint/2010/main" val="3342659469"/>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and Content - 1 Colum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304800" y="274637"/>
            <a:ext cx="8382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21" name="Text Placeholder 2"/>
          <p:cNvSpPr>
            <a:spLocks noGrp="1"/>
          </p:cNvSpPr>
          <p:nvPr>
            <p:ph idx="1"/>
          </p:nvPr>
        </p:nvSpPr>
        <p:spPr bwMode="auto">
          <a:xfrm>
            <a:off x="304800" y="1225550"/>
            <a:ext cx="8382000" cy="4718049"/>
          </a:xfrm>
          <a:prstGeom prst="rect">
            <a:avLst/>
          </a:prstGeom>
          <a:noFill/>
          <a:ln w="9525">
            <a:noFill/>
            <a:miter lim="800000"/>
            <a:headEnd/>
            <a:tailEnd/>
          </a:ln>
        </p:spPr>
        <p:txBody>
          <a:bodyPr/>
          <a:lstStyle>
            <a:lvl1pPr marL="0" indent="0">
              <a:buNone/>
              <a:defRPr sz="2400">
                <a:solidFill>
                  <a:schemeClr val="tx1">
                    <a:lumMod val="75000"/>
                    <a:lumOff val="25000"/>
                  </a:schemeClr>
                </a:solidFill>
              </a:defRPr>
            </a:lvl1pPr>
            <a:lvl2pPr>
              <a:defRPr sz="2400">
                <a:solidFill>
                  <a:schemeClr val="tx1">
                    <a:lumMod val="75000"/>
                    <a:lumOff val="25000"/>
                  </a:schemeClr>
                </a:solidFill>
              </a:defRPr>
            </a:lvl2pPr>
            <a:lvl3pPr>
              <a:defRPr sz="2000">
                <a:solidFill>
                  <a:schemeClr val="tx1">
                    <a:lumMod val="75000"/>
                    <a:lumOff val="25000"/>
                  </a:schemeClr>
                </a:solidFill>
              </a:defRPr>
            </a:lvl3pPr>
            <a:lvl4pPr>
              <a:defRPr sz="2000">
                <a:solidFill>
                  <a:schemeClr val="tx1">
                    <a:lumMod val="75000"/>
                    <a:lumOff val="25000"/>
                  </a:schemeClr>
                </a:solidFill>
              </a:defRPr>
            </a:lvl4pPr>
            <a:lvl5pPr>
              <a:defRPr sz="2000">
                <a:solidFill>
                  <a:schemeClr val="tx1">
                    <a:lumMod val="75000"/>
                    <a:lumOff val="25000"/>
                  </a:schemeClr>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Footer Placeholder 4"/>
          <p:cNvSpPr>
            <a:spLocks noGrp="1"/>
          </p:cNvSpPr>
          <p:nvPr>
            <p:ph type="ftr" sz="quarter" idx="10"/>
          </p:nvPr>
        </p:nvSpPr>
        <p:spPr/>
        <p:txBody>
          <a:bodyPr/>
          <a:lstStyle>
            <a:lvl1pPr>
              <a:defRPr/>
            </a:lvl1pPr>
          </a:lstStyle>
          <a:p>
            <a:pPr>
              <a:defRPr/>
            </a:pPr>
            <a:r>
              <a:rPr lang="en-US" dirty="0"/>
              <a:t>File Name</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dirty="0"/>
          </a:p>
        </p:txBody>
      </p:sp>
    </p:spTree>
    <p:extLst>
      <p:ext uri="{BB962C8B-B14F-4D97-AF65-F5344CB8AC3E}">
        <p14:creationId xmlns:p14="http://schemas.microsoft.com/office/powerpoint/2010/main" val="32378203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ontent - 2 Colum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304800" y="274637"/>
            <a:ext cx="8382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21" name="Text Placeholder 2"/>
          <p:cNvSpPr>
            <a:spLocks noGrp="1"/>
          </p:cNvSpPr>
          <p:nvPr>
            <p:ph idx="1"/>
          </p:nvPr>
        </p:nvSpPr>
        <p:spPr bwMode="auto">
          <a:xfrm>
            <a:off x="304800" y="1225550"/>
            <a:ext cx="8382000" cy="4718049"/>
          </a:xfrm>
          <a:prstGeom prst="rect">
            <a:avLst/>
          </a:prstGeom>
          <a:noFill/>
          <a:ln w="9525">
            <a:noFill/>
            <a:miter lim="800000"/>
            <a:headEnd/>
            <a:tailEnd/>
          </a:ln>
        </p:spPr>
        <p:txBody>
          <a:bodyPr numCol="2"/>
          <a:lstStyle>
            <a:lvl1pPr marL="0" indent="0">
              <a:buNone/>
              <a:defRPr sz="2400">
                <a:solidFill>
                  <a:schemeClr val="tx1">
                    <a:lumMod val="75000"/>
                    <a:lumOff val="25000"/>
                  </a:schemeClr>
                </a:solidFill>
              </a:defRPr>
            </a:lvl1pPr>
            <a:lvl2pPr>
              <a:defRPr sz="2400">
                <a:solidFill>
                  <a:schemeClr val="tx1">
                    <a:lumMod val="75000"/>
                    <a:lumOff val="25000"/>
                  </a:schemeClr>
                </a:solidFill>
              </a:defRPr>
            </a:lvl2pPr>
            <a:lvl3pPr>
              <a:defRPr sz="2000">
                <a:solidFill>
                  <a:schemeClr val="tx1">
                    <a:lumMod val="75000"/>
                    <a:lumOff val="25000"/>
                  </a:schemeClr>
                </a:solidFill>
              </a:defRPr>
            </a:lvl3pPr>
            <a:lvl4pPr>
              <a:defRPr sz="2000">
                <a:solidFill>
                  <a:schemeClr val="tx1">
                    <a:lumMod val="75000"/>
                    <a:lumOff val="25000"/>
                  </a:schemeClr>
                </a:solidFill>
              </a:defRPr>
            </a:lvl4pPr>
            <a:lvl5pPr>
              <a:defRPr sz="2000">
                <a:solidFill>
                  <a:schemeClr val="tx1">
                    <a:lumMod val="75000"/>
                    <a:lumOff val="25000"/>
                  </a:schemeClr>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Footer Placeholder 4"/>
          <p:cNvSpPr>
            <a:spLocks noGrp="1"/>
          </p:cNvSpPr>
          <p:nvPr>
            <p:ph type="ftr" sz="quarter" idx="10"/>
          </p:nvPr>
        </p:nvSpPr>
        <p:spPr/>
        <p:txBody>
          <a:bodyPr/>
          <a:lstStyle>
            <a:lvl1pPr>
              <a:defRPr/>
            </a:lvl1pPr>
          </a:lstStyle>
          <a:p>
            <a:pPr>
              <a:defRPr/>
            </a:pPr>
            <a:r>
              <a:rPr lang="en-US" dirty="0"/>
              <a:t>File Name</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dirty="0"/>
          </a:p>
        </p:txBody>
      </p:sp>
    </p:spTree>
    <p:extLst>
      <p:ext uri="{BB962C8B-B14F-4D97-AF65-F5344CB8AC3E}">
        <p14:creationId xmlns:p14="http://schemas.microsoft.com/office/powerpoint/2010/main" val="41654730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ontent - 3 Colum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304800" y="274637"/>
            <a:ext cx="8382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21" name="Text Placeholder 2"/>
          <p:cNvSpPr>
            <a:spLocks noGrp="1"/>
          </p:cNvSpPr>
          <p:nvPr>
            <p:ph idx="1"/>
          </p:nvPr>
        </p:nvSpPr>
        <p:spPr bwMode="auto">
          <a:xfrm>
            <a:off x="304800" y="1225550"/>
            <a:ext cx="8382000" cy="4718049"/>
          </a:xfrm>
          <a:prstGeom prst="rect">
            <a:avLst/>
          </a:prstGeom>
          <a:noFill/>
          <a:ln w="9525">
            <a:noFill/>
            <a:miter lim="800000"/>
            <a:headEnd/>
            <a:tailEnd/>
          </a:ln>
        </p:spPr>
        <p:txBody>
          <a:bodyPr numCol="3"/>
          <a:lstStyle>
            <a:lvl1pPr marL="0" indent="0">
              <a:buNone/>
              <a:defRPr sz="2400">
                <a:solidFill>
                  <a:schemeClr val="tx1">
                    <a:lumMod val="75000"/>
                    <a:lumOff val="25000"/>
                  </a:schemeClr>
                </a:solidFill>
              </a:defRPr>
            </a:lvl1pPr>
            <a:lvl2pPr>
              <a:defRPr sz="2400">
                <a:solidFill>
                  <a:schemeClr val="tx1">
                    <a:lumMod val="75000"/>
                    <a:lumOff val="25000"/>
                  </a:schemeClr>
                </a:solidFill>
              </a:defRPr>
            </a:lvl2pPr>
            <a:lvl3pPr>
              <a:defRPr sz="2000">
                <a:solidFill>
                  <a:schemeClr val="tx1">
                    <a:lumMod val="75000"/>
                    <a:lumOff val="25000"/>
                  </a:schemeClr>
                </a:solidFill>
              </a:defRPr>
            </a:lvl3pPr>
            <a:lvl4pPr>
              <a:defRPr sz="2000">
                <a:solidFill>
                  <a:schemeClr val="tx1">
                    <a:lumMod val="75000"/>
                    <a:lumOff val="25000"/>
                  </a:schemeClr>
                </a:solidFill>
              </a:defRPr>
            </a:lvl4pPr>
            <a:lvl5pPr>
              <a:defRPr sz="2000">
                <a:solidFill>
                  <a:schemeClr val="tx1">
                    <a:lumMod val="75000"/>
                    <a:lumOff val="25000"/>
                  </a:schemeClr>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Footer Placeholder 4"/>
          <p:cNvSpPr>
            <a:spLocks noGrp="1"/>
          </p:cNvSpPr>
          <p:nvPr>
            <p:ph type="ftr" sz="quarter" idx="10"/>
          </p:nvPr>
        </p:nvSpPr>
        <p:spPr/>
        <p:txBody>
          <a:bodyPr/>
          <a:lstStyle>
            <a:lvl1pPr>
              <a:defRPr/>
            </a:lvl1pPr>
          </a:lstStyle>
          <a:p>
            <a:pPr>
              <a:defRPr/>
            </a:pPr>
            <a:r>
              <a:rPr lang="en-US" dirty="0"/>
              <a:t>File Name</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dirty="0"/>
          </a:p>
        </p:txBody>
      </p:sp>
    </p:spTree>
    <p:extLst>
      <p:ext uri="{BB962C8B-B14F-4D97-AF65-F5344CB8AC3E}">
        <p14:creationId xmlns:p14="http://schemas.microsoft.com/office/powerpoint/2010/main" val="35886496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hort Title and Content - 1 Colum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304800" y="274638"/>
            <a:ext cx="8382000" cy="538162"/>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21" name="Text Placeholder 2"/>
          <p:cNvSpPr>
            <a:spLocks noGrp="1"/>
          </p:cNvSpPr>
          <p:nvPr>
            <p:ph idx="1"/>
          </p:nvPr>
        </p:nvSpPr>
        <p:spPr bwMode="auto">
          <a:xfrm>
            <a:off x="304800" y="942976"/>
            <a:ext cx="8382000" cy="5000624"/>
          </a:xfrm>
          <a:prstGeom prst="rect">
            <a:avLst/>
          </a:prstGeom>
          <a:noFill/>
          <a:ln w="9525">
            <a:noFill/>
            <a:miter lim="800000"/>
            <a:headEnd/>
            <a:tailEnd/>
          </a:ln>
        </p:spPr>
        <p:txBody>
          <a:bodyPr numCol="1"/>
          <a:lstStyle>
            <a:lvl1pPr marL="0" indent="0">
              <a:buNone/>
              <a:defRPr sz="2400">
                <a:solidFill>
                  <a:schemeClr val="tx1">
                    <a:lumMod val="75000"/>
                    <a:lumOff val="25000"/>
                  </a:schemeClr>
                </a:solidFill>
              </a:defRPr>
            </a:lvl1pPr>
            <a:lvl2pPr>
              <a:defRPr sz="2400">
                <a:solidFill>
                  <a:schemeClr val="tx1">
                    <a:lumMod val="75000"/>
                    <a:lumOff val="25000"/>
                  </a:schemeClr>
                </a:solidFill>
              </a:defRPr>
            </a:lvl2pPr>
            <a:lvl3pPr>
              <a:defRPr sz="2000">
                <a:solidFill>
                  <a:schemeClr val="tx1">
                    <a:lumMod val="75000"/>
                    <a:lumOff val="25000"/>
                  </a:schemeClr>
                </a:solidFill>
              </a:defRPr>
            </a:lvl3pPr>
            <a:lvl4pPr>
              <a:defRPr sz="2000">
                <a:solidFill>
                  <a:schemeClr val="tx1">
                    <a:lumMod val="75000"/>
                    <a:lumOff val="25000"/>
                  </a:schemeClr>
                </a:solidFill>
              </a:defRPr>
            </a:lvl4pPr>
            <a:lvl5pPr>
              <a:defRPr sz="2000">
                <a:solidFill>
                  <a:schemeClr val="tx1">
                    <a:lumMod val="75000"/>
                    <a:lumOff val="25000"/>
                  </a:schemeClr>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Footer Placeholder 4"/>
          <p:cNvSpPr>
            <a:spLocks noGrp="1"/>
          </p:cNvSpPr>
          <p:nvPr>
            <p:ph type="ftr" sz="quarter" idx="10"/>
          </p:nvPr>
        </p:nvSpPr>
        <p:spPr/>
        <p:txBody>
          <a:bodyPr/>
          <a:lstStyle>
            <a:lvl1pPr>
              <a:defRPr/>
            </a:lvl1pPr>
          </a:lstStyle>
          <a:p>
            <a:pPr>
              <a:defRPr/>
            </a:pPr>
            <a:r>
              <a:rPr lang="en-US" dirty="0"/>
              <a:t>File Name</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dirty="0"/>
          </a:p>
        </p:txBody>
      </p:sp>
    </p:spTree>
    <p:extLst>
      <p:ext uri="{BB962C8B-B14F-4D97-AF65-F5344CB8AC3E}">
        <p14:creationId xmlns:p14="http://schemas.microsoft.com/office/powerpoint/2010/main" val="3305043991"/>
      </p:ext>
    </p:extLst>
  </p:cSld>
  <p:clrMapOvr>
    <a:masterClrMapping/>
  </p:clrMapOvr>
  <p:extLst>
    <p:ext uri="{DCECCB84-F9BA-43D5-87BE-67443E8EF086}">
      <p15:sldGuideLst xmlns:p15="http://schemas.microsoft.com/office/powerpoint/2012/main">
        <p15:guide id="1" orient="horz" pos="594">
          <p15:clr>
            <a:srgbClr val="FBAE40"/>
          </p15:clr>
        </p15:guide>
        <p15:guide id="2" orient="horz" pos="51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hort Title and Content - 2 Colum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304800" y="274638"/>
            <a:ext cx="8382000" cy="538162"/>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21" name="Text Placeholder 2"/>
          <p:cNvSpPr>
            <a:spLocks noGrp="1"/>
          </p:cNvSpPr>
          <p:nvPr>
            <p:ph idx="1"/>
          </p:nvPr>
        </p:nvSpPr>
        <p:spPr bwMode="auto">
          <a:xfrm>
            <a:off x="304800" y="942976"/>
            <a:ext cx="8382000" cy="5000624"/>
          </a:xfrm>
          <a:prstGeom prst="rect">
            <a:avLst/>
          </a:prstGeom>
          <a:noFill/>
          <a:ln w="9525">
            <a:noFill/>
            <a:miter lim="800000"/>
            <a:headEnd/>
            <a:tailEnd/>
          </a:ln>
        </p:spPr>
        <p:txBody>
          <a:bodyPr numCol="2"/>
          <a:lstStyle>
            <a:lvl1pPr marL="0" indent="0">
              <a:buNone/>
              <a:defRPr sz="2400">
                <a:solidFill>
                  <a:schemeClr val="tx1">
                    <a:lumMod val="75000"/>
                    <a:lumOff val="25000"/>
                  </a:schemeClr>
                </a:solidFill>
              </a:defRPr>
            </a:lvl1pPr>
            <a:lvl2pPr>
              <a:defRPr sz="2400">
                <a:solidFill>
                  <a:schemeClr val="tx1">
                    <a:lumMod val="75000"/>
                    <a:lumOff val="25000"/>
                  </a:schemeClr>
                </a:solidFill>
              </a:defRPr>
            </a:lvl2pPr>
            <a:lvl3pPr>
              <a:defRPr sz="2000">
                <a:solidFill>
                  <a:schemeClr val="tx1">
                    <a:lumMod val="75000"/>
                    <a:lumOff val="25000"/>
                  </a:schemeClr>
                </a:solidFill>
              </a:defRPr>
            </a:lvl3pPr>
            <a:lvl4pPr>
              <a:defRPr sz="2000">
                <a:solidFill>
                  <a:schemeClr val="tx1">
                    <a:lumMod val="75000"/>
                    <a:lumOff val="25000"/>
                  </a:schemeClr>
                </a:solidFill>
              </a:defRPr>
            </a:lvl4pPr>
            <a:lvl5pPr>
              <a:defRPr sz="2000">
                <a:solidFill>
                  <a:schemeClr val="tx1">
                    <a:lumMod val="75000"/>
                    <a:lumOff val="25000"/>
                  </a:schemeClr>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Footer Placeholder 4"/>
          <p:cNvSpPr>
            <a:spLocks noGrp="1"/>
          </p:cNvSpPr>
          <p:nvPr>
            <p:ph type="ftr" sz="quarter" idx="10"/>
          </p:nvPr>
        </p:nvSpPr>
        <p:spPr/>
        <p:txBody>
          <a:bodyPr/>
          <a:lstStyle>
            <a:lvl1pPr>
              <a:defRPr/>
            </a:lvl1pPr>
          </a:lstStyle>
          <a:p>
            <a:pPr>
              <a:defRPr/>
            </a:pPr>
            <a:r>
              <a:rPr lang="en-US" dirty="0"/>
              <a:t>File Name</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dirty="0"/>
          </a:p>
        </p:txBody>
      </p:sp>
    </p:spTree>
    <p:extLst>
      <p:ext uri="{BB962C8B-B14F-4D97-AF65-F5344CB8AC3E}">
        <p14:creationId xmlns:p14="http://schemas.microsoft.com/office/powerpoint/2010/main" val="2601279489"/>
      </p:ext>
    </p:extLst>
  </p:cSld>
  <p:clrMapOvr>
    <a:masterClrMapping/>
  </p:clrMapOvr>
  <p:extLst>
    <p:ext uri="{DCECCB84-F9BA-43D5-87BE-67443E8EF086}">
      <p15:sldGuideLst xmlns:p15="http://schemas.microsoft.com/office/powerpoint/2012/main">
        <p15:guide id="1" orient="horz" pos="594">
          <p15:clr>
            <a:srgbClr val="FBAE40"/>
          </p15:clr>
        </p15:guide>
        <p15:guide id="2" orient="horz" pos="516">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hort Title and Content - 3 Colum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304800" y="274638"/>
            <a:ext cx="8382000" cy="538162"/>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21" name="Text Placeholder 2"/>
          <p:cNvSpPr>
            <a:spLocks noGrp="1"/>
          </p:cNvSpPr>
          <p:nvPr>
            <p:ph idx="1"/>
          </p:nvPr>
        </p:nvSpPr>
        <p:spPr bwMode="auto">
          <a:xfrm>
            <a:off x="304800" y="942976"/>
            <a:ext cx="8382000" cy="5000624"/>
          </a:xfrm>
          <a:prstGeom prst="rect">
            <a:avLst/>
          </a:prstGeom>
          <a:noFill/>
          <a:ln w="9525">
            <a:noFill/>
            <a:miter lim="800000"/>
            <a:headEnd/>
            <a:tailEnd/>
          </a:ln>
        </p:spPr>
        <p:txBody>
          <a:bodyPr numCol="3"/>
          <a:lstStyle>
            <a:lvl1pPr marL="0" indent="0">
              <a:buNone/>
              <a:defRPr sz="2400">
                <a:solidFill>
                  <a:schemeClr val="tx1">
                    <a:lumMod val="75000"/>
                    <a:lumOff val="25000"/>
                  </a:schemeClr>
                </a:solidFill>
              </a:defRPr>
            </a:lvl1pPr>
            <a:lvl2pPr>
              <a:defRPr sz="2400">
                <a:solidFill>
                  <a:schemeClr val="tx1">
                    <a:lumMod val="75000"/>
                    <a:lumOff val="25000"/>
                  </a:schemeClr>
                </a:solidFill>
              </a:defRPr>
            </a:lvl2pPr>
            <a:lvl3pPr>
              <a:defRPr sz="2000">
                <a:solidFill>
                  <a:schemeClr val="tx1">
                    <a:lumMod val="75000"/>
                    <a:lumOff val="25000"/>
                  </a:schemeClr>
                </a:solidFill>
              </a:defRPr>
            </a:lvl3pPr>
            <a:lvl4pPr>
              <a:defRPr sz="2000">
                <a:solidFill>
                  <a:schemeClr val="tx1">
                    <a:lumMod val="75000"/>
                    <a:lumOff val="25000"/>
                  </a:schemeClr>
                </a:solidFill>
              </a:defRPr>
            </a:lvl4pPr>
            <a:lvl5pPr>
              <a:defRPr sz="2000">
                <a:solidFill>
                  <a:schemeClr val="tx1">
                    <a:lumMod val="75000"/>
                    <a:lumOff val="25000"/>
                  </a:schemeClr>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Footer Placeholder 4"/>
          <p:cNvSpPr>
            <a:spLocks noGrp="1"/>
          </p:cNvSpPr>
          <p:nvPr>
            <p:ph type="ftr" sz="quarter" idx="10"/>
          </p:nvPr>
        </p:nvSpPr>
        <p:spPr/>
        <p:txBody>
          <a:bodyPr/>
          <a:lstStyle>
            <a:lvl1pPr>
              <a:defRPr/>
            </a:lvl1pPr>
          </a:lstStyle>
          <a:p>
            <a:pPr>
              <a:defRPr/>
            </a:pPr>
            <a:r>
              <a:rPr lang="en-US" dirty="0"/>
              <a:t>File Name</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dirty="0"/>
          </a:p>
        </p:txBody>
      </p:sp>
    </p:spTree>
    <p:extLst>
      <p:ext uri="{BB962C8B-B14F-4D97-AF65-F5344CB8AC3E}">
        <p14:creationId xmlns:p14="http://schemas.microsoft.com/office/powerpoint/2010/main" val="702481296"/>
      </p:ext>
    </p:extLst>
  </p:cSld>
  <p:clrMapOvr>
    <a:masterClrMapping/>
  </p:clrMapOvr>
  <p:extLst>
    <p:ext uri="{DCECCB84-F9BA-43D5-87BE-67443E8EF086}">
      <p15:sldGuideLst xmlns:p15="http://schemas.microsoft.com/office/powerpoint/2012/main">
        <p15:guide id="1" orient="horz" pos="594">
          <p15:clr>
            <a:srgbClr val="FBAE40"/>
          </p15:clr>
        </p15:guide>
        <p15:guide id="2" orient="horz" pos="51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Picture with Captio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304800" y="274638"/>
            <a:ext cx="8382000" cy="538162"/>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21" name="Text Placeholder 2"/>
          <p:cNvSpPr>
            <a:spLocks noGrp="1"/>
          </p:cNvSpPr>
          <p:nvPr>
            <p:ph idx="1"/>
          </p:nvPr>
        </p:nvSpPr>
        <p:spPr bwMode="auto">
          <a:xfrm>
            <a:off x="304800" y="5834379"/>
            <a:ext cx="6353175" cy="328296"/>
          </a:xfrm>
          <a:prstGeom prst="rect">
            <a:avLst/>
          </a:prstGeom>
          <a:noFill/>
          <a:ln w="9525">
            <a:noFill/>
            <a:miter lim="800000"/>
            <a:headEnd/>
            <a:tailEnd/>
          </a:ln>
        </p:spPr>
        <p:txBody>
          <a:bodyPr lIns="91440" tIns="0" numCol="1"/>
          <a:lstStyle>
            <a:lvl1pPr marL="0" indent="0">
              <a:buNone/>
              <a:defRPr sz="1600">
                <a:solidFill>
                  <a:schemeClr val="tx1">
                    <a:lumMod val="75000"/>
                    <a:lumOff val="25000"/>
                  </a:schemeClr>
                </a:solidFill>
              </a:defRPr>
            </a:lvl1pPr>
            <a:lvl2pPr>
              <a:defRPr sz="2400">
                <a:solidFill>
                  <a:srgbClr val="83847A"/>
                </a:solidFill>
              </a:defRPr>
            </a:lvl2pPr>
            <a:lvl3pPr>
              <a:defRPr sz="2000">
                <a:solidFill>
                  <a:srgbClr val="83847A"/>
                </a:solidFill>
              </a:defRPr>
            </a:lvl3pPr>
            <a:lvl4pPr>
              <a:defRPr sz="2000">
                <a:solidFill>
                  <a:srgbClr val="83847A"/>
                </a:solidFill>
              </a:defRPr>
            </a:lvl4pPr>
            <a:lvl5pPr>
              <a:defRPr sz="2000">
                <a:solidFill>
                  <a:srgbClr val="83847A"/>
                </a:solidFill>
              </a:defRPr>
            </a:lvl5pPr>
          </a:lstStyle>
          <a:p>
            <a:pPr lvl="0"/>
            <a:r>
              <a:rPr lang="en-US" noProof="0" dirty="0"/>
              <a:t>Click to edit Master text styles</a:t>
            </a:r>
          </a:p>
        </p:txBody>
      </p:sp>
      <p:sp>
        <p:nvSpPr>
          <p:cNvPr id="4" name="Footer Placeholder 4"/>
          <p:cNvSpPr>
            <a:spLocks noGrp="1"/>
          </p:cNvSpPr>
          <p:nvPr>
            <p:ph type="ftr" sz="quarter" idx="10"/>
          </p:nvPr>
        </p:nvSpPr>
        <p:spPr/>
        <p:txBody>
          <a:bodyPr/>
          <a:lstStyle>
            <a:lvl1pPr>
              <a:defRPr/>
            </a:lvl1pPr>
          </a:lstStyle>
          <a:p>
            <a:pPr>
              <a:defRPr/>
            </a:pPr>
            <a:r>
              <a:rPr lang="en-US" dirty="0"/>
              <a:t>File Name</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dirty="0"/>
          </a:p>
        </p:txBody>
      </p:sp>
      <p:sp>
        <p:nvSpPr>
          <p:cNvPr id="3" name="Picture Placeholder 2"/>
          <p:cNvSpPr>
            <a:spLocks noGrp="1"/>
          </p:cNvSpPr>
          <p:nvPr>
            <p:ph type="pic" sz="quarter" idx="12"/>
          </p:nvPr>
        </p:nvSpPr>
        <p:spPr>
          <a:xfrm>
            <a:off x="304800" y="942975"/>
            <a:ext cx="8382000" cy="4761228"/>
          </a:xfrm>
        </p:spPr>
        <p:txBody>
          <a:bodyPr/>
          <a:lstStyle/>
          <a:p>
            <a:endParaRPr lang="en-US" dirty="0"/>
          </a:p>
        </p:txBody>
      </p:sp>
    </p:spTree>
    <p:extLst>
      <p:ext uri="{BB962C8B-B14F-4D97-AF65-F5344CB8AC3E}">
        <p14:creationId xmlns:p14="http://schemas.microsoft.com/office/powerpoint/2010/main" val="279750143"/>
      </p:ext>
    </p:extLst>
  </p:cSld>
  <p:clrMapOvr>
    <a:masterClrMapping/>
  </p:clrMapOvr>
  <p:extLst>
    <p:ext uri="{DCECCB84-F9BA-43D5-87BE-67443E8EF086}">
      <p15:sldGuideLst xmlns:p15="http://schemas.microsoft.com/office/powerpoint/2012/main">
        <p15:guide id="1" orient="horz" pos="594">
          <p15:clr>
            <a:srgbClr val="FBAE40"/>
          </p15:clr>
        </p15:guide>
        <p15:guide id="2" orient="horz" pos="51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304800" y="274637"/>
            <a:ext cx="8382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3" name="Content Placeholder 2"/>
          <p:cNvSpPr>
            <a:spLocks noGrp="1"/>
          </p:cNvSpPr>
          <p:nvPr>
            <p:ph sz="quarter" idx="15"/>
          </p:nvPr>
        </p:nvSpPr>
        <p:spPr>
          <a:xfrm>
            <a:off x="304800" y="1225550"/>
            <a:ext cx="4114800" cy="4718050"/>
          </a:xfrm>
        </p:spPr>
        <p:txBody>
          <a:bodyPr/>
          <a:lstStyle>
            <a:lvl1pPr>
              <a:defRPr sz="1600">
                <a:solidFill>
                  <a:schemeClr val="tx1">
                    <a:lumMod val="75000"/>
                    <a:lumOff val="25000"/>
                  </a:schemeClr>
                </a:solidFill>
              </a:defRPr>
            </a:lvl1pPr>
            <a:lvl2pPr>
              <a:defRPr sz="16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4572000" y="1225550"/>
            <a:ext cx="4114800" cy="4718050"/>
          </a:xfrm>
        </p:spPr>
        <p:txBody>
          <a:bodyPr/>
          <a:lstStyle>
            <a:lvl1pPr>
              <a:defRPr sz="1600">
                <a:solidFill>
                  <a:schemeClr val="tx1">
                    <a:lumMod val="75000"/>
                    <a:lumOff val="25000"/>
                  </a:schemeClr>
                </a:solidFill>
              </a:defRPr>
            </a:lvl1pPr>
            <a:lvl2pPr>
              <a:defRPr sz="16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dirty="0"/>
          </a:p>
        </p:txBody>
      </p:sp>
      <p:sp>
        <p:nvSpPr>
          <p:cNvPr id="2" name="Footer Placeholder 1"/>
          <p:cNvSpPr>
            <a:spLocks noGrp="1"/>
          </p:cNvSpPr>
          <p:nvPr>
            <p:ph type="ftr" sz="quarter" idx="18"/>
          </p:nvPr>
        </p:nvSpPr>
        <p:spPr/>
        <p:txBody>
          <a:bodyPr/>
          <a:lstStyle/>
          <a:p>
            <a:pPr>
              <a:defRPr/>
            </a:pPr>
            <a:r>
              <a:rPr lang="en-US" dirty="0"/>
              <a:t>File Name</a:t>
            </a:r>
          </a:p>
        </p:txBody>
      </p:sp>
    </p:spTree>
    <p:extLst>
      <p:ext uri="{BB962C8B-B14F-4D97-AF65-F5344CB8AC3E}">
        <p14:creationId xmlns:p14="http://schemas.microsoft.com/office/powerpoint/2010/main" val="10359619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304800" y="274637"/>
            <a:ext cx="8382000" cy="801687"/>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6" name="Text Placeholder 3"/>
          <p:cNvSpPr>
            <a:spLocks noGrp="1"/>
          </p:cNvSpPr>
          <p:nvPr>
            <p:ph type="body" sz="quarter" idx="3"/>
          </p:nvPr>
        </p:nvSpPr>
        <p:spPr>
          <a:xfrm>
            <a:off x="4572000" y="1230511"/>
            <a:ext cx="4114800" cy="663266"/>
          </a:xfrm>
        </p:spPr>
        <p:txBody>
          <a:bodyPr bIns="0" anchor="b"/>
          <a:lstStyle>
            <a:lvl1pPr>
              <a:defRPr sz="1800">
                <a:solidFill>
                  <a:schemeClr val="tx1">
                    <a:lumMod val="75000"/>
                    <a:lumOff val="25000"/>
                  </a:schemeClr>
                </a:solidFill>
              </a:defRPr>
            </a:lvl1pPr>
          </a:lstStyle>
          <a:p>
            <a:pPr lvl="0"/>
            <a:r>
              <a:rPr lang="en-US" dirty="0"/>
              <a:t>Click to edit Master text styles</a:t>
            </a:r>
          </a:p>
        </p:txBody>
      </p:sp>
      <p:sp>
        <p:nvSpPr>
          <p:cNvPr id="9" name="Text Placeholder 3"/>
          <p:cNvSpPr>
            <a:spLocks noGrp="1"/>
          </p:cNvSpPr>
          <p:nvPr>
            <p:ph type="body" sz="quarter" idx="13"/>
          </p:nvPr>
        </p:nvSpPr>
        <p:spPr>
          <a:xfrm>
            <a:off x="304800" y="1230511"/>
            <a:ext cx="4114800" cy="666241"/>
          </a:xfrm>
        </p:spPr>
        <p:txBody>
          <a:bodyPr bIns="0" anchor="b"/>
          <a:lstStyle>
            <a:lvl1pPr>
              <a:defRPr sz="1800">
                <a:solidFill>
                  <a:schemeClr val="tx1">
                    <a:lumMod val="75000"/>
                    <a:lumOff val="25000"/>
                  </a:schemeClr>
                </a:solidFill>
              </a:defRPr>
            </a:lvl1pPr>
          </a:lstStyle>
          <a:p>
            <a:pPr lvl="0"/>
            <a:r>
              <a:rPr lang="en-US" dirty="0"/>
              <a:t>Click to edit Master text styles</a:t>
            </a:r>
          </a:p>
        </p:txBody>
      </p:sp>
      <p:sp>
        <p:nvSpPr>
          <p:cNvPr id="3" name="Content Placeholder 2"/>
          <p:cNvSpPr>
            <a:spLocks noGrp="1"/>
          </p:cNvSpPr>
          <p:nvPr>
            <p:ph sz="quarter" idx="15"/>
          </p:nvPr>
        </p:nvSpPr>
        <p:spPr>
          <a:xfrm>
            <a:off x="304800" y="1981200"/>
            <a:ext cx="4114800" cy="3962400"/>
          </a:xfrm>
        </p:spPr>
        <p:txBody>
          <a:bodyPr tIns="0"/>
          <a:lstStyle>
            <a:lvl1pPr>
              <a:defRPr sz="1600">
                <a:solidFill>
                  <a:schemeClr val="tx1">
                    <a:lumMod val="75000"/>
                    <a:lumOff val="25000"/>
                  </a:schemeClr>
                </a:solidFill>
              </a:defRPr>
            </a:lvl1pPr>
            <a:lvl2pPr>
              <a:defRPr sz="16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4572000" y="1981200"/>
            <a:ext cx="4114800" cy="3962400"/>
          </a:xfrm>
        </p:spPr>
        <p:txBody>
          <a:bodyPr tIns="0"/>
          <a:lstStyle>
            <a:lvl1pPr>
              <a:defRPr sz="1600">
                <a:solidFill>
                  <a:schemeClr val="tx1">
                    <a:lumMod val="75000"/>
                    <a:lumOff val="25000"/>
                  </a:schemeClr>
                </a:solidFill>
              </a:defRPr>
            </a:lvl1pPr>
            <a:lvl2pPr>
              <a:defRPr sz="16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dirty="0"/>
          </a:p>
        </p:txBody>
      </p:sp>
      <p:sp>
        <p:nvSpPr>
          <p:cNvPr id="2" name="Footer Placeholder 1"/>
          <p:cNvSpPr>
            <a:spLocks noGrp="1"/>
          </p:cNvSpPr>
          <p:nvPr>
            <p:ph type="ftr" sz="quarter" idx="18"/>
          </p:nvPr>
        </p:nvSpPr>
        <p:spPr/>
        <p:txBody>
          <a:bodyPr/>
          <a:lstStyle/>
          <a:p>
            <a:pPr>
              <a:defRPr/>
            </a:pPr>
            <a:r>
              <a:rPr lang="en-US" dirty="0"/>
              <a:t>File Name</a:t>
            </a:r>
          </a:p>
        </p:txBody>
      </p:sp>
    </p:spTree>
    <p:extLst>
      <p:ext uri="{BB962C8B-B14F-4D97-AF65-F5344CB8AC3E}">
        <p14:creationId xmlns:p14="http://schemas.microsoft.com/office/powerpoint/2010/main" val="23025742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 2 Odd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304800" y="274637"/>
            <a:ext cx="8382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3" name="Content Placeholder 2"/>
          <p:cNvSpPr>
            <a:spLocks noGrp="1"/>
          </p:cNvSpPr>
          <p:nvPr>
            <p:ph sz="quarter" idx="15"/>
          </p:nvPr>
        </p:nvSpPr>
        <p:spPr>
          <a:xfrm>
            <a:off x="304800" y="1225550"/>
            <a:ext cx="2695575" cy="4718050"/>
          </a:xfrm>
        </p:spPr>
        <p:txBody>
          <a:bodyPr/>
          <a:lstStyle>
            <a:lvl1pPr>
              <a:defRPr sz="1600">
                <a:solidFill>
                  <a:schemeClr val="tx1">
                    <a:lumMod val="75000"/>
                    <a:lumOff val="25000"/>
                  </a:schemeClr>
                </a:solidFill>
              </a:defRPr>
            </a:lvl1pPr>
            <a:lvl2pPr>
              <a:defRPr sz="16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3095625" y="1225550"/>
            <a:ext cx="5591175" cy="4718050"/>
          </a:xfrm>
        </p:spPr>
        <p:txBody>
          <a:bodyPr/>
          <a:lstStyle>
            <a:lvl1pPr>
              <a:defRPr sz="1600">
                <a:solidFill>
                  <a:schemeClr val="tx1">
                    <a:lumMod val="75000"/>
                    <a:lumOff val="25000"/>
                  </a:schemeClr>
                </a:solidFill>
              </a:defRPr>
            </a:lvl1pPr>
            <a:lvl2pPr>
              <a:defRPr sz="16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dirty="0"/>
          </a:p>
        </p:txBody>
      </p:sp>
      <p:sp>
        <p:nvSpPr>
          <p:cNvPr id="2" name="Footer Placeholder 1"/>
          <p:cNvSpPr>
            <a:spLocks noGrp="1"/>
          </p:cNvSpPr>
          <p:nvPr>
            <p:ph type="ftr" sz="quarter" idx="18"/>
          </p:nvPr>
        </p:nvSpPr>
        <p:spPr/>
        <p:txBody>
          <a:bodyPr/>
          <a:lstStyle/>
          <a:p>
            <a:pPr>
              <a:defRPr/>
            </a:pPr>
            <a:r>
              <a:rPr lang="en-US" dirty="0"/>
              <a:t>File Name</a:t>
            </a:r>
          </a:p>
        </p:txBody>
      </p:sp>
    </p:spTree>
    <p:extLst>
      <p:ext uri="{BB962C8B-B14F-4D97-AF65-F5344CB8AC3E}">
        <p14:creationId xmlns:p14="http://schemas.microsoft.com/office/powerpoint/2010/main" val="290629991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304800" y="274637"/>
            <a:ext cx="8382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3" name="Content Placeholder 2"/>
          <p:cNvSpPr>
            <a:spLocks noGrp="1"/>
          </p:cNvSpPr>
          <p:nvPr>
            <p:ph sz="quarter" idx="15"/>
          </p:nvPr>
        </p:nvSpPr>
        <p:spPr>
          <a:xfrm>
            <a:off x="304800" y="1225550"/>
            <a:ext cx="4114800" cy="2286000"/>
          </a:xfrm>
        </p:spPr>
        <p:txBody>
          <a:bodyPr/>
          <a:lstStyle>
            <a:lvl1pPr>
              <a:defRPr sz="1600">
                <a:solidFill>
                  <a:schemeClr val="tx1">
                    <a:lumMod val="75000"/>
                    <a:lumOff val="25000"/>
                  </a:schemeClr>
                </a:solidFill>
              </a:defRPr>
            </a:lvl1pPr>
            <a:lvl2pPr>
              <a:defRPr sz="16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4572000" y="1225550"/>
            <a:ext cx="4114800" cy="2286000"/>
          </a:xfrm>
        </p:spPr>
        <p:txBody>
          <a:bodyPr/>
          <a:lstStyle>
            <a:lvl1pPr>
              <a:defRPr sz="1600">
                <a:solidFill>
                  <a:schemeClr val="tx1">
                    <a:lumMod val="75000"/>
                    <a:lumOff val="25000"/>
                  </a:schemeClr>
                </a:solidFill>
              </a:defRPr>
            </a:lvl1pPr>
            <a:lvl2pPr>
              <a:defRPr sz="16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dirty="0"/>
          </a:p>
        </p:txBody>
      </p:sp>
      <p:sp>
        <p:nvSpPr>
          <p:cNvPr id="6" name="Content Placeholder 2"/>
          <p:cNvSpPr>
            <a:spLocks noGrp="1"/>
          </p:cNvSpPr>
          <p:nvPr>
            <p:ph sz="quarter" idx="18"/>
          </p:nvPr>
        </p:nvSpPr>
        <p:spPr>
          <a:xfrm>
            <a:off x="304800" y="3597275"/>
            <a:ext cx="4114800" cy="2286000"/>
          </a:xfrm>
        </p:spPr>
        <p:txBody>
          <a:bodyPr/>
          <a:lstStyle>
            <a:lvl1pPr>
              <a:defRPr sz="1600">
                <a:solidFill>
                  <a:schemeClr val="tx1">
                    <a:lumMod val="75000"/>
                    <a:lumOff val="25000"/>
                  </a:schemeClr>
                </a:solidFill>
              </a:defRPr>
            </a:lvl1pPr>
            <a:lvl2pPr>
              <a:defRPr sz="16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p:cNvSpPr>
            <a:spLocks noGrp="1"/>
          </p:cNvSpPr>
          <p:nvPr>
            <p:ph sz="quarter" idx="19"/>
          </p:nvPr>
        </p:nvSpPr>
        <p:spPr>
          <a:xfrm>
            <a:off x="4572000" y="3597275"/>
            <a:ext cx="4114800" cy="2286000"/>
          </a:xfrm>
        </p:spPr>
        <p:txBody>
          <a:bodyPr/>
          <a:lstStyle>
            <a:lvl1pPr>
              <a:defRPr sz="1600">
                <a:solidFill>
                  <a:schemeClr val="tx1">
                    <a:lumMod val="75000"/>
                    <a:lumOff val="25000"/>
                  </a:schemeClr>
                </a:solidFill>
              </a:defRPr>
            </a:lvl1pPr>
            <a:lvl2pPr>
              <a:defRPr sz="16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p:cNvCxnSpPr/>
          <p:nvPr userDrawn="1"/>
        </p:nvCxnSpPr>
        <p:spPr>
          <a:xfrm>
            <a:off x="304800" y="3549650"/>
            <a:ext cx="8382000"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4492895" y="1225550"/>
            <a:ext cx="0" cy="4657725"/>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60041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hort Title - Sub-Head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304800" y="274638"/>
            <a:ext cx="8382000" cy="538162"/>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4" name="Footer Placeholder 4"/>
          <p:cNvSpPr>
            <a:spLocks noGrp="1"/>
          </p:cNvSpPr>
          <p:nvPr>
            <p:ph type="ftr" sz="quarter" idx="10"/>
          </p:nvPr>
        </p:nvSpPr>
        <p:spPr/>
        <p:txBody>
          <a:bodyPr/>
          <a:lstStyle>
            <a:lvl1pPr>
              <a:defRPr/>
            </a:lvl1pPr>
          </a:lstStyle>
          <a:p>
            <a:pPr>
              <a:defRPr/>
            </a:pPr>
            <a:r>
              <a:rPr lang="en-US" dirty="0"/>
              <a:t>File Name</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dirty="0"/>
          </a:p>
        </p:txBody>
      </p:sp>
      <p:sp>
        <p:nvSpPr>
          <p:cNvPr id="6" name="Text Placeholder 3"/>
          <p:cNvSpPr>
            <a:spLocks noGrp="1"/>
          </p:cNvSpPr>
          <p:nvPr>
            <p:ph type="body" sz="quarter" idx="3"/>
          </p:nvPr>
        </p:nvSpPr>
        <p:spPr>
          <a:xfrm>
            <a:off x="4572000" y="942975"/>
            <a:ext cx="4114800" cy="663266"/>
          </a:xfrm>
        </p:spPr>
        <p:txBody>
          <a:bodyPr bIns="0" anchor="b"/>
          <a:lstStyle>
            <a:lvl1pPr>
              <a:defRPr sz="1800">
                <a:solidFill>
                  <a:schemeClr val="tx1">
                    <a:lumMod val="75000"/>
                    <a:lumOff val="25000"/>
                  </a:schemeClr>
                </a:solidFill>
              </a:defRPr>
            </a:lvl1pPr>
          </a:lstStyle>
          <a:p>
            <a:pPr lvl="0"/>
            <a:r>
              <a:rPr lang="en-US" dirty="0"/>
              <a:t>Click to edit Master text styles</a:t>
            </a:r>
          </a:p>
        </p:txBody>
      </p:sp>
      <p:sp>
        <p:nvSpPr>
          <p:cNvPr id="7" name="Text Placeholder 3"/>
          <p:cNvSpPr>
            <a:spLocks noGrp="1"/>
          </p:cNvSpPr>
          <p:nvPr>
            <p:ph type="body" sz="quarter" idx="13"/>
          </p:nvPr>
        </p:nvSpPr>
        <p:spPr>
          <a:xfrm>
            <a:off x="304800" y="942975"/>
            <a:ext cx="4114800" cy="666241"/>
          </a:xfrm>
        </p:spPr>
        <p:txBody>
          <a:bodyPr bIns="0" anchor="b"/>
          <a:lstStyle>
            <a:lvl1pPr>
              <a:defRPr sz="1800">
                <a:solidFill>
                  <a:schemeClr val="tx1">
                    <a:lumMod val="75000"/>
                    <a:lumOff val="25000"/>
                  </a:schemeClr>
                </a:solidFill>
              </a:defRPr>
            </a:lvl1pPr>
          </a:lstStyle>
          <a:p>
            <a:pPr lvl="0"/>
            <a:r>
              <a:rPr lang="en-US" dirty="0"/>
              <a:t>Click to edit Master text styles</a:t>
            </a:r>
          </a:p>
        </p:txBody>
      </p:sp>
      <p:sp>
        <p:nvSpPr>
          <p:cNvPr id="8" name="Content Placeholder 2"/>
          <p:cNvSpPr>
            <a:spLocks noGrp="1"/>
          </p:cNvSpPr>
          <p:nvPr>
            <p:ph sz="quarter" idx="15"/>
          </p:nvPr>
        </p:nvSpPr>
        <p:spPr>
          <a:xfrm>
            <a:off x="304800" y="1693664"/>
            <a:ext cx="4114800" cy="4230886"/>
          </a:xfrm>
        </p:spPr>
        <p:txBody>
          <a:bodyPr tIns="0"/>
          <a:lstStyle>
            <a:lvl1pPr>
              <a:defRPr sz="1600">
                <a:solidFill>
                  <a:schemeClr val="tx1">
                    <a:lumMod val="75000"/>
                    <a:lumOff val="25000"/>
                  </a:schemeClr>
                </a:solidFill>
              </a:defRPr>
            </a:lvl1pPr>
            <a:lvl2pPr>
              <a:defRPr sz="16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p:cNvSpPr>
            <a:spLocks noGrp="1"/>
          </p:cNvSpPr>
          <p:nvPr>
            <p:ph sz="quarter" idx="16"/>
          </p:nvPr>
        </p:nvSpPr>
        <p:spPr>
          <a:xfrm>
            <a:off x="4572000" y="1693664"/>
            <a:ext cx="4114800" cy="4230886"/>
          </a:xfrm>
        </p:spPr>
        <p:txBody>
          <a:bodyPr tIns="0"/>
          <a:lstStyle>
            <a:lvl1pPr>
              <a:defRPr sz="1600">
                <a:solidFill>
                  <a:schemeClr val="tx1">
                    <a:lumMod val="75000"/>
                    <a:lumOff val="25000"/>
                  </a:schemeClr>
                </a:solidFill>
              </a:defRPr>
            </a:lvl1pPr>
            <a:lvl2pPr>
              <a:defRPr sz="16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53473780"/>
      </p:ext>
    </p:extLst>
  </p:cSld>
  <p:clrMapOvr>
    <a:masterClrMapping/>
  </p:clrMapOvr>
  <p:extLst>
    <p:ext uri="{DCECCB84-F9BA-43D5-87BE-67443E8EF086}">
      <p15:sldGuideLst xmlns:p15="http://schemas.microsoft.com/office/powerpoint/2012/main">
        <p15:guide id="1" orient="horz" pos="594">
          <p15:clr>
            <a:srgbClr val="FBAE40"/>
          </p15:clr>
        </p15:guide>
        <p15:guide id="2" orient="horz" pos="516">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hort Title -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304800" y="274638"/>
            <a:ext cx="8382000" cy="538162"/>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4" name="Footer Placeholder 4"/>
          <p:cNvSpPr>
            <a:spLocks noGrp="1"/>
          </p:cNvSpPr>
          <p:nvPr>
            <p:ph type="ftr" sz="quarter" idx="10"/>
          </p:nvPr>
        </p:nvSpPr>
        <p:spPr/>
        <p:txBody>
          <a:bodyPr/>
          <a:lstStyle>
            <a:lvl1pPr>
              <a:defRPr/>
            </a:lvl1pPr>
          </a:lstStyle>
          <a:p>
            <a:pPr>
              <a:defRPr/>
            </a:pPr>
            <a:r>
              <a:rPr lang="en-US" dirty="0"/>
              <a:t>File Name</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dirty="0"/>
          </a:p>
        </p:txBody>
      </p:sp>
      <p:sp>
        <p:nvSpPr>
          <p:cNvPr id="8" name="Content Placeholder 2"/>
          <p:cNvSpPr>
            <a:spLocks noGrp="1"/>
          </p:cNvSpPr>
          <p:nvPr>
            <p:ph sz="quarter" idx="15"/>
          </p:nvPr>
        </p:nvSpPr>
        <p:spPr>
          <a:xfrm>
            <a:off x="304800" y="942975"/>
            <a:ext cx="4114800" cy="4981575"/>
          </a:xfrm>
        </p:spPr>
        <p:txBody>
          <a:bodyPr tIns="0"/>
          <a:lstStyle>
            <a:lvl1pPr>
              <a:defRPr sz="1600">
                <a:solidFill>
                  <a:schemeClr val="tx1">
                    <a:lumMod val="75000"/>
                    <a:lumOff val="25000"/>
                  </a:schemeClr>
                </a:solidFill>
              </a:defRPr>
            </a:lvl1pPr>
            <a:lvl2pPr>
              <a:defRPr sz="16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p:cNvSpPr>
            <a:spLocks noGrp="1"/>
          </p:cNvSpPr>
          <p:nvPr>
            <p:ph sz="quarter" idx="16"/>
          </p:nvPr>
        </p:nvSpPr>
        <p:spPr>
          <a:xfrm>
            <a:off x="4572000" y="942975"/>
            <a:ext cx="4114800" cy="4981575"/>
          </a:xfrm>
        </p:spPr>
        <p:txBody>
          <a:bodyPr tIns="0"/>
          <a:lstStyle>
            <a:lvl1pPr>
              <a:defRPr sz="1600">
                <a:solidFill>
                  <a:schemeClr val="tx1">
                    <a:lumMod val="75000"/>
                    <a:lumOff val="25000"/>
                  </a:schemeClr>
                </a:solidFill>
              </a:defRPr>
            </a:lvl1pPr>
            <a:lvl2pPr>
              <a:defRPr sz="16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97259812"/>
      </p:ext>
    </p:extLst>
  </p:cSld>
  <p:clrMapOvr>
    <a:masterClrMapping/>
  </p:clrMapOvr>
  <p:extLst>
    <p:ext uri="{DCECCB84-F9BA-43D5-87BE-67443E8EF086}">
      <p15:sldGuideLst xmlns:p15="http://schemas.microsoft.com/office/powerpoint/2012/main">
        <p15:guide id="1" orient="horz" pos="594">
          <p15:clr>
            <a:srgbClr val="FBAE40"/>
          </p15:clr>
        </p15:guide>
        <p15:guide id="2" orient="horz" pos="516">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hort Title - 2 Odd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304800" y="274638"/>
            <a:ext cx="8382000" cy="538162"/>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4" name="Footer Placeholder 4"/>
          <p:cNvSpPr>
            <a:spLocks noGrp="1"/>
          </p:cNvSpPr>
          <p:nvPr>
            <p:ph type="ftr" sz="quarter" idx="10"/>
          </p:nvPr>
        </p:nvSpPr>
        <p:spPr/>
        <p:txBody>
          <a:bodyPr/>
          <a:lstStyle>
            <a:lvl1pPr>
              <a:defRPr/>
            </a:lvl1pPr>
          </a:lstStyle>
          <a:p>
            <a:pPr>
              <a:defRPr/>
            </a:pPr>
            <a:r>
              <a:rPr lang="en-US" dirty="0"/>
              <a:t>File Name</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dirty="0"/>
          </a:p>
        </p:txBody>
      </p:sp>
      <p:sp>
        <p:nvSpPr>
          <p:cNvPr id="7" name="Content Placeholder 2"/>
          <p:cNvSpPr>
            <a:spLocks noGrp="1"/>
          </p:cNvSpPr>
          <p:nvPr>
            <p:ph sz="quarter" idx="15"/>
          </p:nvPr>
        </p:nvSpPr>
        <p:spPr>
          <a:xfrm>
            <a:off x="304800" y="942975"/>
            <a:ext cx="2695575" cy="5000625"/>
          </a:xfrm>
        </p:spPr>
        <p:txBody>
          <a:bodyPr/>
          <a:lstStyle>
            <a:lvl1pPr>
              <a:defRPr sz="1600">
                <a:solidFill>
                  <a:schemeClr val="tx1">
                    <a:lumMod val="75000"/>
                    <a:lumOff val="25000"/>
                  </a:schemeClr>
                </a:solidFill>
              </a:defRPr>
            </a:lvl1pPr>
            <a:lvl2pPr>
              <a:defRPr sz="16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3095625" y="942975"/>
            <a:ext cx="5591175" cy="5000625"/>
          </a:xfrm>
        </p:spPr>
        <p:txBody>
          <a:bodyPr/>
          <a:lstStyle>
            <a:lvl1pPr>
              <a:defRPr sz="1600">
                <a:solidFill>
                  <a:schemeClr val="tx1">
                    <a:lumMod val="75000"/>
                    <a:lumOff val="25000"/>
                  </a:schemeClr>
                </a:solidFill>
              </a:defRPr>
            </a:lvl1pPr>
            <a:lvl2pPr>
              <a:defRPr sz="16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89307060"/>
      </p:ext>
    </p:extLst>
  </p:cSld>
  <p:clrMapOvr>
    <a:masterClrMapping/>
  </p:clrMapOvr>
  <p:extLst>
    <p:ext uri="{DCECCB84-F9BA-43D5-87BE-67443E8EF086}">
      <p15:sldGuideLst xmlns:p15="http://schemas.microsoft.com/office/powerpoint/2012/main">
        <p15:guide id="1" orient="horz" pos="594">
          <p15:clr>
            <a:srgbClr val="FBAE40"/>
          </p15:clr>
        </p15:guide>
        <p15:guide id="2" orient="horz" pos="516">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hort Title - Quad-Chart">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304800" y="274638"/>
            <a:ext cx="8382000" cy="538162"/>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4" name="Footer Placeholder 4"/>
          <p:cNvSpPr>
            <a:spLocks noGrp="1"/>
          </p:cNvSpPr>
          <p:nvPr>
            <p:ph type="ftr" sz="quarter" idx="10"/>
          </p:nvPr>
        </p:nvSpPr>
        <p:spPr/>
        <p:txBody>
          <a:bodyPr/>
          <a:lstStyle>
            <a:lvl1pPr>
              <a:defRPr/>
            </a:lvl1pPr>
          </a:lstStyle>
          <a:p>
            <a:pPr>
              <a:defRPr/>
            </a:pPr>
            <a:r>
              <a:rPr lang="en-US" dirty="0"/>
              <a:t>File Name</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dirty="0"/>
          </a:p>
        </p:txBody>
      </p:sp>
      <p:sp>
        <p:nvSpPr>
          <p:cNvPr id="16" name="Content Placeholder 2"/>
          <p:cNvSpPr>
            <a:spLocks noGrp="1"/>
          </p:cNvSpPr>
          <p:nvPr>
            <p:ph sz="quarter" idx="15"/>
          </p:nvPr>
        </p:nvSpPr>
        <p:spPr>
          <a:xfrm>
            <a:off x="304800" y="942975"/>
            <a:ext cx="4114800" cy="2423160"/>
          </a:xfrm>
        </p:spPr>
        <p:txBody>
          <a:bodyPr/>
          <a:lstStyle>
            <a:lvl1pPr>
              <a:defRPr sz="1600">
                <a:solidFill>
                  <a:schemeClr val="tx1">
                    <a:lumMod val="75000"/>
                    <a:lumOff val="25000"/>
                  </a:schemeClr>
                </a:solidFill>
              </a:defRPr>
            </a:lvl1pPr>
            <a:lvl2pPr>
              <a:defRPr sz="16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16"/>
          </p:nvPr>
        </p:nvSpPr>
        <p:spPr>
          <a:xfrm>
            <a:off x="4572000" y="942975"/>
            <a:ext cx="4114800" cy="2423160"/>
          </a:xfrm>
        </p:spPr>
        <p:txBody>
          <a:bodyPr/>
          <a:lstStyle>
            <a:lvl1pPr>
              <a:defRPr sz="1600">
                <a:solidFill>
                  <a:schemeClr val="tx1">
                    <a:lumMod val="75000"/>
                    <a:lumOff val="25000"/>
                  </a:schemeClr>
                </a:solidFill>
              </a:defRPr>
            </a:lvl1pPr>
            <a:lvl2pPr>
              <a:defRPr sz="16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sz="quarter" idx="18"/>
          </p:nvPr>
        </p:nvSpPr>
        <p:spPr>
          <a:xfrm>
            <a:off x="304800" y="3459480"/>
            <a:ext cx="4114800" cy="2423160"/>
          </a:xfrm>
        </p:spPr>
        <p:txBody>
          <a:bodyPr/>
          <a:lstStyle>
            <a:lvl1pPr>
              <a:defRPr sz="1600">
                <a:solidFill>
                  <a:schemeClr val="tx1">
                    <a:lumMod val="75000"/>
                    <a:lumOff val="25000"/>
                  </a:schemeClr>
                </a:solidFill>
              </a:defRPr>
            </a:lvl1pPr>
            <a:lvl2pPr>
              <a:defRPr sz="16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2"/>
          <p:cNvSpPr>
            <a:spLocks noGrp="1"/>
          </p:cNvSpPr>
          <p:nvPr>
            <p:ph sz="quarter" idx="19"/>
          </p:nvPr>
        </p:nvSpPr>
        <p:spPr>
          <a:xfrm>
            <a:off x="4572000" y="3459480"/>
            <a:ext cx="4114800" cy="2423160"/>
          </a:xfrm>
        </p:spPr>
        <p:txBody>
          <a:bodyPr/>
          <a:lstStyle>
            <a:lvl1pPr>
              <a:defRPr sz="1600">
                <a:solidFill>
                  <a:schemeClr val="tx1">
                    <a:lumMod val="75000"/>
                    <a:lumOff val="25000"/>
                  </a:schemeClr>
                </a:solidFill>
              </a:defRPr>
            </a:lvl1pPr>
            <a:lvl2pPr>
              <a:defRPr sz="16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p:cNvCxnSpPr/>
          <p:nvPr userDrawn="1"/>
        </p:nvCxnSpPr>
        <p:spPr>
          <a:xfrm>
            <a:off x="304800" y="3409950"/>
            <a:ext cx="8382000"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userDrawn="1"/>
        </p:nvCxnSpPr>
        <p:spPr>
          <a:xfrm>
            <a:off x="4492895" y="942975"/>
            <a:ext cx="0" cy="4939665"/>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261302"/>
      </p:ext>
    </p:extLst>
  </p:cSld>
  <p:clrMapOvr>
    <a:masterClrMapping/>
  </p:clrMapOvr>
  <p:extLst>
    <p:ext uri="{DCECCB84-F9BA-43D5-87BE-67443E8EF086}">
      <p15:sldGuideLst xmlns:p15="http://schemas.microsoft.com/office/powerpoint/2012/main">
        <p15:guide id="1" orient="horz" pos="594">
          <p15:clr>
            <a:srgbClr val="FBAE40"/>
          </p15:clr>
        </p15:guide>
        <p15:guide id="2" orient="horz" pos="516">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304800" y="2286001"/>
            <a:ext cx="8382000" cy="1285874"/>
          </a:xfrm>
          <a:prstGeom prst="rect">
            <a:avLst/>
          </a:prstGeom>
          <a:noFill/>
          <a:ln w="9525">
            <a:noFill/>
            <a:miter lim="800000"/>
            <a:headEnd/>
            <a:tailEnd/>
          </a:ln>
        </p:spPr>
        <p:txBody>
          <a:bodyPr anchor="b"/>
          <a:lstStyle>
            <a:lvl1pPr>
              <a:defRPr sz="3600" baseline="0">
                <a:solidFill>
                  <a:schemeClr val="tx1">
                    <a:lumMod val="75000"/>
                    <a:lumOff val="25000"/>
                  </a:schemeClr>
                </a:solidFill>
              </a:defRPr>
            </a:lvl1pPr>
          </a:lstStyle>
          <a:p>
            <a:pPr lvl="0"/>
            <a:r>
              <a:rPr lang="en-US" dirty="0"/>
              <a:t>Click to edit Master title style</a:t>
            </a:r>
          </a:p>
        </p:txBody>
      </p:sp>
      <p:sp>
        <p:nvSpPr>
          <p:cNvPr id="6" name="Text Placeholder 5"/>
          <p:cNvSpPr>
            <a:spLocks noGrp="1"/>
          </p:cNvSpPr>
          <p:nvPr>
            <p:ph type="body" sz="quarter" idx="12"/>
          </p:nvPr>
        </p:nvSpPr>
        <p:spPr>
          <a:xfrm>
            <a:off x="304800" y="3687763"/>
            <a:ext cx="8382000" cy="854075"/>
          </a:xfrm>
        </p:spPr>
        <p:txBody>
          <a:bodyPr/>
          <a:lstStyle>
            <a:lvl1pPr marL="0" indent="0">
              <a:defRPr>
                <a:solidFill>
                  <a:schemeClr val="tx1">
                    <a:lumMod val="75000"/>
                    <a:lumOff val="25000"/>
                  </a:schemeClr>
                </a:solidFill>
              </a:defRPr>
            </a:lvl1pPr>
          </a:lstStyle>
          <a:p>
            <a:pPr lvl="0"/>
            <a:r>
              <a:rPr lang="en-US" dirty="0"/>
              <a:t>Click to edit Master text styles</a:t>
            </a:r>
          </a:p>
        </p:txBody>
      </p:sp>
      <p:sp>
        <p:nvSpPr>
          <p:cNvPr id="4" name="Footer Placeholder 4"/>
          <p:cNvSpPr>
            <a:spLocks noGrp="1"/>
          </p:cNvSpPr>
          <p:nvPr>
            <p:ph type="ftr" sz="quarter" idx="13"/>
          </p:nvPr>
        </p:nvSpPr>
        <p:spPr/>
        <p:txBody>
          <a:bodyPr/>
          <a:lstStyle>
            <a:lvl1pPr>
              <a:defRPr/>
            </a:lvl1pPr>
          </a:lstStyle>
          <a:p>
            <a:pPr>
              <a:defRPr/>
            </a:pPr>
            <a:r>
              <a:rPr lang="en-US" dirty="0"/>
              <a:t>File Name</a:t>
            </a:r>
          </a:p>
        </p:txBody>
      </p:sp>
      <p:sp>
        <p:nvSpPr>
          <p:cNvPr id="5" name="Slide Number Placeholder 5"/>
          <p:cNvSpPr>
            <a:spLocks noGrp="1"/>
          </p:cNvSpPr>
          <p:nvPr>
            <p:ph type="sldNum" sz="quarter" idx="14"/>
          </p:nvPr>
        </p:nvSpPr>
        <p:spPr/>
        <p:txBody>
          <a:bodyPr/>
          <a:lstStyle>
            <a:lvl1pPr>
              <a:defRPr/>
            </a:lvl1pPr>
          </a:lstStyle>
          <a:p>
            <a:fld id="{42D6254A-A357-4200-B73D-5001EDA92138}" type="slidenum">
              <a:rPr lang="en-US"/>
              <a:pPr/>
              <a:t>‹#›</a:t>
            </a:fld>
            <a:endParaRPr lang="en-US" dirty="0"/>
          </a:p>
        </p:txBody>
      </p:sp>
    </p:spTree>
    <p:extLst>
      <p:ext uri="{BB962C8B-B14F-4D97-AF65-F5344CB8AC3E}">
        <p14:creationId xmlns:p14="http://schemas.microsoft.com/office/powerpoint/2010/main" val="24823386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ection header - no Sub-Head">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304800" y="2286001"/>
            <a:ext cx="8382000" cy="1285874"/>
          </a:xfrm>
          <a:prstGeom prst="rect">
            <a:avLst/>
          </a:prstGeom>
          <a:noFill/>
          <a:ln w="9525">
            <a:noFill/>
            <a:miter lim="800000"/>
            <a:headEnd/>
            <a:tailEnd/>
          </a:ln>
        </p:spPr>
        <p:txBody>
          <a:bodyPr anchor="b"/>
          <a:lstStyle>
            <a:lvl1pPr>
              <a:defRPr sz="3600" baseline="0">
                <a:solidFill>
                  <a:schemeClr val="tx1">
                    <a:lumMod val="75000"/>
                    <a:lumOff val="25000"/>
                  </a:schemeClr>
                </a:solidFill>
              </a:defRPr>
            </a:lvl1pPr>
          </a:lstStyle>
          <a:p>
            <a:pPr lvl="0"/>
            <a:r>
              <a:rPr lang="en-US" dirty="0"/>
              <a:t>Click to edit Master title style</a:t>
            </a:r>
          </a:p>
        </p:txBody>
      </p:sp>
      <p:sp>
        <p:nvSpPr>
          <p:cNvPr id="4" name="Footer Placeholder 4"/>
          <p:cNvSpPr>
            <a:spLocks noGrp="1"/>
          </p:cNvSpPr>
          <p:nvPr>
            <p:ph type="ftr" sz="quarter" idx="13"/>
          </p:nvPr>
        </p:nvSpPr>
        <p:spPr/>
        <p:txBody>
          <a:bodyPr/>
          <a:lstStyle>
            <a:lvl1pPr>
              <a:defRPr/>
            </a:lvl1pPr>
          </a:lstStyle>
          <a:p>
            <a:pPr>
              <a:defRPr/>
            </a:pPr>
            <a:r>
              <a:rPr lang="en-US" dirty="0"/>
              <a:t>File Name</a:t>
            </a:r>
          </a:p>
        </p:txBody>
      </p:sp>
      <p:sp>
        <p:nvSpPr>
          <p:cNvPr id="5" name="Slide Number Placeholder 5"/>
          <p:cNvSpPr>
            <a:spLocks noGrp="1"/>
          </p:cNvSpPr>
          <p:nvPr>
            <p:ph type="sldNum" sz="quarter" idx="14"/>
          </p:nvPr>
        </p:nvSpPr>
        <p:spPr/>
        <p:txBody>
          <a:bodyPr/>
          <a:lstStyle>
            <a:lvl1pPr>
              <a:defRPr/>
            </a:lvl1pPr>
          </a:lstStyle>
          <a:p>
            <a:fld id="{42D6254A-A357-4200-B73D-5001EDA92138}" type="slidenum">
              <a:rPr lang="en-US"/>
              <a:pPr/>
              <a:t>‹#›</a:t>
            </a:fld>
            <a:endParaRPr lang="en-US" dirty="0"/>
          </a:p>
        </p:txBody>
      </p:sp>
    </p:spTree>
    <p:extLst>
      <p:ext uri="{BB962C8B-B14F-4D97-AF65-F5344CB8AC3E}">
        <p14:creationId xmlns:p14="http://schemas.microsoft.com/office/powerpoint/2010/main" val="194774769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 No Content">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304800" y="274637"/>
            <a:ext cx="8382000" cy="801687"/>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3" name="Footer Placeholder 4"/>
          <p:cNvSpPr>
            <a:spLocks noGrp="1"/>
          </p:cNvSpPr>
          <p:nvPr>
            <p:ph type="ftr" sz="quarter" idx="10"/>
          </p:nvPr>
        </p:nvSpPr>
        <p:spPr/>
        <p:txBody>
          <a:bodyPr/>
          <a:lstStyle>
            <a:lvl1pPr>
              <a:defRPr/>
            </a:lvl1pPr>
          </a:lstStyle>
          <a:p>
            <a:pPr>
              <a:defRPr/>
            </a:pPr>
            <a:r>
              <a:rPr lang="en-US" dirty="0"/>
              <a:t>File Name</a:t>
            </a:r>
          </a:p>
        </p:txBody>
      </p:sp>
      <p:sp>
        <p:nvSpPr>
          <p:cNvPr id="4" name="Slide Number Placeholder 5"/>
          <p:cNvSpPr>
            <a:spLocks noGrp="1"/>
          </p:cNvSpPr>
          <p:nvPr>
            <p:ph type="sldNum" sz="quarter" idx="11"/>
          </p:nvPr>
        </p:nvSpPr>
        <p:spPr/>
        <p:txBody>
          <a:bodyPr/>
          <a:lstStyle>
            <a:lvl1pPr>
              <a:defRPr/>
            </a:lvl1pPr>
          </a:lstStyle>
          <a:p>
            <a:fld id="{B694574C-E5D2-4987-ADCE-9F4F1F300184}" type="slidenum">
              <a:rPr lang="en-US"/>
              <a:pPr/>
              <a:t>‹#›</a:t>
            </a:fld>
            <a:endParaRPr lang="en-US" dirty="0"/>
          </a:p>
        </p:txBody>
      </p:sp>
    </p:spTree>
    <p:extLst>
      <p:ext uri="{BB962C8B-B14F-4D97-AF65-F5344CB8AC3E}">
        <p14:creationId xmlns:p14="http://schemas.microsoft.com/office/powerpoint/2010/main" val="191335938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hort Title - No Content">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304800" y="274638"/>
            <a:ext cx="8382000" cy="538162"/>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4" name="Footer Placeholder 4"/>
          <p:cNvSpPr>
            <a:spLocks noGrp="1"/>
          </p:cNvSpPr>
          <p:nvPr>
            <p:ph type="ftr" sz="quarter" idx="10"/>
          </p:nvPr>
        </p:nvSpPr>
        <p:spPr/>
        <p:txBody>
          <a:bodyPr/>
          <a:lstStyle>
            <a:lvl1pPr>
              <a:defRPr/>
            </a:lvl1pPr>
          </a:lstStyle>
          <a:p>
            <a:pPr>
              <a:defRPr/>
            </a:pPr>
            <a:r>
              <a:rPr lang="en-US" dirty="0"/>
              <a:t>File Name</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dirty="0"/>
          </a:p>
        </p:txBody>
      </p:sp>
    </p:spTree>
    <p:extLst>
      <p:ext uri="{BB962C8B-B14F-4D97-AF65-F5344CB8AC3E}">
        <p14:creationId xmlns:p14="http://schemas.microsoft.com/office/powerpoint/2010/main" val="1144544639"/>
      </p:ext>
    </p:extLst>
  </p:cSld>
  <p:clrMapOvr>
    <a:masterClrMapping/>
  </p:clrMapOvr>
  <p:extLst>
    <p:ext uri="{DCECCB84-F9BA-43D5-87BE-67443E8EF086}">
      <p15:sldGuideLst xmlns:p15="http://schemas.microsoft.com/office/powerpoint/2012/main">
        <p15:guide id="1" orient="horz" pos="594">
          <p15:clr>
            <a:srgbClr val="FBAE40"/>
          </p15:clr>
        </p15:guide>
        <p15:guide id="2" orient="horz" pos="516">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Blank with graphics">
    <p:spTree>
      <p:nvGrpSpPr>
        <p:cNvPr id="1" name=""/>
        <p:cNvGrpSpPr/>
        <p:nvPr/>
      </p:nvGrpSpPr>
      <p:grpSpPr>
        <a:xfrm>
          <a:off x="0" y="0"/>
          <a:ext cx="0" cy="0"/>
          <a:chOff x="0" y="0"/>
          <a:chExt cx="0" cy="0"/>
        </a:xfrm>
      </p:grpSpPr>
      <p:sp>
        <p:nvSpPr>
          <p:cNvPr id="2" name="Footer Placeholder 4"/>
          <p:cNvSpPr>
            <a:spLocks noGrp="1"/>
          </p:cNvSpPr>
          <p:nvPr>
            <p:ph type="ftr" sz="quarter" idx="10"/>
          </p:nvPr>
        </p:nvSpPr>
        <p:spPr/>
        <p:txBody>
          <a:bodyPr/>
          <a:lstStyle>
            <a:lvl1pPr>
              <a:defRPr/>
            </a:lvl1pPr>
          </a:lstStyle>
          <a:p>
            <a:pPr>
              <a:defRPr/>
            </a:pPr>
            <a:r>
              <a:rPr lang="en-US" dirty="0"/>
              <a:t>File Name</a:t>
            </a:r>
          </a:p>
        </p:txBody>
      </p:sp>
      <p:sp>
        <p:nvSpPr>
          <p:cNvPr id="3" name="Slide Number Placeholder 5"/>
          <p:cNvSpPr>
            <a:spLocks noGrp="1"/>
          </p:cNvSpPr>
          <p:nvPr>
            <p:ph type="sldNum" sz="quarter" idx="11"/>
          </p:nvPr>
        </p:nvSpPr>
        <p:spPr/>
        <p:txBody>
          <a:bodyPr/>
          <a:lstStyle>
            <a:lvl1pPr>
              <a:defRPr/>
            </a:lvl1pPr>
          </a:lstStyle>
          <a:p>
            <a:fld id="{80DD7862-628A-4EC2-9AFF-4F23903537D2}" type="slidenum">
              <a:rPr lang="en-US"/>
              <a:pPr/>
              <a:t>‹#›</a:t>
            </a:fld>
            <a:endParaRPr lang="en-US" dirty="0"/>
          </a:p>
        </p:txBody>
      </p:sp>
    </p:spTree>
    <p:extLst>
      <p:ext uri="{BB962C8B-B14F-4D97-AF65-F5344CB8AC3E}">
        <p14:creationId xmlns:p14="http://schemas.microsoft.com/office/powerpoint/2010/main" val="263149059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White Blank">
    <p:bg>
      <p:bgPr>
        <a:solidFill>
          <a:schemeClr val="tx2"/>
        </a:solidFill>
        <a:effectLst/>
      </p:bgPr>
    </p:bg>
    <p:spTree>
      <p:nvGrpSpPr>
        <p:cNvPr id="1" name=""/>
        <p:cNvGrpSpPr/>
        <p:nvPr/>
      </p:nvGrpSpPr>
      <p:grpSpPr>
        <a:xfrm>
          <a:off x="0" y="0"/>
          <a:ext cx="0" cy="0"/>
          <a:chOff x="0" y="0"/>
          <a:chExt cx="0" cy="0"/>
        </a:xfrm>
      </p:grpSpPr>
      <p:sp>
        <p:nvSpPr>
          <p:cNvPr id="2" name="Footer Placeholder 2"/>
          <p:cNvSpPr>
            <a:spLocks noGrp="1"/>
          </p:cNvSpPr>
          <p:nvPr>
            <p:ph type="ftr" sz="quarter" idx="10"/>
          </p:nvPr>
        </p:nvSpPr>
        <p:spPr/>
        <p:txBody>
          <a:bodyPr/>
          <a:lstStyle>
            <a:lvl1pPr>
              <a:defRPr>
                <a:solidFill>
                  <a:schemeClr val="bg1"/>
                </a:solidFill>
              </a:defRPr>
            </a:lvl1pPr>
          </a:lstStyle>
          <a:p>
            <a:pPr>
              <a:defRPr/>
            </a:pPr>
            <a:r>
              <a:rPr lang="en-US" dirty="0"/>
              <a:t>File Name</a:t>
            </a:r>
          </a:p>
        </p:txBody>
      </p:sp>
      <p:sp>
        <p:nvSpPr>
          <p:cNvPr id="3" name="Slide Number Placeholder 3"/>
          <p:cNvSpPr>
            <a:spLocks noGrp="1"/>
          </p:cNvSpPr>
          <p:nvPr>
            <p:ph type="sldNum" sz="quarter" idx="11"/>
          </p:nvPr>
        </p:nvSpPr>
        <p:spPr/>
        <p:txBody>
          <a:bodyPr/>
          <a:lstStyle>
            <a:lvl1pPr>
              <a:defRPr>
                <a:solidFill>
                  <a:schemeClr val="bg1"/>
                </a:solidFill>
              </a:defRPr>
            </a:lvl1pPr>
          </a:lstStyle>
          <a:p>
            <a:fld id="{251E400F-A7F1-4EA8-93DC-39E6F5A643D7}" type="slidenum">
              <a:rPr lang="en-US" smtClean="0"/>
              <a:pPr/>
              <a:t>‹#›</a:t>
            </a:fld>
            <a:endParaRPr lang="en-US" dirty="0"/>
          </a:p>
        </p:txBody>
      </p:sp>
    </p:spTree>
    <p:extLst>
      <p:ext uri="{BB962C8B-B14F-4D97-AF65-F5344CB8AC3E}">
        <p14:creationId xmlns:p14="http://schemas.microsoft.com/office/powerpoint/2010/main" val="291676311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1_White Blank">
    <p:bg>
      <p:bgPr>
        <a:solidFill>
          <a:schemeClr val="bg1"/>
        </a:solidFill>
        <a:effectLst/>
      </p:bgPr>
    </p:bg>
    <p:spTree>
      <p:nvGrpSpPr>
        <p:cNvPr id="1" name=""/>
        <p:cNvGrpSpPr/>
        <p:nvPr/>
      </p:nvGrpSpPr>
      <p:grpSpPr>
        <a:xfrm>
          <a:off x="0" y="0"/>
          <a:ext cx="0" cy="0"/>
          <a:chOff x="0" y="0"/>
          <a:chExt cx="0" cy="0"/>
        </a:xfrm>
      </p:grpSpPr>
      <p:sp>
        <p:nvSpPr>
          <p:cNvPr id="2" name="Footer Placeholder 2"/>
          <p:cNvSpPr>
            <a:spLocks noGrp="1"/>
          </p:cNvSpPr>
          <p:nvPr>
            <p:ph type="ftr" sz="quarter" idx="10"/>
          </p:nvPr>
        </p:nvSpPr>
        <p:spPr/>
        <p:txBody>
          <a:bodyPr/>
          <a:lstStyle>
            <a:lvl1pPr>
              <a:defRPr>
                <a:solidFill>
                  <a:schemeClr val="tx2">
                    <a:lumMod val="95000"/>
                  </a:schemeClr>
                </a:solidFill>
              </a:defRPr>
            </a:lvl1pPr>
          </a:lstStyle>
          <a:p>
            <a:pPr>
              <a:defRPr/>
            </a:pPr>
            <a:r>
              <a:rPr lang="en-US" dirty="0"/>
              <a:t>File Name</a:t>
            </a:r>
          </a:p>
        </p:txBody>
      </p:sp>
      <p:sp>
        <p:nvSpPr>
          <p:cNvPr id="3" name="Slide Number Placeholder 3"/>
          <p:cNvSpPr>
            <a:spLocks noGrp="1"/>
          </p:cNvSpPr>
          <p:nvPr>
            <p:ph type="sldNum" sz="quarter" idx="11"/>
          </p:nvPr>
        </p:nvSpPr>
        <p:spPr/>
        <p:txBody>
          <a:bodyPr/>
          <a:lstStyle>
            <a:lvl1pPr>
              <a:defRPr>
                <a:solidFill>
                  <a:schemeClr val="tx2">
                    <a:lumMod val="95000"/>
                  </a:schemeClr>
                </a:solidFill>
              </a:defRPr>
            </a:lvl1pPr>
          </a:lstStyle>
          <a:p>
            <a:fld id="{251E400F-A7F1-4EA8-93DC-39E6F5A643D7}" type="slidenum">
              <a:rPr lang="en-US" smtClean="0"/>
              <a:pPr/>
              <a:t>‹#›</a:t>
            </a:fld>
            <a:endParaRPr lang="en-US" dirty="0"/>
          </a:p>
        </p:txBody>
      </p:sp>
    </p:spTree>
    <p:extLst>
      <p:ext uri="{BB962C8B-B14F-4D97-AF65-F5344CB8AC3E}">
        <p14:creationId xmlns:p14="http://schemas.microsoft.com/office/powerpoint/2010/main" val="130982745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Black Blank">
    <p:bg>
      <p:bgPr>
        <a:solidFill>
          <a:schemeClr val="tx1"/>
        </a:solidFill>
        <a:effectLst/>
      </p:bgPr>
    </p:bg>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p>
            <a:pPr>
              <a:defRPr/>
            </a:pPr>
            <a:r>
              <a:rPr lang="en-US" dirty="0"/>
              <a:t>File Name</a:t>
            </a:r>
          </a:p>
        </p:txBody>
      </p:sp>
      <p:sp>
        <p:nvSpPr>
          <p:cNvPr id="3" name="Slide Number Placeholder 2"/>
          <p:cNvSpPr>
            <a:spLocks noGrp="1"/>
          </p:cNvSpPr>
          <p:nvPr>
            <p:ph type="sldNum" sz="quarter" idx="11"/>
          </p:nvPr>
        </p:nvSpPr>
        <p:spPr/>
        <p:txBody>
          <a:bodyPr/>
          <a:lstStyle/>
          <a:p>
            <a:fld id="{139BD942-CC14-44A4-87FB-46239297AFE5}" type="slidenum">
              <a:rPr lang="en-US" smtClean="0"/>
              <a:pPr/>
              <a:t>‹#›</a:t>
            </a:fld>
            <a:endParaRPr lang="en-US" dirty="0"/>
          </a:p>
        </p:txBody>
      </p:sp>
    </p:spTree>
    <p:extLst>
      <p:ext uri="{BB962C8B-B14F-4D97-AF65-F5344CB8AC3E}">
        <p14:creationId xmlns:p14="http://schemas.microsoft.com/office/powerpoint/2010/main" val="19402196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4.tif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18" Type="http://schemas.openxmlformats.org/officeDocument/2006/relationships/slideLayout" Target="../slideLayouts/slideLayout26.xml"/><Relationship Id="rId26" Type="http://schemas.openxmlformats.org/officeDocument/2006/relationships/image" Target="../media/image5.png"/><Relationship Id="rId3" Type="http://schemas.openxmlformats.org/officeDocument/2006/relationships/slideLayout" Target="../slideLayouts/slideLayout11.xml"/><Relationship Id="rId21" Type="http://schemas.openxmlformats.org/officeDocument/2006/relationships/slideLayout" Target="../slideLayouts/slideLayout29.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17" Type="http://schemas.openxmlformats.org/officeDocument/2006/relationships/slideLayout" Target="../slideLayouts/slideLayout25.xml"/><Relationship Id="rId25" Type="http://schemas.openxmlformats.org/officeDocument/2006/relationships/image" Target="../media/image1.png"/><Relationship Id="rId2" Type="http://schemas.openxmlformats.org/officeDocument/2006/relationships/slideLayout" Target="../slideLayouts/slideLayout10.xml"/><Relationship Id="rId16" Type="http://schemas.openxmlformats.org/officeDocument/2006/relationships/slideLayout" Target="../slideLayouts/slideLayout24.xml"/><Relationship Id="rId20" Type="http://schemas.openxmlformats.org/officeDocument/2006/relationships/slideLayout" Target="../slideLayouts/slideLayout28.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24" Type="http://schemas.openxmlformats.org/officeDocument/2006/relationships/theme" Target="../theme/theme2.xml"/><Relationship Id="rId5" Type="http://schemas.openxmlformats.org/officeDocument/2006/relationships/slideLayout" Target="../slideLayouts/slideLayout13.xml"/><Relationship Id="rId15" Type="http://schemas.openxmlformats.org/officeDocument/2006/relationships/slideLayout" Target="../slideLayouts/slideLayout23.xml"/><Relationship Id="rId23" Type="http://schemas.openxmlformats.org/officeDocument/2006/relationships/slideLayout" Target="../slideLayouts/slideLayout31.xml"/><Relationship Id="rId28" Type="http://schemas.openxmlformats.org/officeDocument/2006/relationships/image" Target="../media/image6.tiff"/><Relationship Id="rId10" Type="http://schemas.openxmlformats.org/officeDocument/2006/relationships/slideLayout" Target="../slideLayouts/slideLayout18.xml"/><Relationship Id="rId19" Type="http://schemas.openxmlformats.org/officeDocument/2006/relationships/slideLayout" Target="../slideLayouts/slideLayout27.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slideLayout" Target="../slideLayouts/slideLayout22.xml"/><Relationship Id="rId22" Type="http://schemas.openxmlformats.org/officeDocument/2006/relationships/slideLayout" Target="../slideLayouts/slideLayout30.xml"/><Relationship Id="rId27"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10" cstate="email">
            <a:extLst>
              <a:ext uri="{28A0092B-C50C-407E-A947-70E740481C1C}">
                <a14:useLocalDpi xmlns:a14="http://schemas.microsoft.com/office/drawing/2010/main"/>
              </a:ext>
            </a:extLst>
          </a:blip>
          <a:stretch>
            <a:fillRect/>
          </a:stretch>
        </p:blipFill>
        <p:spPr>
          <a:xfrm>
            <a:off x="0" y="0"/>
            <a:ext cx="9145276" cy="6858957"/>
          </a:xfrm>
          <a:prstGeom prst="rect">
            <a:avLst/>
          </a:prstGeom>
          <a:noFill/>
          <a:ln>
            <a:noFill/>
          </a:ln>
        </p:spPr>
      </p:pic>
      <p:sp>
        <p:nvSpPr>
          <p:cNvPr id="15" name="Slide Number Placeholder 5"/>
          <p:cNvSpPr>
            <a:spLocks noGrp="1"/>
          </p:cNvSpPr>
          <p:nvPr>
            <p:ph type="sldNum" sz="quarter" idx="4"/>
          </p:nvPr>
        </p:nvSpPr>
        <p:spPr>
          <a:xfrm>
            <a:off x="8305799" y="228600"/>
            <a:ext cx="733425" cy="365125"/>
          </a:xfrm>
          <a:prstGeom prst="rect">
            <a:avLst/>
          </a:prstGeom>
        </p:spPr>
        <p:txBody>
          <a:bodyPr/>
          <a:lstStyle>
            <a:lvl1pPr algn="r">
              <a:defRPr sz="1000">
                <a:solidFill>
                  <a:schemeClr val="bg1"/>
                </a:solidFill>
              </a:defRPr>
            </a:lvl1pPr>
          </a:lstStyle>
          <a:p>
            <a:fld id="{0D0E9D3B-CB56-40AE-B0A9-8DA5E1AEFDB7}" type="slidenum">
              <a:rPr lang="en-US" smtClean="0"/>
              <a:pPr/>
              <a:t>‹#›</a:t>
            </a:fld>
            <a:endParaRPr lang="en-US" dirty="0"/>
          </a:p>
        </p:txBody>
      </p:sp>
      <p:sp>
        <p:nvSpPr>
          <p:cNvPr id="18" name="Title Placeholder 17"/>
          <p:cNvSpPr>
            <a:spLocks noGrp="1"/>
          </p:cNvSpPr>
          <p:nvPr>
            <p:ph type="title"/>
          </p:nvPr>
        </p:nvSpPr>
        <p:spPr>
          <a:xfrm>
            <a:off x="457200" y="419100"/>
            <a:ext cx="6858000" cy="25527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19" name="Text Placeholder 18"/>
          <p:cNvSpPr>
            <a:spLocks noGrp="1"/>
          </p:cNvSpPr>
          <p:nvPr>
            <p:ph type="body" idx="1"/>
          </p:nvPr>
        </p:nvSpPr>
        <p:spPr>
          <a:xfrm>
            <a:off x="457200" y="3200400"/>
            <a:ext cx="6858000" cy="1562100"/>
          </a:xfrm>
          <a:prstGeom prst="rect">
            <a:avLst/>
          </a:prstGeom>
        </p:spPr>
        <p:txBody>
          <a:bodyPr vert="horz" lIns="91440" tIns="45720" rIns="91440" bIns="45720" rtlCol="0">
            <a:normAutofit/>
          </a:bodyPr>
          <a:lstStyle/>
          <a:p>
            <a:pPr lvl="0"/>
            <a:r>
              <a:rPr lang="en-US" dirty="0"/>
              <a:t>Click to edit Master text styles</a:t>
            </a:r>
          </a:p>
        </p:txBody>
      </p:sp>
      <p:sp>
        <p:nvSpPr>
          <p:cNvPr id="20" name="Footer Placeholder 19"/>
          <p:cNvSpPr>
            <a:spLocks noGrp="1"/>
          </p:cNvSpPr>
          <p:nvPr>
            <p:ph type="ftr" sz="quarter" idx="3"/>
          </p:nvPr>
        </p:nvSpPr>
        <p:spPr>
          <a:xfrm>
            <a:off x="123825" y="6356350"/>
            <a:ext cx="3160713" cy="365125"/>
          </a:xfrm>
          <a:prstGeom prst="rect">
            <a:avLst/>
          </a:prstGeom>
        </p:spPr>
        <p:txBody>
          <a:bodyPr vert="horz" lIns="91440" tIns="45720" rIns="91440" bIns="45720" rtlCol="0" anchor="ctr"/>
          <a:lstStyle>
            <a:lvl1pPr algn="l">
              <a:defRPr sz="1000">
                <a:solidFill>
                  <a:schemeClr val="bg1"/>
                </a:solidFill>
              </a:defRPr>
            </a:lvl1pPr>
          </a:lstStyle>
          <a:p>
            <a:r>
              <a:rPr lang="en-US" dirty="0"/>
              <a:t>File Name</a:t>
            </a:r>
          </a:p>
        </p:txBody>
      </p:sp>
      <p:sp>
        <p:nvSpPr>
          <p:cNvPr id="25" name="Rectangle 24"/>
          <p:cNvSpPr/>
          <p:nvPr userDrawn="1"/>
        </p:nvSpPr>
        <p:spPr>
          <a:xfrm>
            <a:off x="2009775" y="1707600"/>
            <a:ext cx="558800" cy="558800"/>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000" dirty="0">
                <a:solidFill>
                  <a:schemeClr val="tx1"/>
                </a:solidFill>
              </a:rPr>
              <a:t>217</a:t>
            </a:r>
          </a:p>
          <a:p>
            <a:pPr algn="ctr">
              <a:defRPr/>
            </a:pPr>
            <a:r>
              <a:rPr lang="en-US" sz="1000" dirty="0">
                <a:solidFill>
                  <a:schemeClr val="tx1"/>
                </a:solidFill>
              </a:rPr>
              <a:t>217</a:t>
            </a:r>
          </a:p>
          <a:p>
            <a:pPr algn="ctr">
              <a:defRPr/>
            </a:pPr>
            <a:r>
              <a:rPr lang="en-US" sz="1000" dirty="0">
                <a:solidFill>
                  <a:schemeClr val="tx1"/>
                </a:solidFill>
              </a:rPr>
              <a:t>217</a:t>
            </a:r>
          </a:p>
        </p:txBody>
      </p:sp>
      <p:sp>
        <p:nvSpPr>
          <p:cNvPr id="26" name="Rectangle 25"/>
          <p:cNvSpPr/>
          <p:nvPr userDrawn="1"/>
        </p:nvSpPr>
        <p:spPr>
          <a:xfrm>
            <a:off x="2730500" y="1707600"/>
            <a:ext cx="558800" cy="558800"/>
          </a:xfrm>
          <a:prstGeom prst="rect">
            <a:avLst/>
          </a:prstGeom>
          <a:solidFill>
            <a:srgbClr val="C9C9C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000" dirty="0">
                <a:solidFill>
                  <a:schemeClr val="tx1"/>
                </a:solidFill>
              </a:rPr>
              <a:t>200</a:t>
            </a:r>
          </a:p>
          <a:p>
            <a:pPr algn="ctr">
              <a:defRPr/>
            </a:pPr>
            <a:r>
              <a:rPr lang="en-US" sz="1000" dirty="0">
                <a:solidFill>
                  <a:schemeClr val="tx1"/>
                </a:solidFill>
              </a:rPr>
              <a:t>200</a:t>
            </a:r>
          </a:p>
          <a:p>
            <a:pPr algn="ctr">
              <a:defRPr/>
            </a:pPr>
            <a:r>
              <a:rPr lang="en-US" sz="1000" dirty="0">
                <a:solidFill>
                  <a:schemeClr val="tx1"/>
                </a:solidFill>
              </a:rPr>
              <a:t>200</a:t>
            </a:r>
          </a:p>
        </p:txBody>
      </p:sp>
      <p:sp>
        <p:nvSpPr>
          <p:cNvPr id="27" name="Rectangle 26"/>
          <p:cNvSpPr/>
          <p:nvPr userDrawn="1"/>
        </p:nvSpPr>
        <p:spPr>
          <a:xfrm>
            <a:off x="568325" y="2394599"/>
            <a:ext cx="557213" cy="558800"/>
          </a:xfrm>
          <a:prstGeom prst="rect">
            <a:avLst/>
          </a:prstGeom>
          <a:solidFill>
            <a:schemeClr val="bg1"/>
          </a:solidFill>
          <a:ln w="3175"/>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000" dirty="0">
                <a:solidFill>
                  <a:schemeClr val="tx1"/>
                </a:solidFill>
              </a:rPr>
              <a:t>255</a:t>
            </a:r>
          </a:p>
          <a:p>
            <a:pPr algn="ctr">
              <a:defRPr/>
            </a:pPr>
            <a:r>
              <a:rPr lang="en-US" sz="1000" dirty="0">
                <a:solidFill>
                  <a:schemeClr val="tx1"/>
                </a:solidFill>
              </a:rPr>
              <a:t>255</a:t>
            </a:r>
          </a:p>
          <a:p>
            <a:pPr algn="ctr">
              <a:defRPr/>
            </a:pPr>
            <a:r>
              <a:rPr lang="en-US" sz="1000" dirty="0">
                <a:solidFill>
                  <a:schemeClr val="tx1"/>
                </a:solidFill>
              </a:rPr>
              <a:t>255</a:t>
            </a:r>
          </a:p>
        </p:txBody>
      </p:sp>
      <p:sp>
        <p:nvSpPr>
          <p:cNvPr id="28" name="Rectangle 27"/>
          <p:cNvSpPr/>
          <p:nvPr userDrawn="1"/>
        </p:nvSpPr>
        <p:spPr>
          <a:xfrm>
            <a:off x="1289050" y="2394599"/>
            <a:ext cx="557213" cy="55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000" dirty="0">
                <a:solidFill>
                  <a:schemeClr val="bg1"/>
                </a:solidFill>
              </a:rPr>
              <a:t>0</a:t>
            </a:r>
          </a:p>
          <a:p>
            <a:pPr algn="ctr">
              <a:defRPr/>
            </a:pPr>
            <a:r>
              <a:rPr lang="en-US" sz="1000" dirty="0">
                <a:solidFill>
                  <a:schemeClr val="bg1"/>
                </a:solidFill>
              </a:rPr>
              <a:t>0</a:t>
            </a:r>
          </a:p>
          <a:p>
            <a:pPr algn="ctr">
              <a:defRPr/>
            </a:pPr>
            <a:r>
              <a:rPr lang="en-US" sz="1000" dirty="0">
                <a:solidFill>
                  <a:schemeClr val="bg1"/>
                </a:solidFill>
              </a:rPr>
              <a:t>0</a:t>
            </a:r>
          </a:p>
        </p:txBody>
      </p:sp>
      <p:sp>
        <p:nvSpPr>
          <p:cNvPr id="29" name="Rectangle 28"/>
          <p:cNvSpPr/>
          <p:nvPr userDrawn="1"/>
        </p:nvSpPr>
        <p:spPr>
          <a:xfrm>
            <a:off x="2009775" y="2394599"/>
            <a:ext cx="558800" cy="558800"/>
          </a:xfrm>
          <a:prstGeom prst="rect">
            <a:avLst/>
          </a:prstGeom>
          <a:solidFill>
            <a:srgbClr val="A3A3A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000" dirty="0">
                <a:solidFill>
                  <a:schemeClr val="tx1"/>
                </a:solidFill>
              </a:rPr>
              <a:t>163</a:t>
            </a:r>
          </a:p>
          <a:p>
            <a:pPr algn="ctr">
              <a:defRPr/>
            </a:pPr>
            <a:r>
              <a:rPr lang="en-US" sz="1000" dirty="0">
                <a:solidFill>
                  <a:schemeClr val="tx1"/>
                </a:solidFill>
              </a:rPr>
              <a:t>163</a:t>
            </a:r>
          </a:p>
          <a:p>
            <a:pPr algn="ctr">
              <a:defRPr/>
            </a:pPr>
            <a:r>
              <a:rPr lang="en-US" sz="1000" dirty="0">
                <a:solidFill>
                  <a:schemeClr val="tx1"/>
                </a:solidFill>
              </a:rPr>
              <a:t>163</a:t>
            </a:r>
          </a:p>
        </p:txBody>
      </p:sp>
      <p:sp>
        <p:nvSpPr>
          <p:cNvPr id="30" name="Rectangle 29"/>
          <p:cNvSpPr/>
          <p:nvPr userDrawn="1"/>
        </p:nvSpPr>
        <p:spPr>
          <a:xfrm>
            <a:off x="2730500" y="2394599"/>
            <a:ext cx="558800" cy="558800"/>
          </a:xfrm>
          <a:prstGeom prst="rect">
            <a:avLst/>
          </a:prstGeom>
          <a:solidFill>
            <a:srgbClr val="83847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000" dirty="0">
                <a:solidFill>
                  <a:schemeClr val="bg1"/>
                </a:solidFill>
              </a:rPr>
              <a:t>131</a:t>
            </a:r>
          </a:p>
          <a:p>
            <a:pPr algn="ctr">
              <a:defRPr/>
            </a:pPr>
            <a:r>
              <a:rPr lang="en-US" sz="1000" dirty="0">
                <a:solidFill>
                  <a:schemeClr val="bg1"/>
                </a:solidFill>
              </a:rPr>
              <a:t>132</a:t>
            </a:r>
          </a:p>
          <a:p>
            <a:pPr algn="ctr">
              <a:defRPr/>
            </a:pPr>
            <a:r>
              <a:rPr lang="en-US" sz="1000" dirty="0">
                <a:solidFill>
                  <a:schemeClr val="bg1"/>
                </a:solidFill>
              </a:rPr>
              <a:t>122</a:t>
            </a:r>
          </a:p>
        </p:txBody>
      </p:sp>
      <p:sp>
        <p:nvSpPr>
          <p:cNvPr id="31" name="Rectangle 30"/>
          <p:cNvSpPr/>
          <p:nvPr userDrawn="1"/>
        </p:nvSpPr>
        <p:spPr>
          <a:xfrm>
            <a:off x="3451225" y="2394599"/>
            <a:ext cx="558800" cy="558800"/>
          </a:xfrm>
          <a:prstGeom prst="rect">
            <a:avLst/>
          </a:prstGeom>
          <a:solidFill>
            <a:srgbClr val="EF413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000" dirty="0">
                <a:solidFill>
                  <a:schemeClr val="tx1"/>
                </a:solidFill>
              </a:rPr>
              <a:t>239</a:t>
            </a:r>
          </a:p>
          <a:p>
            <a:pPr algn="ctr">
              <a:defRPr/>
            </a:pPr>
            <a:r>
              <a:rPr lang="en-US" sz="1000" dirty="0">
                <a:solidFill>
                  <a:schemeClr val="tx1"/>
                </a:solidFill>
              </a:rPr>
              <a:t>65</a:t>
            </a:r>
          </a:p>
          <a:p>
            <a:pPr algn="ctr">
              <a:defRPr/>
            </a:pPr>
            <a:r>
              <a:rPr lang="en-US" sz="1000" dirty="0">
                <a:solidFill>
                  <a:schemeClr val="tx1"/>
                </a:solidFill>
              </a:rPr>
              <a:t>53</a:t>
            </a:r>
          </a:p>
        </p:txBody>
      </p:sp>
      <p:sp>
        <p:nvSpPr>
          <p:cNvPr id="32" name="Rectangle 31"/>
          <p:cNvSpPr/>
          <p:nvPr userDrawn="1"/>
        </p:nvSpPr>
        <p:spPr>
          <a:xfrm>
            <a:off x="4171950" y="2394599"/>
            <a:ext cx="558800" cy="558800"/>
          </a:xfrm>
          <a:prstGeom prst="rect">
            <a:avLst/>
          </a:prstGeom>
          <a:solidFill>
            <a:srgbClr val="6E877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000" dirty="0">
                <a:solidFill>
                  <a:schemeClr val="tx1"/>
                </a:solidFill>
              </a:rPr>
              <a:t>110</a:t>
            </a:r>
          </a:p>
          <a:p>
            <a:pPr algn="ctr">
              <a:defRPr/>
            </a:pPr>
            <a:r>
              <a:rPr lang="en-US" sz="1000" dirty="0">
                <a:solidFill>
                  <a:schemeClr val="tx1"/>
                </a:solidFill>
              </a:rPr>
              <a:t>135</a:t>
            </a:r>
          </a:p>
          <a:p>
            <a:pPr algn="ctr">
              <a:defRPr/>
            </a:pPr>
            <a:r>
              <a:rPr lang="en-US" sz="1000" dirty="0">
                <a:solidFill>
                  <a:schemeClr val="tx1"/>
                </a:solidFill>
              </a:rPr>
              <a:t>120</a:t>
            </a:r>
          </a:p>
        </p:txBody>
      </p:sp>
      <p:sp>
        <p:nvSpPr>
          <p:cNvPr id="33" name="Rectangle 32"/>
          <p:cNvSpPr/>
          <p:nvPr userDrawn="1"/>
        </p:nvSpPr>
        <p:spPr>
          <a:xfrm>
            <a:off x="4892675" y="2394599"/>
            <a:ext cx="558800" cy="558800"/>
          </a:xfrm>
          <a:prstGeom prst="rect">
            <a:avLst/>
          </a:prstGeom>
          <a:solidFill>
            <a:srgbClr val="705C3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000" dirty="0">
                <a:solidFill>
                  <a:schemeClr val="tx1"/>
                </a:solidFill>
              </a:rPr>
              <a:t>112</a:t>
            </a:r>
          </a:p>
          <a:p>
            <a:pPr algn="ctr">
              <a:defRPr/>
            </a:pPr>
            <a:r>
              <a:rPr lang="en-US" sz="1000" dirty="0">
                <a:solidFill>
                  <a:schemeClr val="tx1"/>
                </a:solidFill>
              </a:rPr>
              <a:t>92</a:t>
            </a:r>
          </a:p>
          <a:p>
            <a:pPr algn="ctr">
              <a:defRPr/>
            </a:pPr>
            <a:r>
              <a:rPr lang="en-US" sz="1000" dirty="0">
                <a:solidFill>
                  <a:schemeClr val="tx1"/>
                </a:solidFill>
              </a:rPr>
              <a:t>56</a:t>
            </a:r>
          </a:p>
        </p:txBody>
      </p:sp>
      <p:sp>
        <p:nvSpPr>
          <p:cNvPr id="34" name="Rectangle 33"/>
          <p:cNvSpPr/>
          <p:nvPr userDrawn="1"/>
        </p:nvSpPr>
        <p:spPr>
          <a:xfrm>
            <a:off x="5613400" y="2394599"/>
            <a:ext cx="558800" cy="558800"/>
          </a:xfrm>
          <a:prstGeom prst="rect">
            <a:avLst/>
          </a:prstGeom>
          <a:solidFill>
            <a:srgbClr val="3E668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000" dirty="0">
                <a:solidFill>
                  <a:schemeClr val="tx1"/>
                </a:solidFill>
              </a:rPr>
              <a:t>62</a:t>
            </a:r>
          </a:p>
          <a:p>
            <a:pPr algn="ctr">
              <a:defRPr/>
            </a:pPr>
            <a:r>
              <a:rPr lang="en-US" sz="1000" dirty="0">
                <a:solidFill>
                  <a:schemeClr val="tx1"/>
                </a:solidFill>
              </a:rPr>
              <a:t>102</a:t>
            </a:r>
          </a:p>
          <a:p>
            <a:pPr algn="ctr">
              <a:defRPr/>
            </a:pPr>
            <a:r>
              <a:rPr lang="en-US" sz="1000" dirty="0">
                <a:solidFill>
                  <a:schemeClr val="tx1"/>
                </a:solidFill>
              </a:rPr>
              <a:t>130</a:t>
            </a:r>
          </a:p>
        </p:txBody>
      </p:sp>
      <p:sp>
        <p:nvSpPr>
          <p:cNvPr id="35" name="Rectangle 34"/>
          <p:cNvSpPr/>
          <p:nvPr userDrawn="1"/>
        </p:nvSpPr>
        <p:spPr>
          <a:xfrm>
            <a:off x="6334125" y="2394599"/>
            <a:ext cx="558800" cy="558800"/>
          </a:xfrm>
          <a:prstGeom prst="rect">
            <a:avLst/>
          </a:prstGeom>
          <a:solidFill>
            <a:srgbClr val="66383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000" dirty="0">
                <a:solidFill>
                  <a:schemeClr val="bg1"/>
                </a:solidFill>
              </a:rPr>
              <a:t>102</a:t>
            </a:r>
          </a:p>
          <a:p>
            <a:pPr algn="ctr">
              <a:defRPr/>
            </a:pPr>
            <a:r>
              <a:rPr lang="en-US" sz="1000" dirty="0">
                <a:solidFill>
                  <a:schemeClr val="bg1"/>
                </a:solidFill>
              </a:rPr>
              <a:t>56</a:t>
            </a:r>
          </a:p>
          <a:p>
            <a:pPr algn="ctr">
              <a:defRPr/>
            </a:pPr>
            <a:r>
              <a:rPr lang="en-US" sz="1000" dirty="0">
                <a:solidFill>
                  <a:schemeClr val="bg1"/>
                </a:solidFill>
              </a:rPr>
              <a:t>48</a:t>
            </a:r>
          </a:p>
        </p:txBody>
      </p:sp>
      <p:sp>
        <p:nvSpPr>
          <p:cNvPr id="36" name="Rectangle 35"/>
          <p:cNvSpPr/>
          <p:nvPr userDrawn="1"/>
        </p:nvSpPr>
        <p:spPr>
          <a:xfrm>
            <a:off x="7054850" y="2394599"/>
            <a:ext cx="558800" cy="558800"/>
          </a:xfrm>
          <a:prstGeom prst="rect">
            <a:avLst/>
          </a:prstGeom>
          <a:solidFill>
            <a:srgbClr val="82786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000" dirty="0">
                <a:solidFill>
                  <a:schemeClr val="tx1"/>
                </a:solidFill>
              </a:rPr>
              <a:t>130</a:t>
            </a:r>
          </a:p>
          <a:p>
            <a:pPr algn="ctr">
              <a:defRPr/>
            </a:pPr>
            <a:r>
              <a:rPr lang="en-US" sz="1000" dirty="0">
                <a:solidFill>
                  <a:schemeClr val="tx1"/>
                </a:solidFill>
              </a:rPr>
              <a:t>120</a:t>
            </a:r>
          </a:p>
          <a:p>
            <a:pPr algn="ctr">
              <a:defRPr/>
            </a:pPr>
            <a:r>
              <a:rPr lang="en-US" sz="1000" dirty="0">
                <a:solidFill>
                  <a:schemeClr val="tx1"/>
                </a:solidFill>
              </a:rPr>
              <a:t>111</a:t>
            </a:r>
          </a:p>
        </p:txBody>
      </p:sp>
      <p:sp>
        <p:nvSpPr>
          <p:cNvPr id="37" name="Rectangle 36"/>
          <p:cNvSpPr/>
          <p:nvPr userDrawn="1"/>
        </p:nvSpPr>
        <p:spPr>
          <a:xfrm>
            <a:off x="1289050" y="1707600"/>
            <a:ext cx="558800" cy="558800"/>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000" dirty="0">
                <a:solidFill>
                  <a:schemeClr val="tx1"/>
                </a:solidFill>
              </a:rPr>
              <a:t>237</a:t>
            </a:r>
          </a:p>
          <a:p>
            <a:pPr algn="ctr">
              <a:defRPr/>
            </a:pPr>
            <a:r>
              <a:rPr lang="en-US" sz="1000" dirty="0">
                <a:solidFill>
                  <a:schemeClr val="tx1"/>
                </a:solidFill>
              </a:rPr>
              <a:t>237</a:t>
            </a:r>
          </a:p>
          <a:p>
            <a:pPr algn="ctr">
              <a:defRPr/>
            </a:pPr>
            <a:r>
              <a:rPr lang="en-US" sz="1000" dirty="0">
                <a:solidFill>
                  <a:schemeClr val="tx1"/>
                </a:solidFill>
              </a:rPr>
              <a:t>237</a:t>
            </a:r>
          </a:p>
        </p:txBody>
      </p:sp>
      <p:sp>
        <p:nvSpPr>
          <p:cNvPr id="54" name="Rectangle 53"/>
          <p:cNvSpPr/>
          <p:nvPr userDrawn="1"/>
        </p:nvSpPr>
        <p:spPr>
          <a:xfrm>
            <a:off x="4171950" y="1707600"/>
            <a:ext cx="558800" cy="558800"/>
          </a:xfrm>
          <a:prstGeom prst="rect">
            <a:avLst/>
          </a:prstGeom>
          <a:solidFill>
            <a:srgbClr val="50771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000" dirty="0">
                <a:solidFill>
                  <a:schemeClr val="tx1"/>
                </a:solidFill>
              </a:rPr>
              <a:t>80</a:t>
            </a:r>
          </a:p>
          <a:p>
            <a:pPr algn="ctr">
              <a:defRPr/>
            </a:pPr>
            <a:r>
              <a:rPr lang="en-US" sz="1000" dirty="0">
                <a:solidFill>
                  <a:schemeClr val="tx1"/>
                </a:solidFill>
              </a:rPr>
              <a:t>119</a:t>
            </a:r>
          </a:p>
          <a:p>
            <a:pPr algn="ctr">
              <a:defRPr/>
            </a:pPr>
            <a:r>
              <a:rPr lang="en-US" sz="1000" dirty="0">
                <a:solidFill>
                  <a:schemeClr val="tx1"/>
                </a:solidFill>
              </a:rPr>
              <a:t>27</a:t>
            </a:r>
          </a:p>
        </p:txBody>
      </p:sp>
      <p:sp>
        <p:nvSpPr>
          <p:cNvPr id="55" name="Rectangle 54"/>
          <p:cNvSpPr/>
          <p:nvPr userDrawn="1"/>
        </p:nvSpPr>
        <p:spPr>
          <a:xfrm>
            <a:off x="4892675" y="1707600"/>
            <a:ext cx="558800" cy="558800"/>
          </a:xfrm>
          <a:prstGeom prst="rect">
            <a:avLst/>
          </a:prstGeom>
          <a:solidFill>
            <a:srgbClr val="FCAE3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000" dirty="0">
                <a:solidFill>
                  <a:schemeClr val="tx1"/>
                </a:solidFill>
              </a:rPr>
              <a:t>252</a:t>
            </a:r>
          </a:p>
          <a:p>
            <a:pPr algn="ctr">
              <a:defRPr/>
            </a:pPr>
            <a:r>
              <a:rPr lang="en-US" sz="1000" dirty="0">
                <a:solidFill>
                  <a:schemeClr val="tx1"/>
                </a:solidFill>
              </a:rPr>
              <a:t>174</a:t>
            </a:r>
          </a:p>
          <a:p>
            <a:pPr algn="ctr">
              <a:defRPr/>
            </a:pPr>
            <a:r>
              <a:rPr lang="en-US" sz="1000" dirty="0">
                <a:solidFill>
                  <a:schemeClr val="tx1"/>
                </a:solidFill>
              </a:rPr>
              <a:t>.59</a:t>
            </a:r>
          </a:p>
        </p:txBody>
      </p:sp>
      <p:pic>
        <p:nvPicPr>
          <p:cNvPr id="58" name="Picture 6"/>
          <p:cNvPicPr>
            <a:picLocks noChangeAspect="1"/>
          </p:cNvPicPr>
          <p:nvPr userDrawn="1"/>
        </p:nvPicPr>
        <p:blipFill>
          <a:blip r:embed="rId11"/>
          <a:srcRect/>
          <a:stretch>
            <a:fillRect/>
          </a:stretch>
        </p:blipFill>
        <p:spPr bwMode="auto">
          <a:xfrm>
            <a:off x="4559300" y="3416300"/>
            <a:ext cx="19050" cy="3175"/>
          </a:xfrm>
          <a:prstGeom prst="rect">
            <a:avLst/>
          </a:prstGeom>
          <a:noFill/>
          <a:ln w="9525">
            <a:noFill/>
            <a:miter lim="800000"/>
            <a:headEnd/>
            <a:tailEnd/>
          </a:ln>
        </p:spPr>
      </p:pic>
      <p:pic>
        <p:nvPicPr>
          <p:cNvPr id="24" name="Picture 18"/>
          <p:cNvPicPr>
            <a:picLocks noChangeAspect="1"/>
          </p:cNvPicPr>
          <p:nvPr userDrawn="1"/>
        </p:nvPicPr>
        <p:blipFill rotWithShape="1">
          <a:blip r:embed="rId12" cstate="email">
            <a:extLst>
              <a:ext uri="{28A0092B-C50C-407E-A947-70E740481C1C}">
                <a14:useLocalDpi xmlns:a14="http://schemas.microsoft.com/office/drawing/2010/main"/>
              </a:ext>
            </a:extLst>
          </a:blip>
          <a:srcRect/>
          <a:stretch/>
        </p:blipFill>
        <p:spPr bwMode="auto">
          <a:xfrm>
            <a:off x="7158038" y="5285203"/>
            <a:ext cx="1595437" cy="1482725"/>
          </a:xfrm>
          <a:prstGeom prst="rect">
            <a:avLst/>
          </a:prstGeom>
          <a:noFill/>
          <a:ln w="9525">
            <a:noFill/>
            <a:miter lim="800000"/>
            <a:headEnd/>
            <a:tailEnd/>
          </a:ln>
        </p:spPr>
      </p:pic>
      <p:pic>
        <p:nvPicPr>
          <p:cNvPr id="2" name="Picture 1"/>
          <p:cNvPicPr>
            <a:picLocks noChangeAspect="1"/>
          </p:cNvPicPr>
          <p:nvPr userDrawn="1"/>
        </p:nvPicPr>
        <p:blipFill>
          <a:blip r:embed="rId13" cstate="email">
            <a:extLst>
              <a:ext uri="{28A0092B-C50C-407E-A947-70E740481C1C}">
                <a14:useLocalDpi xmlns:a14="http://schemas.microsoft.com/office/drawing/2010/main" val="0"/>
              </a:ext>
            </a:extLst>
          </a:blip>
          <a:stretch>
            <a:fillRect/>
          </a:stretch>
        </p:blipFill>
        <p:spPr>
          <a:xfrm>
            <a:off x="5246660" y="5444801"/>
            <a:ext cx="1384959" cy="1115661"/>
          </a:xfrm>
          <a:prstGeom prst="rect">
            <a:avLst/>
          </a:prstGeom>
        </p:spPr>
      </p:pic>
    </p:spTree>
    <p:extLst>
      <p:ext uri="{BB962C8B-B14F-4D97-AF65-F5344CB8AC3E}">
        <p14:creationId xmlns:p14="http://schemas.microsoft.com/office/powerpoint/2010/main" val="2919789318"/>
      </p:ext>
    </p:extLst>
  </p:cSld>
  <p:clrMap bg1="lt1" tx1="dk1" bg2="lt2" tx2="dk2" accent1="accent1" accent2="accent2" accent3="accent3" accent4="accent4" accent5="accent5" accent6="accent6" hlink="hlink" folHlink="folHlink"/>
  <p:sldLayoutIdLst>
    <p:sldLayoutId id="2147484251" r:id="rId1"/>
    <p:sldLayoutId id="2147484296" r:id="rId2"/>
    <p:sldLayoutId id="2147484252" r:id="rId3"/>
    <p:sldLayoutId id="2147484297" r:id="rId4"/>
    <p:sldLayoutId id="2147484253" r:id="rId5"/>
    <p:sldLayoutId id="2147484298" r:id="rId6"/>
    <p:sldLayoutId id="2147484254" r:id="rId7"/>
    <p:sldLayoutId id="2147484299" r:id="rId8"/>
  </p:sldLayoutIdLst>
  <p:hf hdr="0" dt="0"/>
  <p:txStyles>
    <p:titleStyle>
      <a:lvl1pPr algn="l" defTabSz="914400" rtl="0" eaLnBrk="1" latinLnBrk="0" hangingPunct="1">
        <a:lnSpc>
          <a:spcPct val="100000"/>
        </a:lnSpc>
        <a:spcBef>
          <a:spcPct val="0"/>
        </a:spcBef>
        <a:buNone/>
        <a:defRPr sz="3600" b="1" kern="1200" cap="all" baseline="0">
          <a:solidFill>
            <a:schemeClr val="bg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88" userDrawn="1">
          <p15:clr>
            <a:srgbClr val="5ACBF0"/>
          </p15:clr>
        </p15:guide>
        <p15:guide id="2" pos="4608" userDrawn="1">
          <p15:clr>
            <a:srgbClr val="5ACBF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D8D8D8"/>
        </a:solidFill>
        <a:effectLst/>
      </p:bgPr>
    </p:bg>
    <p:spTree>
      <p:nvGrpSpPr>
        <p:cNvPr id="1" name=""/>
        <p:cNvGrpSpPr/>
        <p:nvPr/>
      </p:nvGrpSpPr>
      <p:grpSpPr>
        <a:xfrm>
          <a:off x="0" y="0"/>
          <a:ext cx="0" cy="0"/>
          <a:chOff x="0" y="0"/>
          <a:chExt cx="0" cy="0"/>
        </a:xfrm>
      </p:grpSpPr>
      <p:pic>
        <p:nvPicPr>
          <p:cNvPr id="28" name="Picture 27"/>
          <p:cNvPicPr>
            <a:picLocks noChangeAspect="1"/>
          </p:cNvPicPr>
          <p:nvPr userDrawn="1"/>
        </p:nvPicPr>
        <p:blipFill>
          <a:blip r:embed="rId25" cstate="email">
            <a:extLst>
              <a:ext uri="{28A0092B-C50C-407E-A947-70E740481C1C}">
                <a14:useLocalDpi xmlns:a14="http://schemas.microsoft.com/office/drawing/2010/main"/>
              </a:ext>
            </a:extLst>
          </a:blip>
          <a:stretch>
            <a:fillRect/>
          </a:stretch>
        </p:blipFill>
        <p:spPr>
          <a:xfrm>
            <a:off x="0" y="0"/>
            <a:ext cx="9144000" cy="6857999"/>
          </a:xfrm>
          <a:prstGeom prst="rect">
            <a:avLst/>
          </a:prstGeom>
        </p:spPr>
      </p:pic>
      <p:sp>
        <p:nvSpPr>
          <p:cNvPr id="11" name="Rounded Rectangle 10"/>
          <p:cNvSpPr/>
          <p:nvPr userDrawn="1"/>
        </p:nvSpPr>
        <p:spPr>
          <a:xfrm>
            <a:off x="184152" y="165462"/>
            <a:ext cx="8787251" cy="6518013"/>
          </a:xfrm>
          <a:prstGeom prst="roundRect">
            <a:avLst>
              <a:gd name="adj" fmla="val 225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1027" name="Picture 33"/>
          <p:cNvPicPr>
            <a:picLocks noChangeAspect="1"/>
          </p:cNvPicPr>
          <p:nvPr/>
        </p:nvPicPr>
        <p:blipFill>
          <a:blip r:embed="rId26" cstate="email">
            <a:extLst>
              <a:ext uri="{28A0092B-C50C-407E-A947-70E740481C1C}">
                <a14:useLocalDpi xmlns:a14="http://schemas.microsoft.com/office/drawing/2010/main"/>
              </a:ext>
            </a:extLst>
          </a:blip>
          <a:srcRect/>
          <a:stretch>
            <a:fillRect/>
          </a:stretch>
        </p:blipFill>
        <p:spPr bwMode="auto">
          <a:xfrm>
            <a:off x="7924800" y="5815668"/>
            <a:ext cx="1108075" cy="963613"/>
          </a:xfrm>
          <a:prstGeom prst="rect">
            <a:avLst/>
          </a:prstGeom>
          <a:noFill/>
          <a:ln w="9525">
            <a:noFill/>
            <a:miter lim="800000"/>
            <a:headEnd/>
            <a:tailEnd/>
          </a:ln>
        </p:spPr>
      </p:pic>
      <p:sp>
        <p:nvSpPr>
          <p:cNvPr id="4099" name="Title Placeholder 1"/>
          <p:cNvSpPr>
            <a:spLocks noGrp="1"/>
          </p:cNvSpPr>
          <p:nvPr>
            <p:ph type="title"/>
          </p:nvPr>
        </p:nvSpPr>
        <p:spPr bwMode="auto">
          <a:xfrm>
            <a:off x="304800" y="274638"/>
            <a:ext cx="8382000" cy="8064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304800" y="1233932"/>
            <a:ext cx="8382000" cy="470966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309986" y="6470426"/>
            <a:ext cx="2900362" cy="217493"/>
          </a:xfrm>
          <a:prstGeom prst="rect">
            <a:avLst/>
          </a:prstGeom>
        </p:spPr>
        <p:txBody>
          <a:bodyPr vert="horz" lIns="91440" tIns="45720" rIns="91440" bIns="45720" rtlCol="0" anchor="ctr"/>
          <a:lstStyle>
            <a:lvl1pPr algn="l" fontAlgn="auto">
              <a:spcBef>
                <a:spcPts val="0"/>
              </a:spcBef>
              <a:spcAft>
                <a:spcPts val="0"/>
              </a:spcAft>
              <a:defRPr sz="1000">
                <a:solidFill>
                  <a:schemeClr val="tx1">
                    <a:tint val="75000"/>
                  </a:schemeClr>
                </a:solidFill>
                <a:latin typeface="Arial" pitchFamily="34" charset="0"/>
                <a:ea typeface="+mn-ea"/>
                <a:cs typeface="Arial" pitchFamily="34" charset="0"/>
              </a:defRPr>
            </a:lvl1pPr>
          </a:lstStyle>
          <a:p>
            <a:pPr>
              <a:defRPr/>
            </a:pPr>
            <a:r>
              <a:rPr lang="en-US" dirty="0"/>
              <a:t>File Name</a:t>
            </a:r>
          </a:p>
        </p:txBody>
      </p:sp>
      <p:sp>
        <p:nvSpPr>
          <p:cNvPr id="6" name="Slide Number Placeholder 5"/>
          <p:cNvSpPr>
            <a:spLocks noGrp="1"/>
          </p:cNvSpPr>
          <p:nvPr>
            <p:ph type="sldNum" sz="quarter" idx="4"/>
          </p:nvPr>
        </p:nvSpPr>
        <p:spPr>
          <a:xfrm>
            <a:off x="8305799" y="228600"/>
            <a:ext cx="727075" cy="365125"/>
          </a:xfrm>
          <a:prstGeom prst="rect">
            <a:avLst/>
          </a:prstGeom>
        </p:spPr>
        <p:txBody>
          <a:bodyPr vert="horz" wrap="square" lIns="91440" tIns="45720" rIns="91440" bIns="45720" numCol="1" anchor="ctr" anchorCtr="0" compatLnSpc="1">
            <a:prstTxWarp prst="textNoShape">
              <a:avLst/>
            </a:prstTxWarp>
          </a:bodyPr>
          <a:lstStyle>
            <a:lvl1pPr algn="r">
              <a:defRPr sz="1000">
                <a:solidFill>
                  <a:srgbClr val="898989"/>
                </a:solidFill>
                <a:cs typeface="Arial" pitchFamily="34" charset="0"/>
              </a:defRPr>
            </a:lvl1pPr>
          </a:lstStyle>
          <a:p>
            <a:fld id="{139BD942-CC14-44A4-87FB-46239297AFE5}" type="slidenum">
              <a:rPr lang="en-US" smtClean="0"/>
              <a:pPr/>
              <a:t>‹#›</a:t>
            </a:fld>
            <a:endParaRPr lang="en-US" dirty="0"/>
          </a:p>
        </p:txBody>
      </p:sp>
      <p:pic>
        <p:nvPicPr>
          <p:cNvPr id="1033" name="Picture 6"/>
          <p:cNvPicPr>
            <a:picLocks noChangeAspect="1"/>
          </p:cNvPicPr>
          <p:nvPr/>
        </p:nvPicPr>
        <p:blipFill>
          <a:blip r:embed="rId27"/>
          <a:srcRect/>
          <a:stretch>
            <a:fillRect/>
          </a:stretch>
        </p:blipFill>
        <p:spPr bwMode="auto">
          <a:xfrm>
            <a:off x="4559300" y="3416300"/>
            <a:ext cx="19050" cy="3175"/>
          </a:xfrm>
          <a:prstGeom prst="rect">
            <a:avLst/>
          </a:prstGeom>
          <a:noFill/>
          <a:ln w="9525">
            <a:noFill/>
            <a:miter lim="800000"/>
            <a:headEnd/>
            <a:tailEnd/>
          </a:ln>
        </p:spPr>
      </p:pic>
      <p:pic>
        <p:nvPicPr>
          <p:cNvPr id="2" name="Picture 1"/>
          <p:cNvPicPr>
            <a:picLocks noChangeAspect="1"/>
          </p:cNvPicPr>
          <p:nvPr userDrawn="1"/>
        </p:nvPicPr>
        <p:blipFill>
          <a:blip r:embed="rId28" cstate="email">
            <a:extLst>
              <a:ext uri="{28A0092B-C50C-407E-A947-70E740481C1C}">
                <a14:useLocalDpi xmlns:a14="http://schemas.microsoft.com/office/drawing/2010/main" val="0"/>
              </a:ext>
            </a:extLst>
          </a:blip>
          <a:stretch>
            <a:fillRect/>
          </a:stretch>
        </p:blipFill>
        <p:spPr>
          <a:xfrm>
            <a:off x="6671409" y="5941983"/>
            <a:ext cx="931494" cy="750370"/>
          </a:xfrm>
          <a:prstGeom prst="rect">
            <a:avLst/>
          </a:prstGeom>
        </p:spPr>
      </p:pic>
    </p:spTree>
    <p:extLst>
      <p:ext uri="{BB962C8B-B14F-4D97-AF65-F5344CB8AC3E}">
        <p14:creationId xmlns:p14="http://schemas.microsoft.com/office/powerpoint/2010/main" val="3506813200"/>
      </p:ext>
    </p:extLst>
  </p:cSld>
  <p:clrMap bg1="lt1" tx1="dk1" bg2="lt2" tx2="dk2" accent1="accent1" accent2="accent2" accent3="accent3" accent4="accent4" accent5="accent5" accent6="accent6" hlink="hlink" folHlink="folHlink"/>
  <p:sldLayoutIdLst>
    <p:sldLayoutId id="2147484273" r:id="rId1"/>
    <p:sldLayoutId id="2147484274" r:id="rId2"/>
    <p:sldLayoutId id="2147484275" r:id="rId3"/>
    <p:sldLayoutId id="2147484276" r:id="rId4"/>
    <p:sldLayoutId id="2147484277" r:id="rId5"/>
    <p:sldLayoutId id="2147484278" r:id="rId6"/>
    <p:sldLayoutId id="2147484279" r:id="rId7"/>
    <p:sldLayoutId id="2147484280" r:id="rId8"/>
    <p:sldLayoutId id="2147484281" r:id="rId9"/>
    <p:sldLayoutId id="2147484282" r:id="rId10"/>
    <p:sldLayoutId id="2147484283" r:id="rId11"/>
    <p:sldLayoutId id="2147484284" r:id="rId12"/>
    <p:sldLayoutId id="2147484285" r:id="rId13"/>
    <p:sldLayoutId id="2147484286" r:id="rId14"/>
    <p:sldLayoutId id="2147484287" r:id="rId15"/>
    <p:sldLayoutId id="2147484288" r:id="rId16"/>
    <p:sldLayoutId id="2147484289" r:id="rId17"/>
    <p:sldLayoutId id="2147484290" r:id="rId18"/>
    <p:sldLayoutId id="2147484291" r:id="rId19"/>
    <p:sldLayoutId id="2147484292" r:id="rId20"/>
    <p:sldLayoutId id="2147484293" r:id="rId21"/>
    <p:sldLayoutId id="2147484300" r:id="rId22"/>
    <p:sldLayoutId id="2147484294" r:id="rId23"/>
  </p:sldLayoutIdLst>
  <p:hf hdr="0"/>
  <p:txStyles>
    <p:titleStyle>
      <a:lvl1pPr algn="l" rtl="0" eaLnBrk="1" fontAlgn="base" hangingPunct="1">
        <a:spcBef>
          <a:spcPct val="0"/>
        </a:spcBef>
        <a:spcAft>
          <a:spcPct val="0"/>
        </a:spcAft>
        <a:defRPr sz="2400" b="1" kern="1200" cap="all">
          <a:solidFill>
            <a:schemeClr val="tx1">
              <a:lumMod val="75000"/>
              <a:lumOff val="25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240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240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240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2400" b="1">
          <a:solidFill>
            <a:srgbClr val="978473"/>
          </a:solidFill>
          <a:latin typeface="Arial" charset="0"/>
          <a:ea typeface="ＭＳ Ｐゴシック" charset="0"/>
          <a:cs typeface="Arial" charset="0"/>
        </a:defRPr>
      </a:lvl5pPr>
      <a:lvl6pPr marL="457200" algn="l" rtl="0" eaLnBrk="1" fontAlgn="base" hangingPunct="1">
        <a:spcBef>
          <a:spcPct val="0"/>
        </a:spcBef>
        <a:spcAft>
          <a:spcPct val="0"/>
        </a:spcAft>
        <a:defRPr sz="4400">
          <a:solidFill>
            <a:schemeClr val="tx1"/>
          </a:solidFill>
          <a:latin typeface="Arial" charset="0"/>
          <a:cs typeface="Arial" charset="0"/>
        </a:defRPr>
      </a:lvl6pPr>
      <a:lvl7pPr marL="914400" algn="l" rtl="0" eaLnBrk="1" fontAlgn="base" hangingPunct="1">
        <a:spcBef>
          <a:spcPct val="0"/>
        </a:spcBef>
        <a:spcAft>
          <a:spcPct val="0"/>
        </a:spcAft>
        <a:defRPr sz="4400">
          <a:solidFill>
            <a:schemeClr val="tx1"/>
          </a:solidFill>
          <a:latin typeface="Arial" charset="0"/>
          <a:cs typeface="Arial" charset="0"/>
        </a:defRPr>
      </a:lvl7pPr>
      <a:lvl8pPr marL="1371600" algn="l" rtl="0" eaLnBrk="1" fontAlgn="base" hangingPunct="1">
        <a:spcBef>
          <a:spcPct val="0"/>
        </a:spcBef>
        <a:spcAft>
          <a:spcPct val="0"/>
        </a:spcAft>
        <a:defRPr sz="4400">
          <a:solidFill>
            <a:schemeClr val="tx1"/>
          </a:solidFill>
          <a:latin typeface="Arial" charset="0"/>
          <a:cs typeface="Arial" charset="0"/>
        </a:defRPr>
      </a:lvl8pPr>
      <a:lvl9pPr marL="1828800" algn="l" rtl="0" eaLnBrk="1" fontAlgn="base" hangingPunct="1">
        <a:spcBef>
          <a:spcPct val="0"/>
        </a:spcBef>
        <a:spcAft>
          <a:spcPct val="0"/>
        </a:spcAft>
        <a:defRPr sz="4400">
          <a:solidFill>
            <a:schemeClr val="tx1"/>
          </a:solidFill>
          <a:latin typeface="Arial" charset="0"/>
          <a:cs typeface="Arial" charset="0"/>
        </a:defRPr>
      </a:lvl9pPr>
    </p:titleStyle>
    <p:bodyStyle>
      <a:lvl1pPr marL="342900" indent="-342900" algn="l" rtl="0" eaLnBrk="1" fontAlgn="base" hangingPunct="1">
        <a:spcBef>
          <a:spcPts val="300"/>
        </a:spcBef>
        <a:spcAft>
          <a:spcPct val="0"/>
        </a:spcAft>
        <a:buFont typeface="Arial" pitchFamily="34" charset="0"/>
        <a:defRPr sz="2400" kern="1200">
          <a:solidFill>
            <a:schemeClr val="tx1">
              <a:lumMod val="75000"/>
              <a:lumOff val="25000"/>
            </a:schemeClr>
          </a:solidFill>
          <a:latin typeface="Arial" pitchFamily="34" charset="0"/>
          <a:ea typeface="ＭＳ Ｐゴシック" charset="0"/>
          <a:cs typeface="Arial" pitchFamily="34" charset="0"/>
        </a:defRPr>
      </a:lvl1pPr>
      <a:lvl2pPr marL="514350" indent="-285750" algn="l" rtl="0" eaLnBrk="1" fontAlgn="base" hangingPunct="1">
        <a:spcBef>
          <a:spcPts val="300"/>
        </a:spcBef>
        <a:spcAft>
          <a:spcPct val="0"/>
        </a:spcAft>
        <a:buFont typeface="Arial" pitchFamily="34" charset="0"/>
        <a:buChar char="–"/>
        <a:defRPr sz="2400" kern="1200">
          <a:solidFill>
            <a:schemeClr val="tx1">
              <a:lumMod val="75000"/>
              <a:lumOff val="25000"/>
            </a:schemeClr>
          </a:solidFill>
          <a:latin typeface="Arial" pitchFamily="34" charset="0"/>
          <a:ea typeface="Arial" charset="0"/>
          <a:cs typeface="Arial" pitchFamily="34" charset="0"/>
        </a:defRPr>
      </a:lvl2pPr>
      <a:lvl3pPr marL="914400" indent="-228600" algn="l" rtl="0" eaLnBrk="1" fontAlgn="base" hangingPunct="1">
        <a:spcBef>
          <a:spcPts val="300"/>
        </a:spcBef>
        <a:spcAft>
          <a:spcPct val="0"/>
        </a:spcAft>
        <a:buFont typeface="Arial" pitchFamily="34" charset="0"/>
        <a:buChar char="•"/>
        <a:defRPr sz="2000" kern="1200">
          <a:solidFill>
            <a:schemeClr val="tx1">
              <a:lumMod val="75000"/>
              <a:lumOff val="25000"/>
            </a:schemeClr>
          </a:solidFill>
          <a:latin typeface="Arial" pitchFamily="34" charset="0"/>
          <a:ea typeface="Arial" charset="0"/>
          <a:cs typeface="Arial" pitchFamily="34" charset="0"/>
        </a:defRPr>
      </a:lvl3pPr>
      <a:lvl4pPr marL="1371600" indent="-228600" algn="l" rtl="0" eaLnBrk="1" fontAlgn="base" hangingPunct="1">
        <a:spcBef>
          <a:spcPts val="300"/>
        </a:spcBef>
        <a:spcAft>
          <a:spcPct val="0"/>
        </a:spcAft>
        <a:buFont typeface="Arial" pitchFamily="34" charset="0"/>
        <a:buChar char="–"/>
        <a:defRPr sz="2000" kern="1200">
          <a:solidFill>
            <a:schemeClr val="tx1">
              <a:lumMod val="75000"/>
              <a:lumOff val="25000"/>
            </a:schemeClr>
          </a:solidFill>
          <a:latin typeface="Arial" pitchFamily="34" charset="0"/>
          <a:ea typeface="Arial" charset="0"/>
          <a:cs typeface="Arial" pitchFamily="34" charset="0"/>
        </a:defRPr>
      </a:lvl4pPr>
      <a:lvl5pPr marL="1828800" indent="-228600" algn="l" rtl="0" eaLnBrk="1" fontAlgn="base" hangingPunct="1">
        <a:spcBef>
          <a:spcPts val="300"/>
        </a:spcBef>
        <a:spcAft>
          <a:spcPct val="0"/>
        </a:spcAft>
        <a:buFont typeface="Arial" pitchFamily="34" charset="0"/>
        <a:buChar char="»"/>
        <a:defRPr sz="2000" kern="1200">
          <a:solidFill>
            <a:schemeClr val="tx1">
              <a:lumMod val="75000"/>
              <a:lumOff val="25000"/>
            </a:schemeClr>
          </a:solidFill>
          <a:latin typeface="Arial" pitchFamily="34" charset="0"/>
          <a:ea typeface="Arial" charset="0"/>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92" userDrawn="1">
          <p15:clr>
            <a:srgbClr val="5ACBF0"/>
          </p15:clr>
        </p15:guide>
        <p15:guide id="2" pos="5472" userDrawn="1">
          <p15:clr>
            <a:srgbClr val="5ACBF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3" Type="http://schemas.openxmlformats.org/officeDocument/2006/relationships/hyperlink" Target="mailto:Cynthia.h.Jacobsen@usace.army.mil" TargetMode="External"/><Relationship Id="rId2" Type="http://schemas.openxmlformats.org/officeDocument/2006/relationships/hyperlink" Target="mailto:Chandra.d.crow@usace.army.mil" TargetMode="External"/><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3" Type="http://schemas.openxmlformats.org/officeDocument/2006/relationships/hyperlink" Target="mailto:Chandra.d.crow@usace.army.mil" TargetMode="External"/><Relationship Id="rId2" Type="http://schemas.openxmlformats.org/officeDocument/2006/relationships/hyperlink" Target="mailto:Cynthia.h.Jacobsen@usace.army.mil" TargetMode="External"/><Relationship Id="rId1" Type="http://schemas.openxmlformats.org/officeDocument/2006/relationships/slideLayout" Target="../slideLayouts/slideLayout24.xml"/><Relationship Id="rId5" Type="http://schemas.openxmlformats.org/officeDocument/2006/relationships/hyperlink" Target="https://www.acquisition.gov/" TargetMode="External"/><Relationship Id="rId4" Type="http://schemas.openxmlformats.org/officeDocument/2006/relationships/hyperlink" Target="mailto:Preston.e.jones@usace.army.mi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p:txBody>
          <a:bodyPr>
            <a:normAutofit/>
          </a:bodyPr>
          <a:lstStyle/>
          <a:p>
            <a:pPr algn="ctr"/>
            <a:endParaRPr lang="en-US" dirty="0"/>
          </a:p>
          <a:p>
            <a:pPr algn="ctr"/>
            <a:endParaRPr lang="en-US" dirty="0"/>
          </a:p>
          <a:p>
            <a:pPr algn="ctr"/>
            <a:r>
              <a:rPr lang="en-US" dirty="0"/>
              <a:t>11 February 2025</a:t>
            </a:r>
          </a:p>
        </p:txBody>
      </p:sp>
      <p:sp>
        <p:nvSpPr>
          <p:cNvPr id="2" name="Title 1"/>
          <p:cNvSpPr>
            <a:spLocks noGrp="1"/>
          </p:cNvSpPr>
          <p:nvPr>
            <p:ph type="title"/>
          </p:nvPr>
        </p:nvSpPr>
        <p:spPr>
          <a:xfrm>
            <a:off x="457200" y="419100"/>
            <a:ext cx="7470058" cy="2552700"/>
          </a:xfrm>
        </p:spPr>
        <p:txBody>
          <a:bodyPr>
            <a:normAutofit fontScale="90000"/>
          </a:bodyPr>
          <a:lstStyle/>
          <a:p>
            <a:pPr algn="ctr"/>
            <a:r>
              <a:rPr lang="en-US" dirty="0"/>
              <a:t>USACE Northwestern division  multiple award task order contract </a:t>
            </a:r>
            <a:br>
              <a:rPr lang="en-US" dirty="0"/>
            </a:br>
            <a:r>
              <a:rPr lang="en-US" dirty="0"/>
              <a:t>for Cranes, hoists and lifting devices </a:t>
            </a:r>
            <a:br>
              <a:rPr lang="en-US" dirty="0"/>
            </a:br>
            <a:br>
              <a:rPr lang="en-US" dirty="0"/>
            </a:br>
            <a:r>
              <a:rPr lang="en-US" dirty="0"/>
              <a:t>industry day </a:t>
            </a:r>
          </a:p>
        </p:txBody>
      </p:sp>
      <p:sp>
        <p:nvSpPr>
          <p:cNvPr id="14339" name="Slide Number Placeholder 4"/>
          <p:cNvSpPr>
            <a:spLocks noGrp="1"/>
          </p:cNvSpPr>
          <p:nvPr>
            <p:ph type="sldNum" sz="quarter" idx="10"/>
          </p:nvPr>
        </p:nvSpPr>
        <p:spPr/>
        <p:txBody>
          <a:bodyPr/>
          <a:lstStyle/>
          <a:p>
            <a:fld id="{744B3473-5193-4AC1-9169-6977ADF2DCFC}" type="slidenum">
              <a:rPr lang="en-US" smtClean="0"/>
              <a:pPr/>
              <a:t>1</a:t>
            </a:fld>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72145"/>
            <a:ext cx="8382000" cy="1285874"/>
          </a:xfrm>
        </p:spPr>
        <p:txBody>
          <a:bodyPr/>
          <a:lstStyle/>
          <a:p>
            <a:pPr algn="ctr"/>
            <a:r>
              <a:rPr lang="en-US" dirty="0"/>
              <a:t>Welcome </a:t>
            </a:r>
          </a:p>
        </p:txBody>
      </p:sp>
      <p:sp>
        <p:nvSpPr>
          <p:cNvPr id="18434" name="Text Placeholder 2"/>
          <p:cNvSpPr>
            <a:spLocks noGrp="1"/>
          </p:cNvSpPr>
          <p:nvPr>
            <p:ph type="body" sz="quarter" idx="12"/>
          </p:nvPr>
        </p:nvSpPr>
        <p:spPr>
          <a:xfrm>
            <a:off x="304800" y="1531149"/>
            <a:ext cx="8382000" cy="4292708"/>
          </a:xfrm>
        </p:spPr>
        <p:txBody>
          <a:bodyPr/>
          <a:lstStyle/>
          <a:p>
            <a:pPr marL="342900" indent="-342900">
              <a:buFont typeface="Arial" panose="020B0604020202020204" pitchFamily="34" charset="0"/>
              <a:buChar char="•"/>
            </a:pPr>
            <a:r>
              <a:rPr lang="en-US" dirty="0">
                <a:solidFill>
                  <a:schemeClr val="tx1"/>
                </a:solidFill>
              </a:rPr>
              <a:t>Project Overview</a:t>
            </a:r>
          </a:p>
        </p:txBody>
      </p:sp>
      <p:sp>
        <p:nvSpPr>
          <p:cNvPr id="18435" name="Slide Number Placeholder 4"/>
          <p:cNvSpPr>
            <a:spLocks noGrp="1"/>
          </p:cNvSpPr>
          <p:nvPr>
            <p:ph type="sldNum" sz="quarter" idx="14"/>
          </p:nvPr>
        </p:nvSpPr>
        <p:spPr/>
        <p:txBody>
          <a:bodyPr/>
          <a:lstStyle/>
          <a:p>
            <a:fld id="{6A998AF9-C4BF-494B-956B-53093E409D3C}" type="slidenum">
              <a:rPr lang="en-US" smtClean="0"/>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E149D0-91CF-4791-AC03-84B4CB78EBCA}"/>
              </a:ext>
            </a:extLst>
          </p:cNvPr>
          <p:cNvSpPr>
            <a:spLocks noGrp="1"/>
          </p:cNvSpPr>
          <p:nvPr>
            <p:ph type="title"/>
          </p:nvPr>
        </p:nvSpPr>
        <p:spPr>
          <a:xfrm>
            <a:off x="381000" y="411162"/>
            <a:ext cx="8382000" cy="1285874"/>
          </a:xfrm>
        </p:spPr>
        <p:txBody>
          <a:bodyPr/>
          <a:lstStyle/>
          <a:p>
            <a:pPr algn="ctr"/>
            <a:r>
              <a:rPr lang="en-US" dirty="0"/>
              <a:t>Topics of discussion</a:t>
            </a:r>
          </a:p>
        </p:txBody>
      </p:sp>
      <p:sp>
        <p:nvSpPr>
          <p:cNvPr id="3" name="Text Placeholder 2">
            <a:extLst>
              <a:ext uri="{FF2B5EF4-FFF2-40B4-BE49-F238E27FC236}">
                <a16:creationId xmlns:a16="http://schemas.microsoft.com/office/drawing/2014/main" id="{D7CE4660-158F-4DD1-9A17-94042C8525ED}"/>
              </a:ext>
            </a:extLst>
          </p:cNvPr>
          <p:cNvSpPr>
            <a:spLocks noGrp="1"/>
          </p:cNvSpPr>
          <p:nvPr>
            <p:ph type="body" sz="quarter" idx="12"/>
          </p:nvPr>
        </p:nvSpPr>
        <p:spPr>
          <a:xfrm>
            <a:off x="381000" y="1879598"/>
            <a:ext cx="8382000" cy="2662240"/>
          </a:xfrm>
        </p:spPr>
        <p:txBody>
          <a:bodyPr/>
          <a:lstStyle/>
          <a:p>
            <a:pPr marL="342900" indent="-342900">
              <a:buFont typeface="Arial" panose="020B0604020202020204" pitchFamily="34" charset="0"/>
              <a:buChar char="•"/>
            </a:pPr>
            <a:r>
              <a:rPr lang="en-US" dirty="0"/>
              <a:t>Rules of Engagement</a:t>
            </a:r>
          </a:p>
          <a:p>
            <a:pPr marL="342900" indent="-342900">
              <a:buFont typeface="Arial" panose="020B0604020202020204" pitchFamily="34" charset="0"/>
              <a:buChar char="•"/>
            </a:pPr>
            <a:r>
              <a:rPr lang="en-US" dirty="0"/>
              <a:t>Project Information</a:t>
            </a:r>
          </a:p>
          <a:p>
            <a:pPr marL="342900" indent="-342900">
              <a:buFont typeface="Arial" panose="020B0604020202020204" pitchFamily="34" charset="0"/>
              <a:buChar char="•"/>
            </a:pPr>
            <a:r>
              <a:rPr lang="en-US" dirty="0"/>
              <a:t>Acquisition Strategy</a:t>
            </a:r>
          </a:p>
        </p:txBody>
      </p:sp>
      <p:sp>
        <p:nvSpPr>
          <p:cNvPr id="5" name="Slide Number Placeholder 4">
            <a:extLst>
              <a:ext uri="{FF2B5EF4-FFF2-40B4-BE49-F238E27FC236}">
                <a16:creationId xmlns:a16="http://schemas.microsoft.com/office/drawing/2014/main" id="{C338A1B3-2087-45B9-B13F-494EC1EF0823}"/>
              </a:ext>
            </a:extLst>
          </p:cNvPr>
          <p:cNvSpPr>
            <a:spLocks noGrp="1"/>
          </p:cNvSpPr>
          <p:nvPr>
            <p:ph type="sldNum" sz="quarter" idx="14"/>
          </p:nvPr>
        </p:nvSpPr>
        <p:spPr/>
        <p:txBody>
          <a:bodyPr/>
          <a:lstStyle/>
          <a:p>
            <a:fld id="{42D6254A-A357-4200-B73D-5001EDA92138}" type="slidenum">
              <a:rPr lang="en-US" smtClean="0"/>
              <a:pPr/>
              <a:t>3</a:t>
            </a:fld>
            <a:endParaRPr lang="en-US" dirty="0"/>
          </a:p>
        </p:txBody>
      </p:sp>
    </p:spTree>
    <p:extLst>
      <p:ext uri="{BB962C8B-B14F-4D97-AF65-F5344CB8AC3E}">
        <p14:creationId xmlns:p14="http://schemas.microsoft.com/office/powerpoint/2010/main" val="3288746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AC2EA-9827-93F8-4107-15B536C889DB}"/>
              </a:ext>
            </a:extLst>
          </p:cNvPr>
          <p:cNvSpPr>
            <a:spLocks noGrp="1"/>
          </p:cNvSpPr>
          <p:nvPr>
            <p:ph type="title"/>
          </p:nvPr>
        </p:nvSpPr>
        <p:spPr/>
        <p:txBody>
          <a:bodyPr/>
          <a:lstStyle/>
          <a:p>
            <a:pPr algn="ctr"/>
            <a:r>
              <a:rPr lang="en-US" dirty="0"/>
              <a:t>Rules of Engagement</a:t>
            </a:r>
          </a:p>
        </p:txBody>
      </p:sp>
      <p:sp>
        <p:nvSpPr>
          <p:cNvPr id="4" name="Footer Placeholder 3">
            <a:extLst>
              <a:ext uri="{FF2B5EF4-FFF2-40B4-BE49-F238E27FC236}">
                <a16:creationId xmlns:a16="http://schemas.microsoft.com/office/drawing/2014/main" id="{D4F9B4B0-C0E6-C48C-0CAD-191C74966017}"/>
              </a:ext>
            </a:extLst>
          </p:cNvPr>
          <p:cNvSpPr>
            <a:spLocks noGrp="1"/>
          </p:cNvSpPr>
          <p:nvPr>
            <p:ph type="ftr" sz="quarter" idx="13"/>
          </p:nvPr>
        </p:nvSpPr>
        <p:spPr/>
        <p:txBody>
          <a:bodyPr/>
          <a:lstStyle/>
          <a:p>
            <a:pPr>
              <a:defRPr/>
            </a:pPr>
            <a:r>
              <a:rPr lang="en-US"/>
              <a:t>File Name</a:t>
            </a:r>
            <a:endParaRPr lang="en-US" dirty="0"/>
          </a:p>
        </p:txBody>
      </p:sp>
      <p:sp>
        <p:nvSpPr>
          <p:cNvPr id="5" name="Slide Number Placeholder 4">
            <a:extLst>
              <a:ext uri="{FF2B5EF4-FFF2-40B4-BE49-F238E27FC236}">
                <a16:creationId xmlns:a16="http://schemas.microsoft.com/office/drawing/2014/main" id="{DEDDC20B-7F29-1E5B-64E8-FEAC45649E4C}"/>
              </a:ext>
            </a:extLst>
          </p:cNvPr>
          <p:cNvSpPr>
            <a:spLocks noGrp="1"/>
          </p:cNvSpPr>
          <p:nvPr>
            <p:ph type="sldNum" sz="quarter" idx="14"/>
          </p:nvPr>
        </p:nvSpPr>
        <p:spPr/>
        <p:txBody>
          <a:bodyPr/>
          <a:lstStyle/>
          <a:p>
            <a:fld id="{42D6254A-A357-4200-B73D-5001EDA92138}" type="slidenum">
              <a:rPr lang="en-US" smtClean="0"/>
              <a:pPr/>
              <a:t>4</a:t>
            </a:fld>
            <a:endParaRPr lang="en-US" dirty="0"/>
          </a:p>
        </p:txBody>
      </p:sp>
    </p:spTree>
    <p:extLst>
      <p:ext uri="{BB962C8B-B14F-4D97-AF65-F5344CB8AC3E}">
        <p14:creationId xmlns:p14="http://schemas.microsoft.com/office/powerpoint/2010/main" val="5550027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A7D91-0764-4692-93EE-728E8305DEA8}"/>
              </a:ext>
            </a:extLst>
          </p:cNvPr>
          <p:cNvSpPr>
            <a:spLocks noGrp="1"/>
          </p:cNvSpPr>
          <p:nvPr>
            <p:ph type="title"/>
          </p:nvPr>
        </p:nvSpPr>
        <p:spPr>
          <a:xfrm>
            <a:off x="287336" y="272145"/>
            <a:ext cx="8382000" cy="881741"/>
          </a:xfrm>
        </p:spPr>
        <p:txBody>
          <a:bodyPr/>
          <a:lstStyle/>
          <a:p>
            <a:pPr algn="ctr"/>
            <a:r>
              <a:rPr lang="en-US" dirty="0"/>
              <a:t>Rules of engagement</a:t>
            </a:r>
          </a:p>
        </p:txBody>
      </p:sp>
      <p:sp>
        <p:nvSpPr>
          <p:cNvPr id="3" name="Text Placeholder 2">
            <a:extLst>
              <a:ext uri="{FF2B5EF4-FFF2-40B4-BE49-F238E27FC236}">
                <a16:creationId xmlns:a16="http://schemas.microsoft.com/office/drawing/2014/main" id="{722CC532-0F06-4373-8879-8D2876B0B006}"/>
              </a:ext>
            </a:extLst>
          </p:cNvPr>
          <p:cNvSpPr>
            <a:spLocks noGrp="1"/>
          </p:cNvSpPr>
          <p:nvPr>
            <p:ph type="body" sz="quarter" idx="12"/>
          </p:nvPr>
        </p:nvSpPr>
        <p:spPr>
          <a:xfrm>
            <a:off x="287336" y="1134622"/>
            <a:ext cx="8382000" cy="4604657"/>
          </a:xfrm>
        </p:spPr>
        <p:txBody>
          <a:bodyPr/>
          <a:lstStyle/>
          <a:p>
            <a:endParaRPr lang="en-US" sz="2000" dirty="0">
              <a:solidFill>
                <a:schemeClr val="tx1"/>
              </a:solidFill>
              <a:latin typeface="+mn-lt"/>
            </a:endParaRPr>
          </a:p>
          <a:p>
            <a:pPr marL="857250" marR="0" lvl="1" indent="-342900" algn="l" defTabSz="914400" rtl="0" eaLnBrk="1" fontAlgn="base" latinLnBrk="0" hangingPunct="1">
              <a:lnSpc>
                <a:spcPct val="100000"/>
              </a:lnSpc>
              <a:spcBef>
                <a:spcPts val="300"/>
              </a:spcBef>
              <a:spcAft>
                <a:spcPct val="0"/>
              </a:spcAft>
              <a:buClrTx/>
              <a:buSzTx/>
              <a:buFont typeface="Arial" panose="020B0604020202020204" pitchFamily="34" charset="0"/>
              <a:buChar char="•"/>
              <a:tabLst/>
              <a:defRPr/>
            </a:pPr>
            <a:endParaRPr lang="en-US" sz="2000" dirty="0">
              <a:solidFill>
                <a:schemeClr val="tx1"/>
              </a:solidFill>
              <a:latin typeface="+mn-lt"/>
            </a:endParaRPr>
          </a:p>
          <a:p>
            <a:pPr marL="857250" lvl="1" indent="-342900">
              <a:defRPr/>
            </a:pPr>
            <a:r>
              <a:rPr lang="en-US" sz="2000" dirty="0">
                <a:solidFill>
                  <a:schemeClr val="tx1"/>
                </a:solidFill>
                <a:latin typeface="+mn-lt"/>
              </a:rPr>
              <a:t>All communications from potential offerors shall be sent to both: Ms. Chandra Crow </a:t>
            </a:r>
            <a:r>
              <a:rPr kumimoji="0" lang="en-US" sz="2000" b="0" i="0" u="none" strike="noStrike" kern="1200" cap="none" spc="0" normalizeH="0" baseline="0" noProof="0" dirty="0">
                <a:ln>
                  <a:noFill/>
                </a:ln>
                <a:solidFill>
                  <a:schemeClr val="tx1"/>
                </a:solidFill>
                <a:effectLst/>
                <a:uLnTx/>
                <a:uFillTx/>
                <a:latin typeface="+mn-lt"/>
                <a:cs typeface="Arial" pitchFamily="34" charset="0"/>
                <a:hlinkClick r:id="rId2">
                  <a:extLst>
                    <a:ext uri="{A12FA001-AC4F-418D-AE19-62706E023703}">
                      <ahyp:hlinkClr xmlns:ahyp="http://schemas.microsoft.com/office/drawing/2018/hyperlinkcolor" val="tx"/>
                    </a:ext>
                  </a:extLst>
                </a:hlinkClick>
              </a:rPr>
              <a:t>Chandra.d.crow@usace.army.mil</a:t>
            </a:r>
            <a:r>
              <a:rPr kumimoji="0" lang="en-US" sz="2000" b="0" i="0" u="none" strike="noStrike" kern="1200" cap="none" spc="0" normalizeH="0" baseline="0" noProof="0" dirty="0">
                <a:ln>
                  <a:noFill/>
                </a:ln>
                <a:solidFill>
                  <a:schemeClr val="tx1"/>
                </a:solidFill>
                <a:effectLst/>
                <a:uLnTx/>
                <a:uFillTx/>
                <a:latin typeface="+mn-lt"/>
                <a:cs typeface="Arial" pitchFamily="34" charset="0"/>
              </a:rPr>
              <a:t> and Ms. Cynthia Jacobsen </a:t>
            </a:r>
            <a:r>
              <a:rPr kumimoji="0" lang="en-US" sz="2000" b="0" i="0" u="none" strike="noStrike" kern="1200" cap="none" spc="0" normalizeH="0" baseline="0" noProof="0" dirty="0">
                <a:ln>
                  <a:noFill/>
                </a:ln>
                <a:solidFill>
                  <a:schemeClr val="tx1"/>
                </a:solidFill>
                <a:effectLst/>
                <a:uLnTx/>
                <a:uFillTx/>
                <a:latin typeface="+mn-lt"/>
                <a:cs typeface="Arial" pitchFamily="34" charset="0"/>
                <a:hlinkClick r:id="rId3">
                  <a:extLst>
                    <a:ext uri="{A12FA001-AC4F-418D-AE19-62706E023703}">
                      <ahyp:hlinkClr xmlns:ahyp="http://schemas.microsoft.com/office/drawing/2018/hyperlinkcolor" val="tx"/>
                    </a:ext>
                  </a:extLst>
                </a:hlinkClick>
              </a:rPr>
              <a:t>Cynthia.h.Jacobsen@usace.army.mil</a:t>
            </a:r>
            <a:r>
              <a:rPr kumimoji="0" lang="en-US" sz="2000" b="0" i="0" u="none" strike="noStrike" kern="1200" cap="none" spc="0" normalizeH="0" baseline="0" noProof="0" dirty="0">
                <a:ln>
                  <a:noFill/>
                </a:ln>
                <a:solidFill>
                  <a:schemeClr val="tx1"/>
                </a:solidFill>
                <a:effectLst/>
                <a:uLnTx/>
                <a:uFillTx/>
                <a:latin typeface="+mn-lt"/>
                <a:cs typeface="Arial" pitchFamily="34" charset="0"/>
              </a:rPr>
              <a:t>. </a:t>
            </a:r>
          </a:p>
          <a:p>
            <a:endParaRPr lang="en-US" sz="2000" dirty="0">
              <a:solidFill>
                <a:schemeClr val="tx1"/>
              </a:solidFill>
              <a:latin typeface="+mn-lt"/>
            </a:endParaRPr>
          </a:p>
          <a:p>
            <a:pPr marL="342900" indent="-342900">
              <a:buFont typeface="Arial" panose="020B0604020202020204" pitchFamily="34" charset="0"/>
              <a:buChar char="•"/>
            </a:pPr>
            <a:r>
              <a:rPr lang="en-US" sz="2000" dirty="0">
                <a:solidFill>
                  <a:schemeClr val="tx1"/>
                </a:solidFill>
                <a:latin typeface="+mn-lt"/>
              </a:rPr>
              <a:t>All communications are limited to the Contracting Officer or the Contract Specialist. </a:t>
            </a:r>
          </a:p>
        </p:txBody>
      </p:sp>
      <p:sp>
        <p:nvSpPr>
          <p:cNvPr id="5" name="Slide Number Placeholder 4">
            <a:extLst>
              <a:ext uri="{FF2B5EF4-FFF2-40B4-BE49-F238E27FC236}">
                <a16:creationId xmlns:a16="http://schemas.microsoft.com/office/drawing/2014/main" id="{854BEFB8-F4F4-4A92-905F-C4B73A4CF0AA}"/>
              </a:ext>
            </a:extLst>
          </p:cNvPr>
          <p:cNvSpPr>
            <a:spLocks noGrp="1"/>
          </p:cNvSpPr>
          <p:nvPr>
            <p:ph type="sldNum" sz="quarter" idx="14"/>
          </p:nvPr>
        </p:nvSpPr>
        <p:spPr/>
        <p:txBody>
          <a:bodyPr/>
          <a:lstStyle/>
          <a:p>
            <a:fld id="{42D6254A-A357-4200-B73D-5001EDA92138}" type="slidenum">
              <a:rPr lang="en-US" smtClean="0"/>
              <a:pPr/>
              <a:t>5</a:t>
            </a:fld>
            <a:endParaRPr lang="en-US" dirty="0"/>
          </a:p>
        </p:txBody>
      </p:sp>
    </p:spTree>
    <p:extLst>
      <p:ext uri="{BB962C8B-B14F-4D97-AF65-F5344CB8AC3E}">
        <p14:creationId xmlns:p14="http://schemas.microsoft.com/office/powerpoint/2010/main" val="8296879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237F3-4FB5-CEB4-F348-B5A29D1BEF2A}"/>
              </a:ext>
            </a:extLst>
          </p:cNvPr>
          <p:cNvSpPr>
            <a:spLocks noGrp="1"/>
          </p:cNvSpPr>
          <p:nvPr>
            <p:ph type="title"/>
          </p:nvPr>
        </p:nvSpPr>
        <p:spPr/>
        <p:txBody>
          <a:bodyPr/>
          <a:lstStyle/>
          <a:p>
            <a:pPr algn="ctr"/>
            <a:r>
              <a:rPr lang="en-US" dirty="0"/>
              <a:t>Project Information</a:t>
            </a:r>
          </a:p>
        </p:txBody>
      </p:sp>
      <p:sp>
        <p:nvSpPr>
          <p:cNvPr id="4" name="Footer Placeholder 3">
            <a:extLst>
              <a:ext uri="{FF2B5EF4-FFF2-40B4-BE49-F238E27FC236}">
                <a16:creationId xmlns:a16="http://schemas.microsoft.com/office/drawing/2014/main" id="{B8142874-C34A-1212-06A8-935B9746892A}"/>
              </a:ext>
            </a:extLst>
          </p:cNvPr>
          <p:cNvSpPr>
            <a:spLocks noGrp="1"/>
          </p:cNvSpPr>
          <p:nvPr>
            <p:ph type="ftr" sz="quarter" idx="13"/>
          </p:nvPr>
        </p:nvSpPr>
        <p:spPr/>
        <p:txBody>
          <a:bodyPr/>
          <a:lstStyle/>
          <a:p>
            <a:pPr>
              <a:defRPr/>
            </a:pPr>
            <a:r>
              <a:rPr lang="en-US"/>
              <a:t>File Name</a:t>
            </a:r>
            <a:endParaRPr lang="en-US" dirty="0"/>
          </a:p>
        </p:txBody>
      </p:sp>
      <p:sp>
        <p:nvSpPr>
          <p:cNvPr id="5" name="Slide Number Placeholder 4">
            <a:extLst>
              <a:ext uri="{FF2B5EF4-FFF2-40B4-BE49-F238E27FC236}">
                <a16:creationId xmlns:a16="http://schemas.microsoft.com/office/drawing/2014/main" id="{82B7AFC0-6AC1-F701-6352-54DD8A42E69C}"/>
              </a:ext>
            </a:extLst>
          </p:cNvPr>
          <p:cNvSpPr>
            <a:spLocks noGrp="1"/>
          </p:cNvSpPr>
          <p:nvPr>
            <p:ph type="sldNum" sz="quarter" idx="14"/>
          </p:nvPr>
        </p:nvSpPr>
        <p:spPr/>
        <p:txBody>
          <a:bodyPr/>
          <a:lstStyle/>
          <a:p>
            <a:fld id="{42D6254A-A357-4200-B73D-5001EDA92138}" type="slidenum">
              <a:rPr lang="en-US" smtClean="0"/>
              <a:pPr/>
              <a:t>6</a:t>
            </a:fld>
            <a:endParaRPr lang="en-US" dirty="0"/>
          </a:p>
        </p:txBody>
      </p:sp>
    </p:spTree>
    <p:extLst>
      <p:ext uri="{BB962C8B-B14F-4D97-AF65-F5344CB8AC3E}">
        <p14:creationId xmlns:p14="http://schemas.microsoft.com/office/powerpoint/2010/main" val="41185678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A54EB-3076-43BA-A10A-4987072D11CE}"/>
              </a:ext>
            </a:extLst>
          </p:cNvPr>
          <p:cNvSpPr>
            <a:spLocks noGrp="1"/>
          </p:cNvSpPr>
          <p:nvPr>
            <p:ph type="title"/>
          </p:nvPr>
        </p:nvSpPr>
        <p:spPr>
          <a:xfrm>
            <a:off x="304800" y="346588"/>
            <a:ext cx="8382000" cy="1285874"/>
          </a:xfrm>
        </p:spPr>
        <p:txBody>
          <a:bodyPr/>
          <a:lstStyle/>
          <a:p>
            <a:pPr algn="ctr"/>
            <a:r>
              <a:rPr lang="en-US" dirty="0"/>
              <a:t>Notional Phase 1 project milestones</a:t>
            </a:r>
          </a:p>
        </p:txBody>
      </p:sp>
      <p:sp>
        <p:nvSpPr>
          <p:cNvPr id="5" name="Slide Number Placeholder 4">
            <a:extLst>
              <a:ext uri="{FF2B5EF4-FFF2-40B4-BE49-F238E27FC236}">
                <a16:creationId xmlns:a16="http://schemas.microsoft.com/office/drawing/2014/main" id="{6E0EB1F3-03E7-4EEC-BA8A-057AB0BC0B1B}"/>
              </a:ext>
            </a:extLst>
          </p:cNvPr>
          <p:cNvSpPr>
            <a:spLocks noGrp="1"/>
          </p:cNvSpPr>
          <p:nvPr>
            <p:ph type="sldNum" sz="quarter" idx="14"/>
          </p:nvPr>
        </p:nvSpPr>
        <p:spPr/>
        <p:txBody>
          <a:bodyPr/>
          <a:lstStyle/>
          <a:p>
            <a:fld id="{42D6254A-A357-4200-B73D-5001EDA92138}" type="slidenum">
              <a:rPr lang="en-US" smtClean="0"/>
              <a:pPr/>
              <a:t>7</a:t>
            </a:fld>
            <a:endParaRPr lang="en-US" dirty="0"/>
          </a:p>
        </p:txBody>
      </p:sp>
      <p:graphicFrame>
        <p:nvGraphicFramePr>
          <p:cNvPr id="6" name="Table 6">
            <a:extLst>
              <a:ext uri="{FF2B5EF4-FFF2-40B4-BE49-F238E27FC236}">
                <a16:creationId xmlns:a16="http://schemas.microsoft.com/office/drawing/2014/main" id="{2317CAC6-0C13-43B4-903A-5CAFBE378B98}"/>
              </a:ext>
            </a:extLst>
          </p:cNvPr>
          <p:cNvGraphicFramePr>
            <a:graphicFrameLocks noGrp="1"/>
          </p:cNvGraphicFramePr>
          <p:nvPr>
            <p:extLst>
              <p:ext uri="{D42A27DB-BD31-4B8C-83A1-F6EECF244321}">
                <p14:modId xmlns:p14="http://schemas.microsoft.com/office/powerpoint/2010/main" val="1358476703"/>
              </p:ext>
            </p:extLst>
          </p:nvPr>
        </p:nvGraphicFramePr>
        <p:xfrm>
          <a:off x="583791" y="2443420"/>
          <a:ext cx="7824018" cy="1971160"/>
        </p:xfrm>
        <a:graphic>
          <a:graphicData uri="http://schemas.openxmlformats.org/drawingml/2006/table">
            <a:tbl>
              <a:tblPr firstRow="1" bandRow="1">
                <a:tableStyleId>{21E4AEA4-8DFA-4A89-87EB-49C32662AFE0}</a:tableStyleId>
              </a:tblPr>
              <a:tblGrid>
                <a:gridCol w="3912009">
                  <a:extLst>
                    <a:ext uri="{9D8B030D-6E8A-4147-A177-3AD203B41FA5}">
                      <a16:colId xmlns:a16="http://schemas.microsoft.com/office/drawing/2014/main" val="1673330247"/>
                    </a:ext>
                  </a:extLst>
                </a:gridCol>
                <a:gridCol w="3912009">
                  <a:extLst>
                    <a:ext uri="{9D8B030D-6E8A-4147-A177-3AD203B41FA5}">
                      <a16:colId xmlns:a16="http://schemas.microsoft.com/office/drawing/2014/main" val="956775025"/>
                    </a:ext>
                  </a:extLst>
                </a:gridCol>
              </a:tblGrid>
              <a:tr h="456910">
                <a:tc>
                  <a:txBody>
                    <a:bodyPr/>
                    <a:lstStyle/>
                    <a:p>
                      <a:r>
                        <a:rPr lang="en-US" dirty="0">
                          <a:solidFill>
                            <a:sysClr val="windowText" lastClr="000000"/>
                          </a:solidFill>
                        </a:rPr>
                        <a:t>Milestones</a:t>
                      </a:r>
                    </a:p>
                  </a:txBody>
                  <a:tcPr/>
                </a:tc>
                <a:tc>
                  <a:txBody>
                    <a:bodyPr/>
                    <a:lstStyle/>
                    <a:p>
                      <a:r>
                        <a:rPr lang="en-US" dirty="0">
                          <a:solidFill>
                            <a:sysClr val="windowText" lastClr="000000"/>
                          </a:solidFill>
                        </a:rPr>
                        <a:t>Date</a:t>
                      </a:r>
                    </a:p>
                  </a:txBody>
                  <a:tcPr/>
                </a:tc>
                <a:extLst>
                  <a:ext uri="{0D108BD9-81ED-4DB2-BD59-A6C34878D82A}">
                    <a16:rowId xmlns:a16="http://schemas.microsoft.com/office/drawing/2014/main" val="3176903823"/>
                  </a:ext>
                </a:extLst>
              </a:tr>
              <a:tr h="456910">
                <a:tc>
                  <a:txBody>
                    <a:bodyPr/>
                    <a:lstStyle/>
                    <a:p>
                      <a:r>
                        <a:rPr lang="en-US" dirty="0"/>
                        <a:t>Solicitation Issued</a:t>
                      </a:r>
                    </a:p>
                  </a:txBody>
                  <a:tcPr/>
                </a:tc>
                <a:tc>
                  <a:txBody>
                    <a:bodyPr/>
                    <a:lstStyle/>
                    <a:p>
                      <a:r>
                        <a:rPr lang="en-US" dirty="0"/>
                        <a:t>April 2025</a:t>
                      </a:r>
                    </a:p>
                  </a:txBody>
                  <a:tcPr/>
                </a:tc>
                <a:extLst>
                  <a:ext uri="{0D108BD9-81ED-4DB2-BD59-A6C34878D82A}">
                    <a16:rowId xmlns:a16="http://schemas.microsoft.com/office/drawing/2014/main" val="1024133107"/>
                  </a:ext>
                </a:extLst>
              </a:tr>
              <a:tr h="600430">
                <a:tc>
                  <a:txBody>
                    <a:bodyPr/>
                    <a:lstStyle/>
                    <a:p>
                      <a:r>
                        <a:rPr lang="en-US" dirty="0"/>
                        <a:t>Proposals Due</a:t>
                      </a:r>
                    </a:p>
                  </a:txBody>
                  <a:tcPr/>
                </a:tc>
                <a:tc>
                  <a:txBody>
                    <a:bodyPr/>
                    <a:lstStyle/>
                    <a:p>
                      <a:r>
                        <a:rPr lang="en-US" dirty="0"/>
                        <a:t>June 2025</a:t>
                      </a:r>
                    </a:p>
                  </a:txBody>
                  <a:tcPr/>
                </a:tc>
                <a:extLst>
                  <a:ext uri="{0D108BD9-81ED-4DB2-BD59-A6C34878D82A}">
                    <a16:rowId xmlns:a16="http://schemas.microsoft.com/office/drawing/2014/main" val="932155607"/>
                  </a:ext>
                </a:extLst>
              </a:tr>
              <a:tr h="456910">
                <a:tc>
                  <a:txBody>
                    <a:bodyPr/>
                    <a:lstStyle/>
                    <a:p>
                      <a:r>
                        <a:rPr lang="en-US" dirty="0"/>
                        <a:t>Source Selection</a:t>
                      </a:r>
                    </a:p>
                  </a:txBody>
                  <a:tcPr/>
                </a:tc>
                <a:tc>
                  <a:txBody>
                    <a:bodyPr/>
                    <a:lstStyle/>
                    <a:p>
                      <a:r>
                        <a:rPr lang="en-US" dirty="0"/>
                        <a:t>June – August 2025</a:t>
                      </a:r>
                    </a:p>
                  </a:txBody>
                  <a:tcPr/>
                </a:tc>
                <a:extLst>
                  <a:ext uri="{0D108BD9-81ED-4DB2-BD59-A6C34878D82A}">
                    <a16:rowId xmlns:a16="http://schemas.microsoft.com/office/drawing/2014/main" val="825315730"/>
                  </a:ext>
                </a:extLst>
              </a:tr>
            </a:tbl>
          </a:graphicData>
        </a:graphic>
      </p:graphicFrame>
      <p:sp>
        <p:nvSpPr>
          <p:cNvPr id="3" name="TextBox 2">
            <a:extLst>
              <a:ext uri="{FF2B5EF4-FFF2-40B4-BE49-F238E27FC236}">
                <a16:creationId xmlns:a16="http://schemas.microsoft.com/office/drawing/2014/main" id="{54F1E4B1-ADA9-494F-AF96-D355B413C5C0}"/>
              </a:ext>
            </a:extLst>
          </p:cNvPr>
          <p:cNvSpPr txBox="1"/>
          <p:nvPr/>
        </p:nvSpPr>
        <p:spPr>
          <a:xfrm>
            <a:off x="217282" y="5257800"/>
            <a:ext cx="8709436" cy="461665"/>
          </a:xfrm>
          <a:prstGeom prst="rect">
            <a:avLst/>
          </a:prstGeom>
          <a:noFill/>
        </p:spPr>
        <p:txBody>
          <a:bodyPr wrap="none" rtlCol="0">
            <a:spAutoFit/>
          </a:bodyPr>
          <a:lstStyle/>
          <a:p>
            <a:r>
              <a:rPr lang="en-US" dirty="0"/>
              <a:t>Please note, all dates are approximate and subject to change. </a:t>
            </a:r>
          </a:p>
        </p:txBody>
      </p:sp>
    </p:spTree>
    <p:extLst>
      <p:ext uri="{BB962C8B-B14F-4D97-AF65-F5344CB8AC3E}">
        <p14:creationId xmlns:p14="http://schemas.microsoft.com/office/powerpoint/2010/main" val="6161472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FB996-8529-4EB5-917E-765AF879DA7E}"/>
              </a:ext>
            </a:extLst>
          </p:cNvPr>
          <p:cNvSpPr>
            <a:spLocks noGrp="1"/>
          </p:cNvSpPr>
          <p:nvPr>
            <p:ph type="title"/>
          </p:nvPr>
        </p:nvSpPr>
        <p:spPr>
          <a:xfrm>
            <a:off x="381000" y="411162"/>
            <a:ext cx="8382000" cy="1285874"/>
          </a:xfrm>
        </p:spPr>
        <p:txBody>
          <a:bodyPr/>
          <a:lstStyle/>
          <a:p>
            <a:pPr algn="ctr"/>
            <a:r>
              <a:rPr lang="en-US" dirty="0"/>
              <a:t>Notional Phase 2 Project Milestones</a:t>
            </a:r>
          </a:p>
        </p:txBody>
      </p:sp>
      <p:sp>
        <p:nvSpPr>
          <p:cNvPr id="3" name="Text Placeholder 2">
            <a:extLst>
              <a:ext uri="{FF2B5EF4-FFF2-40B4-BE49-F238E27FC236}">
                <a16:creationId xmlns:a16="http://schemas.microsoft.com/office/drawing/2014/main" id="{58DF5535-FB14-A394-6A97-E486D26DD276}"/>
              </a:ext>
            </a:extLst>
          </p:cNvPr>
          <p:cNvSpPr>
            <a:spLocks noGrp="1"/>
          </p:cNvSpPr>
          <p:nvPr>
            <p:ph type="body" sz="quarter" idx="12"/>
          </p:nvPr>
        </p:nvSpPr>
        <p:spPr>
          <a:xfrm>
            <a:off x="381000" y="5154317"/>
            <a:ext cx="8382000" cy="854075"/>
          </a:xfrm>
        </p:spPr>
        <p:txBody>
          <a:bodyPr/>
          <a:lstStyle/>
          <a:p>
            <a:r>
              <a:rPr lang="en-US" sz="2000" dirty="0"/>
              <a:t>Please note, all dates are approximate and subject to change. </a:t>
            </a:r>
          </a:p>
          <a:p>
            <a:endParaRPr lang="en-US" dirty="0"/>
          </a:p>
        </p:txBody>
      </p:sp>
      <p:sp>
        <p:nvSpPr>
          <p:cNvPr id="4" name="Footer Placeholder 3">
            <a:extLst>
              <a:ext uri="{FF2B5EF4-FFF2-40B4-BE49-F238E27FC236}">
                <a16:creationId xmlns:a16="http://schemas.microsoft.com/office/drawing/2014/main" id="{700AF9E7-C94E-B010-A55A-E0FFC5404922}"/>
              </a:ext>
            </a:extLst>
          </p:cNvPr>
          <p:cNvSpPr>
            <a:spLocks noGrp="1"/>
          </p:cNvSpPr>
          <p:nvPr>
            <p:ph type="ftr" sz="quarter" idx="13"/>
          </p:nvPr>
        </p:nvSpPr>
        <p:spPr/>
        <p:txBody>
          <a:bodyPr/>
          <a:lstStyle/>
          <a:p>
            <a:pPr>
              <a:defRPr/>
            </a:pPr>
            <a:r>
              <a:rPr lang="en-US"/>
              <a:t>File Name</a:t>
            </a:r>
            <a:endParaRPr lang="en-US" dirty="0"/>
          </a:p>
        </p:txBody>
      </p:sp>
      <p:sp>
        <p:nvSpPr>
          <p:cNvPr id="5" name="Slide Number Placeholder 4">
            <a:extLst>
              <a:ext uri="{FF2B5EF4-FFF2-40B4-BE49-F238E27FC236}">
                <a16:creationId xmlns:a16="http://schemas.microsoft.com/office/drawing/2014/main" id="{F09F72B9-BE0D-4347-CC3F-713F7D6B6805}"/>
              </a:ext>
            </a:extLst>
          </p:cNvPr>
          <p:cNvSpPr>
            <a:spLocks noGrp="1"/>
          </p:cNvSpPr>
          <p:nvPr>
            <p:ph type="sldNum" sz="quarter" idx="14"/>
          </p:nvPr>
        </p:nvSpPr>
        <p:spPr/>
        <p:txBody>
          <a:bodyPr/>
          <a:lstStyle/>
          <a:p>
            <a:fld id="{42D6254A-A357-4200-B73D-5001EDA92138}" type="slidenum">
              <a:rPr lang="en-US" smtClean="0"/>
              <a:pPr/>
              <a:t>8</a:t>
            </a:fld>
            <a:endParaRPr lang="en-US" dirty="0"/>
          </a:p>
        </p:txBody>
      </p:sp>
      <p:graphicFrame>
        <p:nvGraphicFramePr>
          <p:cNvPr id="7" name="Table 6">
            <a:extLst>
              <a:ext uri="{FF2B5EF4-FFF2-40B4-BE49-F238E27FC236}">
                <a16:creationId xmlns:a16="http://schemas.microsoft.com/office/drawing/2014/main" id="{6AF085DF-50BB-A30B-DE04-40FB7AAE68BF}"/>
              </a:ext>
            </a:extLst>
          </p:cNvPr>
          <p:cNvGraphicFramePr>
            <a:graphicFrameLocks noGrp="1"/>
          </p:cNvGraphicFramePr>
          <p:nvPr>
            <p:extLst>
              <p:ext uri="{D42A27DB-BD31-4B8C-83A1-F6EECF244321}">
                <p14:modId xmlns:p14="http://schemas.microsoft.com/office/powerpoint/2010/main" val="1595515475"/>
              </p:ext>
            </p:extLst>
          </p:nvPr>
        </p:nvGraphicFramePr>
        <p:xfrm>
          <a:off x="659991" y="1879598"/>
          <a:ext cx="7824018" cy="3068150"/>
        </p:xfrm>
        <a:graphic>
          <a:graphicData uri="http://schemas.openxmlformats.org/drawingml/2006/table">
            <a:tbl>
              <a:tblPr firstRow="1" bandRow="1">
                <a:tableStyleId>{21E4AEA4-8DFA-4A89-87EB-49C32662AFE0}</a:tableStyleId>
              </a:tblPr>
              <a:tblGrid>
                <a:gridCol w="3912009">
                  <a:extLst>
                    <a:ext uri="{9D8B030D-6E8A-4147-A177-3AD203B41FA5}">
                      <a16:colId xmlns:a16="http://schemas.microsoft.com/office/drawing/2014/main" val="1673330247"/>
                    </a:ext>
                  </a:extLst>
                </a:gridCol>
                <a:gridCol w="3912009">
                  <a:extLst>
                    <a:ext uri="{9D8B030D-6E8A-4147-A177-3AD203B41FA5}">
                      <a16:colId xmlns:a16="http://schemas.microsoft.com/office/drawing/2014/main" val="956775025"/>
                    </a:ext>
                  </a:extLst>
                </a:gridCol>
              </a:tblGrid>
              <a:tr h="456910">
                <a:tc>
                  <a:txBody>
                    <a:bodyPr/>
                    <a:lstStyle/>
                    <a:p>
                      <a:r>
                        <a:rPr lang="en-US" dirty="0">
                          <a:solidFill>
                            <a:sysClr val="windowText" lastClr="000000"/>
                          </a:solidFill>
                        </a:rPr>
                        <a:t>Milestones</a:t>
                      </a:r>
                    </a:p>
                  </a:txBody>
                  <a:tcPr/>
                </a:tc>
                <a:tc>
                  <a:txBody>
                    <a:bodyPr/>
                    <a:lstStyle/>
                    <a:p>
                      <a:r>
                        <a:rPr lang="en-US" dirty="0">
                          <a:solidFill>
                            <a:sysClr val="windowText" lastClr="000000"/>
                          </a:solidFill>
                        </a:rPr>
                        <a:t>Date</a:t>
                      </a:r>
                    </a:p>
                  </a:txBody>
                  <a:tcPr/>
                </a:tc>
                <a:extLst>
                  <a:ext uri="{0D108BD9-81ED-4DB2-BD59-A6C34878D82A}">
                    <a16:rowId xmlns:a16="http://schemas.microsoft.com/office/drawing/2014/main" val="3176903823"/>
                  </a:ext>
                </a:extLst>
              </a:tr>
              <a:tr h="456910">
                <a:tc>
                  <a:txBody>
                    <a:bodyPr/>
                    <a:lstStyle/>
                    <a:p>
                      <a:r>
                        <a:rPr lang="en-US" dirty="0"/>
                        <a:t>Seed Project Development</a:t>
                      </a:r>
                    </a:p>
                  </a:txBody>
                  <a:tcPr/>
                </a:tc>
                <a:tc>
                  <a:txBody>
                    <a:bodyPr/>
                    <a:lstStyle/>
                    <a:p>
                      <a:r>
                        <a:rPr lang="en-US" dirty="0"/>
                        <a:t>August 2024 – May 2025</a:t>
                      </a:r>
                    </a:p>
                  </a:txBody>
                  <a:tcPr/>
                </a:tc>
                <a:extLst>
                  <a:ext uri="{0D108BD9-81ED-4DB2-BD59-A6C34878D82A}">
                    <a16:rowId xmlns:a16="http://schemas.microsoft.com/office/drawing/2014/main" val="1024133107"/>
                  </a:ext>
                </a:extLst>
              </a:tr>
              <a:tr h="600430">
                <a:tc>
                  <a:txBody>
                    <a:bodyPr/>
                    <a:lstStyle/>
                    <a:p>
                      <a:r>
                        <a:rPr lang="en-US" dirty="0"/>
                        <a:t>Solicitation Issued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July – August 2025</a:t>
                      </a:r>
                    </a:p>
                    <a:p>
                      <a:endParaRPr lang="en-US" dirty="0"/>
                    </a:p>
                  </a:txBody>
                  <a:tcPr/>
                </a:tc>
                <a:extLst>
                  <a:ext uri="{0D108BD9-81ED-4DB2-BD59-A6C34878D82A}">
                    <a16:rowId xmlns:a16="http://schemas.microsoft.com/office/drawing/2014/main" val="566416409"/>
                  </a:ext>
                </a:extLst>
              </a:tr>
              <a:tr h="600430">
                <a:tc>
                  <a:txBody>
                    <a:bodyPr/>
                    <a:lstStyle/>
                    <a:p>
                      <a:r>
                        <a:rPr lang="en-US" dirty="0"/>
                        <a:t>Proposals Due</a:t>
                      </a:r>
                    </a:p>
                  </a:txBody>
                  <a:tcPr/>
                </a:tc>
                <a:tc>
                  <a:txBody>
                    <a:bodyPr/>
                    <a:lstStyle/>
                    <a:p>
                      <a:r>
                        <a:rPr lang="en-US" dirty="0"/>
                        <a:t>September 2025</a:t>
                      </a:r>
                    </a:p>
                  </a:txBody>
                  <a:tcPr/>
                </a:tc>
                <a:extLst>
                  <a:ext uri="{0D108BD9-81ED-4DB2-BD59-A6C34878D82A}">
                    <a16:rowId xmlns:a16="http://schemas.microsoft.com/office/drawing/2014/main" val="932155607"/>
                  </a:ext>
                </a:extLst>
              </a:tr>
              <a:tr h="456910">
                <a:tc>
                  <a:txBody>
                    <a:bodyPr/>
                    <a:lstStyle/>
                    <a:p>
                      <a:r>
                        <a:rPr lang="en-US" dirty="0"/>
                        <a:t>Source Selection</a:t>
                      </a:r>
                    </a:p>
                  </a:txBody>
                  <a:tcPr/>
                </a:tc>
                <a:tc>
                  <a:txBody>
                    <a:bodyPr/>
                    <a:lstStyle/>
                    <a:p>
                      <a:r>
                        <a:rPr lang="en-US" dirty="0"/>
                        <a:t>September – December 2025</a:t>
                      </a:r>
                    </a:p>
                  </a:txBody>
                  <a:tcPr/>
                </a:tc>
                <a:extLst>
                  <a:ext uri="{0D108BD9-81ED-4DB2-BD59-A6C34878D82A}">
                    <a16:rowId xmlns:a16="http://schemas.microsoft.com/office/drawing/2014/main" val="825315730"/>
                  </a:ext>
                </a:extLst>
              </a:tr>
              <a:tr h="456910">
                <a:tc>
                  <a:txBody>
                    <a:bodyPr/>
                    <a:lstStyle/>
                    <a:p>
                      <a:r>
                        <a:rPr lang="en-US" dirty="0"/>
                        <a:t>MATOC/Seed TO Award</a:t>
                      </a:r>
                    </a:p>
                  </a:txBody>
                  <a:tcPr/>
                </a:tc>
                <a:tc>
                  <a:txBody>
                    <a:bodyPr/>
                    <a:lstStyle/>
                    <a:p>
                      <a:r>
                        <a:rPr lang="en-US" dirty="0"/>
                        <a:t>February 2026</a:t>
                      </a:r>
                    </a:p>
                  </a:txBody>
                  <a:tcPr/>
                </a:tc>
                <a:extLst>
                  <a:ext uri="{0D108BD9-81ED-4DB2-BD59-A6C34878D82A}">
                    <a16:rowId xmlns:a16="http://schemas.microsoft.com/office/drawing/2014/main" val="1967339517"/>
                  </a:ext>
                </a:extLst>
              </a:tr>
            </a:tbl>
          </a:graphicData>
        </a:graphic>
      </p:graphicFrame>
    </p:spTree>
    <p:extLst>
      <p:ext uri="{BB962C8B-B14F-4D97-AF65-F5344CB8AC3E}">
        <p14:creationId xmlns:p14="http://schemas.microsoft.com/office/powerpoint/2010/main" val="13754937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32D46-F659-419A-A7B7-C8E27066D750}"/>
              </a:ext>
            </a:extLst>
          </p:cNvPr>
          <p:cNvSpPr>
            <a:spLocks noGrp="1"/>
          </p:cNvSpPr>
          <p:nvPr>
            <p:ph type="title"/>
          </p:nvPr>
        </p:nvSpPr>
        <p:spPr>
          <a:xfrm>
            <a:off x="287336" y="339214"/>
            <a:ext cx="8382000" cy="685799"/>
          </a:xfrm>
        </p:spPr>
        <p:txBody>
          <a:bodyPr/>
          <a:lstStyle/>
          <a:p>
            <a:pPr algn="ctr"/>
            <a:r>
              <a:rPr lang="en-US" dirty="0"/>
              <a:t>Project overview</a:t>
            </a:r>
          </a:p>
        </p:txBody>
      </p:sp>
      <p:sp>
        <p:nvSpPr>
          <p:cNvPr id="3" name="Text Placeholder 2">
            <a:extLst>
              <a:ext uri="{FF2B5EF4-FFF2-40B4-BE49-F238E27FC236}">
                <a16:creationId xmlns:a16="http://schemas.microsoft.com/office/drawing/2014/main" id="{2802F32E-25F6-49A8-9F5E-69D0AF2FD395}"/>
              </a:ext>
            </a:extLst>
          </p:cNvPr>
          <p:cNvSpPr>
            <a:spLocks noGrp="1"/>
          </p:cNvSpPr>
          <p:nvPr>
            <p:ph type="body" sz="quarter" idx="12"/>
          </p:nvPr>
        </p:nvSpPr>
        <p:spPr>
          <a:xfrm>
            <a:off x="304800" y="1151042"/>
            <a:ext cx="8382000" cy="4622952"/>
          </a:xfrm>
        </p:spPr>
        <p:txBody>
          <a:bodyPr/>
          <a:lstStyle/>
          <a:p>
            <a:pPr marL="342900" indent="-342900">
              <a:buFont typeface="Arial" panose="020B0604020202020204" pitchFamily="34" charset="0"/>
              <a:buChar char="•"/>
            </a:pPr>
            <a:r>
              <a:rPr lang="en-US" dirty="0"/>
              <a:t>Mission</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Sites/Locations</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Multiple Award Task Order Contract Scope of Work</a:t>
            </a:r>
          </a:p>
          <a:p>
            <a:endParaRPr lang="en-US" dirty="0"/>
          </a:p>
          <a:p>
            <a:endParaRPr lang="en-US" dirty="0"/>
          </a:p>
        </p:txBody>
      </p:sp>
      <p:sp>
        <p:nvSpPr>
          <p:cNvPr id="4" name="Footer Placeholder 3">
            <a:extLst>
              <a:ext uri="{FF2B5EF4-FFF2-40B4-BE49-F238E27FC236}">
                <a16:creationId xmlns:a16="http://schemas.microsoft.com/office/drawing/2014/main" id="{6C1172F6-CA20-4397-98C8-3A11744F0C07}"/>
              </a:ext>
            </a:extLst>
          </p:cNvPr>
          <p:cNvSpPr>
            <a:spLocks noGrp="1"/>
          </p:cNvSpPr>
          <p:nvPr>
            <p:ph type="ftr" sz="quarter" idx="13"/>
          </p:nvPr>
        </p:nvSpPr>
        <p:spPr/>
        <p:txBody>
          <a:bodyPr/>
          <a:lstStyle/>
          <a:p>
            <a:pPr>
              <a:defRPr/>
            </a:pPr>
            <a:endParaRPr lang="en-US" dirty="0"/>
          </a:p>
        </p:txBody>
      </p:sp>
      <p:sp>
        <p:nvSpPr>
          <p:cNvPr id="5" name="Slide Number Placeholder 4">
            <a:extLst>
              <a:ext uri="{FF2B5EF4-FFF2-40B4-BE49-F238E27FC236}">
                <a16:creationId xmlns:a16="http://schemas.microsoft.com/office/drawing/2014/main" id="{05FF555A-DA30-4B3B-8173-84CC4818AAB8}"/>
              </a:ext>
            </a:extLst>
          </p:cNvPr>
          <p:cNvSpPr>
            <a:spLocks noGrp="1"/>
          </p:cNvSpPr>
          <p:nvPr>
            <p:ph type="sldNum" sz="quarter" idx="14"/>
          </p:nvPr>
        </p:nvSpPr>
        <p:spPr/>
        <p:txBody>
          <a:bodyPr/>
          <a:lstStyle/>
          <a:p>
            <a:fld id="{42D6254A-A357-4200-B73D-5001EDA92138}" type="slidenum">
              <a:rPr lang="en-US" smtClean="0"/>
              <a:pPr/>
              <a:t>9</a:t>
            </a:fld>
            <a:endParaRPr lang="en-US" dirty="0"/>
          </a:p>
        </p:txBody>
      </p:sp>
    </p:spTree>
    <p:extLst>
      <p:ext uri="{BB962C8B-B14F-4D97-AF65-F5344CB8AC3E}">
        <p14:creationId xmlns:p14="http://schemas.microsoft.com/office/powerpoint/2010/main" val="22804624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9993A-709B-4EA9-94E7-8157DB31CEE9}"/>
              </a:ext>
            </a:extLst>
          </p:cNvPr>
          <p:cNvSpPr>
            <a:spLocks noGrp="1"/>
          </p:cNvSpPr>
          <p:nvPr>
            <p:ph type="title"/>
          </p:nvPr>
        </p:nvSpPr>
        <p:spPr>
          <a:xfrm>
            <a:off x="381000" y="411162"/>
            <a:ext cx="8382000" cy="643348"/>
          </a:xfrm>
        </p:spPr>
        <p:txBody>
          <a:bodyPr/>
          <a:lstStyle/>
          <a:p>
            <a:pPr algn="ctr"/>
            <a:r>
              <a:rPr lang="en-US" dirty="0"/>
              <a:t>mission</a:t>
            </a:r>
          </a:p>
        </p:txBody>
      </p:sp>
      <p:sp>
        <p:nvSpPr>
          <p:cNvPr id="3" name="Text Placeholder 2">
            <a:extLst>
              <a:ext uri="{FF2B5EF4-FFF2-40B4-BE49-F238E27FC236}">
                <a16:creationId xmlns:a16="http://schemas.microsoft.com/office/drawing/2014/main" id="{8823461A-C8D7-49C0-9F21-20F1332678C8}"/>
              </a:ext>
            </a:extLst>
          </p:cNvPr>
          <p:cNvSpPr>
            <a:spLocks noGrp="1"/>
          </p:cNvSpPr>
          <p:nvPr>
            <p:ph type="body" sz="quarter" idx="12"/>
          </p:nvPr>
        </p:nvSpPr>
        <p:spPr>
          <a:xfrm>
            <a:off x="381000" y="1327356"/>
            <a:ext cx="8382000" cy="854075"/>
          </a:xfrm>
        </p:spPr>
        <p:txBody>
          <a:bodyPr/>
          <a:lstStyle/>
          <a:p>
            <a:r>
              <a:rPr lang="en-US" dirty="0"/>
              <a:t>This acquisition supports the United States Army Corps of Engineers (USACE) – Northwestern Division design-build, design-bid-build, construction and hybrid supply with construction requirements for the civil works projects to include hydropower facilities, navigation locks, and flood risk management projects.  These projects require the utilization of cranes, hoists, and lifting devices with large lifting capacities as part of the routine maintenance of the project.  </a:t>
            </a:r>
          </a:p>
        </p:txBody>
      </p:sp>
      <p:sp>
        <p:nvSpPr>
          <p:cNvPr id="5" name="Slide Number Placeholder 4">
            <a:extLst>
              <a:ext uri="{FF2B5EF4-FFF2-40B4-BE49-F238E27FC236}">
                <a16:creationId xmlns:a16="http://schemas.microsoft.com/office/drawing/2014/main" id="{C22F87CB-00F9-4095-B5E8-9FB05E395E89}"/>
              </a:ext>
            </a:extLst>
          </p:cNvPr>
          <p:cNvSpPr>
            <a:spLocks noGrp="1"/>
          </p:cNvSpPr>
          <p:nvPr>
            <p:ph type="sldNum" sz="quarter" idx="14"/>
          </p:nvPr>
        </p:nvSpPr>
        <p:spPr/>
        <p:txBody>
          <a:bodyPr/>
          <a:lstStyle/>
          <a:p>
            <a:fld id="{42D6254A-A357-4200-B73D-5001EDA92138}" type="slidenum">
              <a:rPr lang="en-US" smtClean="0"/>
              <a:pPr/>
              <a:t>10</a:t>
            </a:fld>
            <a:endParaRPr lang="en-US" dirty="0"/>
          </a:p>
        </p:txBody>
      </p:sp>
    </p:spTree>
    <p:extLst>
      <p:ext uri="{BB962C8B-B14F-4D97-AF65-F5344CB8AC3E}">
        <p14:creationId xmlns:p14="http://schemas.microsoft.com/office/powerpoint/2010/main" val="16054873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38CDC-95CF-4689-9A52-0F006C0BD826}"/>
              </a:ext>
            </a:extLst>
          </p:cNvPr>
          <p:cNvSpPr>
            <a:spLocks noGrp="1"/>
          </p:cNvSpPr>
          <p:nvPr>
            <p:ph type="title"/>
          </p:nvPr>
        </p:nvSpPr>
        <p:spPr>
          <a:xfrm>
            <a:off x="381000" y="418537"/>
            <a:ext cx="8382000" cy="739211"/>
          </a:xfrm>
        </p:spPr>
        <p:txBody>
          <a:bodyPr/>
          <a:lstStyle/>
          <a:p>
            <a:pPr algn="ctr"/>
            <a:r>
              <a:rPr lang="en-US" dirty="0"/>
              <a:t>Sites / locations</a:t>
            </a:r>
          </a:p>
        </p:txBody>
      </p:sp>
      <p:sp>
        <p:nvSpPr>
          <p:cNvPr id="3" name="Text Placeholder 2">
            <a:extLst>
              <a:ext uri="{FF2B5EF4-FFF2-40B4-BE49-F238E27FC236}">
                <a16:creationId xmlns:a16="http://schemas.microsoft.com/office/drawing/2014/main" id="{842B7014-00D0-4749-A0DF-B36C1E12C798}"/>
              </a:ext>
            </a:extLst>
          </p:cNvPr>
          <p:cNvSpPr>
            <a:spLocks noGrp="1"/>
          </p:cNvSpPr>
          <p:nvPr>
            <p:ph type="body" sz="quarter" idx="12"/>
          </p:nvPr>
        </p:nvSpPr>
        <p:spPr>
          <a:xfrm>
            <a:off x="309986" y="1069258"/>
            <a:ext cx="8382000" cy="3280851"/>
          </a:xfrm>
        </p:spPr>
        <p:txBody>
          <a:bodyPr/>
          <a:lstStyle/>
          <a:p>
            <a:pPr marL="342900" indent="-342900">
              <a:buFont typeface="Arial" panose="020B0604020202020204" pitchFamily="34" charset="0"/>
              <a:buChar char="•"/>
            </a:pPr>
            <a:r>
              <a:rPr lang="en-US" dirty="0"/>
              <a:t>Northwestern Division (NWD) will be the sole user of the acquisition. </a:t>
            </a:r>
          </a:p>
          <a:p>
            <a:pPr marL="342900" indent="-342900">
              <a:buFont typeface="Arial" panose="020B0604020202020204" pitchFamily="34" charset="0"/>
              <a:buChar char="•"/>
            </a:pPr>
            <a:r>
              <a:rPr lang="en-US" dirty="0"/>
              <a:t>NWD is made up of five districts: </a:t>
            </a:r>
          </a:p>
          <a:p>
            <a:pPr marL="857250" lvl="1" indent="-342900">
              <a:buFont typeface="Arial" panose="020B0604020202020204" pitchFamily="34" charset="0"/>
              <a:buChar char="•"/>
            </a:pPr>
            <a:r>
              <a:rPr lang="en-US" dirty="0"/>
              <a:t>Portland District</a:t>
            </a:r>
          </a:p>
          <a:p>
            <a:pPr marL="857250" lvl="1" indent="-342900">
              <a:buFont typeface="Arial" panose="020B0604020202020204" pitchFamily="34" charset="0"/>
              <a:buChar char="•"/>
            </a:pPr>
            <a:r>
              <a:rPr lang="en-US" dirty="0"/>
              <a:t>Seattle District</a:t>
            </a:r>
          </a:p>
          <a:p>
            <a:pPr marL="857250" lvl="1" indent="-342900">
              <a:buFont typeface="Arial" panose="020B0604020202020204" pitchFamily="34" charset="0"/>
              <a:buChar char="•"/>
            </a:pPr>
            <a:r>
              <a:rPr lang="en-US" dirty="0"/>
              <a:t>Walla Walla District</a:t>
            </a:r>
          </a:p>
          <a:p>
            <a:pPr marL="857250" lvl="1" indent="-342900">
              <a:buFont typeface="Arial" panose="020B0604020202020204" pitchFamily="34" charset="0"/>
              <a:buChar char="•"/>
            </a:pPr>
            <a:r>
              <a:rPr lang="en-US" dirty="0"/>
              <a:t>Kansas City District</a:t>
            </a:r>
          </a:p>
          <a:p>
            <a:pPr marL="857250" lvl="1" indent="-342900">
              <a:buFont typeface="Arial" panose="020B0604020202020204" pitchFamily="34" charset="0"/>
              <a:buChar char="•"/>
            </a:pPr>
            <a:r>
              <a:rPr lang="en-US" dirty="0"/>
              <a:t>Omaha District</a:t>
            </a:r>
          </a:p>
          <a:p>
            <a:pPr marL="342900" indent="-342900">
              <a:buFont typeface="Arial" panose="020B0604020202020204" pitchFamily="34" charset="0"/>
              <a:buChar char="•"/>
            </a:pPr>
            <a:r>
              <a:rPr lang="en-US" dirty="0"/>
              <a:t>29 hydropower projects</a:t>
            </a:r>
          </a:p>
          <a:p>
            <a:pPr marL="342900" indent="-342900">
              <a:buFont typeface="Arial" panose="020B0604020202020204" pitchFamily="34" charset="0"/>
              <a:buChar char="•"/>
            </a:pPr>
            <a:r>
              <a:rPr lang="en-US" dirty="0"/>
              <a:t>10 lock (navigation) projects</a:t>
            </a:r>
          </a:p>
          <a:p>
            <a:pPr marL="342900" indent="-342900">
              <a:buFont typeface="Arial" panose="020B0604020202020204" pitchFamily="34" charset="0"/>
              <a:buChar char="•"/>
            </a:pPr>
            <a:r>
              <a:rPr lang="en-US" dirty="0"/>
              <a:t>82 flood risk management sites</a:t>
            </a:r>
          </a:p>
          <a:p>
            <a:pPr marL="342900" indent="-342900">
              <a:buFont typeface="Arial" panose="020B0604020202020204" pitchFamily="34" charset="0"/>
              <a:buChar char="•"/>
            </a:pPr>
            <a:r>
              <a:rPr lang="en-US" dirty="0"/>
              <a:t>Preponderance of these project sites are located on the Columbia, Missouri and Snake Rivers. </a:t>
            </a:r>
          </a:p>
        </p:txBody>
      </p:sp>
      <p:sp>
        <p:nvSpPr>
          <p:cNvPr id="5" name="Slide Number Placeholder 4">
            <a:extLst>
              <a:ext uri="{FF2B5EF4-FFF2-40B4-BE49-F238E27FC236}">
                <a16:creationId xmlns:a16="http://schemas.microsoft.com/office/drawing/2014/main" id="{DF60C079-3529-4338-9B8C-0D06DCE8CE53}"/>
              </a:ext>
            </a:extLst>
          </p:cNvPr>
          <p:cNvSpPr>
            <a:spLocks noGrp="1"/>
          </p:cNvSpPr>
          <p:nvPr>
            <p:ph type="sldNum" sz="quarter" idx="14"/>
          </p:nvPr>
        </p:nvSpPr>
        <p:spPr/>
        <p:txBody>
          <a:bodyPr/>
          <a:lstStyle/>
          <a:p>
            <a:fld id="{42D6254A-A357-4200-B73D-5001EDA92138}" type="slidenum">
              <a:rPr lang="en-US" smtClean="0"/>
              <a:pPr/>
              <a:t>11</a:t>
            </a:fld>
            <a:endParaRPr lang="en-US" dirty="0"/>
          </a:p>
        </p:txBody>
      </p:sp>
    </p:spTree>
    <p:extLst>
      <p:ext uri="{BB962C8B-B14F-4D97-AF65-F5344CB8AC3E}">
        <p14:creationId xmlns:p14="http://schemas.microsoft.com/office/powerpoint/2010/main" val="20311739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32D47-3069-4A59-B1AF-0BA6755568AA}"/>
              </a:ext>
            </a:extLst>
          </p:cNvPr>
          <p:cNvSpPr>
            <a:spLocks noGrp="1"/>
          </p:cNvSpPr>
          <p:nvPr>
            <p:ph type="title"/>
          </p:nvPr>
        </p:nvSpPr>
        <p:spPr>
          <a:xfrm>
            <a:off x="381000" y="272145"/>
            <a:ext cx="8382000" cy="1285874"/>
          </a:xfrm>
        </p:spPr>
        <p:txBody>
          <a:bodyPr/>
          <a:lstStyle/>
          <a:p>
            <a:pPr algn="ctr"/>
            <a:r>
              <a:rPr lang="en-US" dirty="0"/>
              <a:t>Multiple award task order contract scope of work </a:t>
            </a:r>
          </a:p>
        </p:txBody>
      </p:sp>
      <p:sp>
        <p:nvSpPr>
          <p:cNvPr id="3" name="Text Placeholder 2">
            <a:extLst>
              <a:ext uri="{FF2B5EF4-FFF2-40B4-BE49-F238E27FC236}">
                <a16:creationId xmlns:a16="http://schemas.microsoft.com/office/drawing/2014/main" id="{3F558CE0-FFBA-4616-87BA-3A94CD117EA5}"/>
              </a:ext>
            </a:extLst>
          </p:cNvPr>
          <p:cNvSpPr>
            <a:spLocks noGrp="1"/>
          </p:cNvSpPr>
          <p:nvPr>
            <p:ph type="body" sz="quarter" idx="12"/>
          </p:nvPr>
        </p:nvSpPr>
        <p:spPr>
          <a:xfrm>
            <a:off x="304800" y="1558019"/>
            <a:ext cx="8382000" cy="2983819"/>
          </a:xfrm>
        </p:spPr>
        <p:txBody>
          <a:bodyPr/>
          <a:lstStyle/>
          <a:p>
            <a:r>
              <a:rPr lang="en-US" dirty="0"/>
              <a:t>Primary types of cranes and equipment identified to be procured under this contract include: </a:t>
            </a:r>
          </a:p>
          <a:p>
            <a:pPr marL="342900" indent="-342900">
              <a:buFont typeface="Arial" panose="020B0604020202020204" pitchFamily="34" charset="0"/>
              <a:buChar char="•"/>
            </a:pPr>
            <a:r>
              <a:rPr lang="en-US" dirty="0"/>
              <a:t>Overhead Bridge Cranes (15 to 600-ton capacity)</a:t>
            </a:r>
          </a:p>
          <a:p>
            <a:pPr marL="342900" indent="-342900">
              <a:buFont typeface="Arial" panose="020B0604020202020204" pitchFamily="34" charset="0"/>
              <a:buChar char="•"/>
            </a:pPr>
            <a:r>
              <a:rPr lang="en-US" dirty="0"/>
              <a:t>Overhead Gantry Cranes (15 to 480-ton capacity)</a:t>
            </a:r>
          </a:p>
          <a:p>
            <a:pPr marL="342900" indent="-342900">
              <a:buFont typeface="Arial" panose="020B0604020202020204" pitchFamily="34" charset="0"/>
              <a:buChar char="•"/>
            </a:pPr>
            <a:r>
              <a:rPr lang="en-US" dirty="0"/>
              <a:t>Underhung Monorail Cranes ( 5 to 25-ton capacity)</a:t>
            </a:r>
          </a:p>
          <a:p>
            <a:pPr marL="342900" indent="-342900">
              <a:buFont typeface="Arial" panose="020B0604020202020204" pitchFamily="34" charset="0"/>
              <a:buChar char="•"/>
            </a:pPr>
            <a:r>
              <a:rPr lang="en-US" dirty="0"/>
              <a:t>Pedestal Cranes (10 to 200-ton capacity) </a:t>
            </a:r>
          </a:p>
          <a:p>
            <a:pPr marL="342900" indent="-342900">
              <a:buFont typeface="Arial" panose="020B0604020202020204" pitchFamily="34" charset="0"/>
              <a:buChar char="•"/>
            </a:pPr>
            <a:r>
              <a:rPr lang="en-US" dirty="0"/>
              <a:t>Derrick Cranes (10 to 200-ton capacity)</a:t>
            </a:r>
          </a:p>
          <a:p>
            <a:pPr marL="342900" indent="-342900">
              <a:buFont typeface="Arial" panose="020B0604020202020204" pitchFamily="34" charset="0"/>
              <a:buChar char="•"/>
            </a:pPr>
            <a:r>
              <a:rPr lang="en-US" dirty="0"/>
              <a:t>Below-the Hook Devices</a:t>
            </a:r>
          </a:p>
          <a:p>
            <a:pPr marL="342900" indent="-342900">
              <a:buFont typeface="Arial" panose="020B0604020202020204" pitchFamily="34" charset="0"/>
              <a:buChar char="•"/>
            </a:pPr>
            <a:r>
              <a:rPr lang="en-US" dirty="0"/>
              <a:t>Base/Wall Mounted Jib Hoists/Booms</a:t>
            </a:r>
          </a:p>
        </p:txBody>
      </p:sp>
      <p:sp>
        <p:nvSpPr>
          <p:cNvPr id="5" name="Slide Number Placeholder 4">
            <a:extLst>
              <a:ext uri="{FF2B5EF4-FFF2-40B4-BE49-F238E27FC236}">
                <a16:creationId xmlns:a16="http://schemas.microsoft.com/office/drawing/2014/main" id="{BEDD82CD-A598-4803-ADA0-4285CDDDF354}"/>
              </a:ext>
            </a:extLst>
          </p:cNvPr>
          <p:cNvSpPr>
            <a:spLocks noGrp="1"/>
          </p:cNvSpPr>
          <p:nvPr>
            <p:ph type="sldNum" sz="quarter" idx="14"/>
          </p:nvPr>
        </p:nvSpPr>
        <p:spPr/>
        <p:txBody>
          <a:bodyPr/>
          <a:lstStyle/>
          <a:p>
            <a:fld id="{42D6254A-A357-4200-B73D-5001EDA92138}" type="slidenum">
              <a:rPr lang="en-US" smtClean="0"/>
              <a:pPr/>
              <a:t>12</a:t>
            </a:fld>
            <a:endParaRPr lang="en-US" dirty="0"/>
          </a:p>
        </p:txBody>
      </p:sp>
    </p:spTree>
    <p:extLst>
      <p:ext uri="{BB962C8B-B14F-4D97-AF65-F5344CB8AC3E}">
        <p14:creationId xmlns:p14="http://schemas.microsoft.com/office/powerpoint/2010/main" val="42359494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E926B-7EBA-40FE-A12A-A5327CB7AB9F}"/>
              </a:ext>
            </a:extLst>
          </p:cNvPr>
          <p:cNvSpPr>
            <a:spLocks noGrp="1"/>
          </p:cNvSpPr>
          <p:nvPr>
            <p:ph type="title"/>
          </p:nvPr>
        </p:nvSpPr>
        <p:spPr>
          <a:xfrm>
            <a:off x="304800" y="331840"/>
            <a:ext cx="8382000" cy="1285874"/>
          </a:xfrm>
        </p:spPr>
        <p:txBody>
          <a:bodyPr/>
          <a:lstStyle/>
          <a:p>
            <a:pPr algn="ctr"/>
            <a:r>
              <a:rPr lang="en-US" dirty="0"/>
              <a:t>Multiple award task order contract Scope of work </a:t>
            </a:r>
          </a:p>
        </p:txBody>
      </p:sp>
      <p:sp>
        <p:nvSpPr>
          <p:cNvPr id="3" name="Text Placeholder 2">
            <a:extLst>
              <a:ext uri="{FF2B5EF4-FFF2-40B4-BE49-F238E27FC236}">
                <a16:creationId xmlns:a16="http://schemas.microsoft.com/office/drawing/2014/main" id="{EACF5038-250D-4337-8B77-15C6CC6EA502}"/>
              </a:ext>
            </a:extLst>
          </p:cNvPr>
          <p:cNvSpPr>
            <a:spLocks noGrp="1"/>
          </p:cNvSpPr>
          <p:nvPr>
            <p:ph type="body" sz="quarter" idx="12"/>
          </p:nvPr>
        </p:nvSpPr>
        <p:spPr>
          <a:xfrm>
            <a:off x="381000" y="1931788"/>
            <a:ext cx="8382000" cy="854075"/>
          </a:xfrm>
        </p:spPr>
        <p:txBody>
          <a:bodyPr/>
          <a:lstStyle/>
          <a:p>
            <a:pPr marL="342900" indent="-342900">
              <a:buFont typeface="Arial" panose="020B0604020202020204" pitchFamily="34" charset="0"/>
              <a:buChar char="•"/>
            </a:pPr>
            <a:r>
              <a:rPr lang="en-US" sz="2000" dirty="0"/>
              <a:t>Support crane hoist, and below the hook construction with supply needs to include design and incidental services as applicable. </a:t>
            </a:r>
          </a:p>
          <a:p>
            <a:pPr marL="342900" indent="-342900">
              <a:buFont typeface="Arial" panose="020B0604020202020204" pitchFamily="34" charset="0"/>
              <a:buChar char="•"/>
            </a:pPr>
            <a:r>
              <a:rPr lang="en-US" sz="2000" dirty="0"/>
              <a:t>Design, manufacture, and installation of new cranes</a:t>
            </a:r>
          </a:p>
          <a:p>
            <a:pPr marL="342900" indent="-342900">
              <a:buFont typeface="Arial" panose="020B0604020202020204" pitchFamily="34" charset="0"/>
              <a:buChar char="•"/>
            </a:pPr>
            <a:r>
              <a:rPr lang="en-US" sz="2000" dirty="0"/>
              <a:t>Rehabilitation of existing crane and hoist equipment</a:t>
            </a:r>
          </a:p>
          <a:p>
            <a:pPr marL="342900" indent="-342900">
              <a:buFont typeface="Arial" panose="020B0604020202020204" pitchFamily="34" charset="0"/>
              <a:buChar char="•"/>
            </a:pPr>
            <a:r>
              <a:rPr lang="en-US" sz="2000" dirty="0"/>
              <a:t>Incidental services may include: </a:t>
            </a:r>
          </a:p>
          <a:p>
            <a:pPr marL="857250" lvl="1" indent="-342900">
              <a:buFont typeface="Arial" panose="020B0604020202020204" pitchFamily="34" charset="0"/>
              <a:buChar char="•"/>
            </a:pPr>
            <a:r>
              <a:rPr lang="en-US" sz="2000" dirty="0"/>
              <a:t>Hazardous Material Removal </a:t>
            </a:r>
          </a:p>
          <a:p>
            <a:pPr marL="857250" lvl="1" indent="-342900">
              <a:buFont typeface="Arial" panose="020B0604020202020204" pitchFamily="34" charset="0"/>
              <a:buChar char="•"/>
            </a:pPr>
            <a:r>
              <a:rPr lang="en-US" sz="2000" dirty="0"/>
              <a:t>Painting</a:t>
            </a:r>
          </a:p>
          <a:p>
            <a:pPr marL="857250" lvl="1" indent="-342900">
              <a:buFont typeface="Arial" panose="020B0604020202020204" pitchFamily="34" charset="0"/>
              <a:buChar char="•"/>
            </a:pPr>
            <a:r>
              <a:rPr lang="en-US" sz="2000" dirty="0"/>
              <a:t>Final Inspections</a:t>
            </a:r>
          </a:p>
          <a:p>
            <a:pPr marL="857250" lvl="1" indent="-342900">
              <a:buFont typeface="Arial" panose="020B0604020202020204" pitchFamily="34" charset="0"/>
              <a:buChar char="•"/>
            </a:pPr>
            <a:r>
              <a:rPr lang="en-US" sz="2000" dirty="0"/>
              <a:t>Testing Services</a:t>
            </a:r>
          </a:p>
          <a:p>
            <a:pPr marL="857250" lvl="1" indent="-342900">
              <a:buFont typeface="Arial" panose="020B0604020202020204" pitchFamily="34" charset="0"/>
              <a:buChar char="•"/>
            </a:pPr>
            <a:r>
              <a:rPr lang="en-US" sz="2000" dirty="0"/>
              <a:t>Classification/Marking of Final Product</a:t>
            </a:r>
          </a:p>
          <a:p>
            <a:pPr marL="857250" lvl="1" indent="-342900">
              <a:buFont typeface="Arial" panose="020B0604020202020204" pitchFamily="34" charset="0"/>
              <a:buChar char="•"/>
            </a:pPr>
            <a:r>
              <a:rPr lang="en-US" sz="2000" dirty="0"/>
              <a:t>Below the Hook Load Rating and Load Testing</a:t>
            </a:r>
          </a:p>
        </p:txBody>
      </p:sp>
      <p:sp>
        <p:nvSpPr>
          <p:cNvPr id="5" name="Slide Number Placeholder 4">
            <a:extLst>
              <a:ext uri="{FF2B5EF4-FFF2-40B4-BE49-F238E27FC236}">
                <a16:creationId xmlns:a16="http://schemas.microsoft.com/office/drawing/2014/main" id="{80932133-AE5A-4057-BE4F-AFDFA0630CBA}"/>
              </a:ext>
            </a:extLst>
          </p:cNvPr>
          <p:cNvSpPr>
            <a:spLocks noGrp="1"/>
          </p:cNvSpPr>
          <p:nvPr>
            <p:ph type="sldNum" sz="quarter" idx="14"/>
          </p:nvPr>
        </p:nvSpPr>
        <p:spPr/>
        <p:txBody>
          <a:bodyPr/>
          <a:lstStyle/>
          <a:p>
            <a:fld id="{42D6254A-A357-4200-B73D-5001EDA92138}" type="slidenum">
              <a:rPr lang="en-US" smtClean="0"/>
              <a:pPr/>
              <a:t>13</a:t>
            </a:fld>
            <a:endParaRPr lang="en-US" dirty="0"/>
          </a:p>
        </p:txBody>
      </p:sp>
    </p:spTree>
    <p:extLst>
      <p:ext uri="{BB962C8B-B14F-4D97-AF65-F5344CB8AC3E}">
        <p14:creationId xmlns:p14="http://schemas.microsoft.com/office/powerpoint/2010/main" val="33834852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F6E06-E4DC-493C-8A22-A6AAF3CED9B7}"/>
              </a:ext>
            </a:extLst>
          </p:cNvPr>
          <p:cNvSpPr>
            <a:spLocks noGrp="1"/>
          </p:cNvSpPr>
          <p:nvPr>
            <p:ph type="title"/>
          </p:nvPr>
        </p:nvSpPr>
        <p:spPr/>
        <p:txBody>
          <a:bodyPr/>
          <a:lstStyle/>
          <a:p>
            <a:pPr algn="ctr"/>
            <a:r>
              <a:rPr lang="en-US" dirty="0"/>
              <a:t>Acquisition strategy </a:t>
            </a:r>
          </a:p>
        </p:txBody>
      </p:sp>
      <p:sp>
        <p:nvSpPr>
          <p:cNvPr id="5" name="Slide Number Placeholder 4">
            <a:extLst>
              <a:ext uri="{FF2B5EF4-FFF2-40B4-BE49-F238E27FC236}">
                <a16:creationId xmlns:a16="http://schemas.microsoft.com/office/drawing/2014/main" id="{D6AA820F-FCEA-49AD-A74A-0E47658948E6}"/>
              </a:ext>
            </a:extLst>
          </p:cNvPr>
          <p:cNvSpPr>
            <a:spLocks noGrp="1"/>
          </p:cNvSpPr>
          <p:nvPr>
            <p:ph type="sldNum" sz="quarter" idx="14"/>
          </p:nvPr>
        </p:nvSpPr>
        <p:spPr/>
        <p:txBody>
          <a:bodyPr/>
          <a:lstStyle/>
          <a:p>
            <a:fld id="{42D6254A-A357-4200-B73D-5001EDA92138}" type="slidenum">
              <a:rPr lang="en-US" smtClean="0"/>
              <a:pPr/>
              <a:t>14</a:t>
            </a:fld>
            <a:endParaRPr lang="en-US" dirty="0"/>
          </a:p>
        </p:txBody>
      </p:sp>
    </p:spTree>
    <p:extLst>
      <p:ext uri="{BB962C8B-B14F-4D97-AF65-F5344CB8AC3E}">
        <p14:creationId xmlns:p14="http://schemas.microsoft.com/office/powerpoint/2010/main" val="28989544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AB337-E097-4149-8C1F-CB35E0D7FDD1}"/>
              </a:ext>
            </a:extLst>
          </p:cNvPr>
          <p:cNvSpPr>
            <a:spLocks noGrp="1"/>
          </p:cNvSpPr>
          <p:nvPr>
            <p:ph type="title"/>
          </p:nvPr>
        </p:nvSpPr>
        <p:spPr>
          <a:xfrm>
            <a:off x="381000" y="411162"/>
            <a:ext cx="8382000" cy="854075"/>
          </a:xfrm>
        </p:spPr>
        <p:txBody>
          <a:bodyPr/>
          <a:lstStyle/>
          <a:p>
            <a:pPr algn="ctr"/>
            <a:r>
              <a:rPr lang="en-US" dirty="0"/>
              <a:t>Contracting overview</a:t>
            </a:r>
          </a:p>
        </p:txBody>
      </p:sp>
      <p:sp>
        <p:nvSpPr>
          <p:cNvPr id="3" name="Text Placeholder 2">
            <a:extLst>
              <a:ext uri="{FF2B5EF4-FFF2-40B4-BE49-F238E27FC236}">
                <a16:creationId xmlns:a16="http://schemas.microsoft.com/office/drawing/2014/main" id="{6DC18E08-6FAC-44BA-A9A2-CF39F9F87BBD}"/>
              </a:ext>
            </a:extLst>
          </p:cNvPr>
          <p:cNvSpPr>
            <a:spLocks noGrp="1"/>
          </p:cNvSpPr>
          <p:nvPr>
            <p:ph type="body" sz="quarter" idx="12"/>
          </p:nvPr>
        </p:nvSpPr>
        <p:spPr>
          <a:xfrm>
            <a:off x="381000" y="1899937"/>
            <a:ext cx="8382000" cy="854075"/>
          </a:xfrm>
        </p:spPr>
        <p:txBody>
          <a:bodyPr/>
          <a:lstStyle/>
          <a:p>
            <a:pPr marL="342900" indent="-342900">
              <a:buFont typeface="Arial" panose="020B0604020202020204" pitchFamily="34" charset="0"/>
              <a:buChar char="•"/>
            </a:pPr>
            <a:r>
              <a:rPr lang="en-US" dirty="0"/>
              <a:t>Two-Phase Design-Build Selection Procedures</a:t>
            </a:r>
          </a:p>
          <a:p>
            <a:pPr marL="342900" indent="-342900">
              <a:buFont typeface="Arial" panose="020B0604020202020204" pitchFamily="34" charset="0"/>
              <a:buChar char="•"/>
            </a:pPr>
            <a:r>
              <a:rPr lang="en-US" dirty="0"/>
              <a:t>Key Contractual Aspects</a:t>
            </a:r>
          </a:p>
          <a:p>
            <a:pPr marL="342900" indent="-342900">
              <a:buFont typeface="Arial" panose="020B0604020202020204" pitchFamily="34" charset="0"/>
              <a:buChar char="•"/>
            </a:pPr>
            <a:r>
              <a:rPr lang="en-US" dirty="0"/>
              <a:t>Period of Performance</a:t>
            </a:r>
          </a:p>
          <a:p>
            <a:pPr marL="342900" indent="-342900">
              <a:buFont typeface="Arial" panose="020B0604020202020204" pitchFamily="34" charset="0"/>
              <a:buChar char="•"/>
            </a:pPr>
            <a:r>
              <a:rPr lang="en-US" dirty="0"/>
              <a:t>Solicitation</a:t>
            </a:r>
          </a:p>
          <a:p>
            <a:pPr marL="342900" indent="-342900">
              <a:buFont typeface="Arial" panose="020B0604020202020204" pitchFamily="34" charset="0"/>
              <a:buChar char="•"/>
            </a:pPr>
            <a:r>
              <a:rPr lang="en-US" dirty="0"/>
              <a:t>Site Visit</a:t>
            </a:r>
          </a:p>
          <a:p>
            <a:pPr marL="342900" indent="-342900">
              <a:buFont typeface="Arial" panose="020B0604020202020204" pitchFamily="34" charset="0"/>
              <a:buChar char="•"/>
            </a:pPr>
            <a:r>
              <a:rPr lang="en-US" dirty="0"/>
              <a:t>One-on-One Information</a:t>
            </a:r>
          </a:p>
          <a:p>
            <a:pPr marL="342900" indent="-342900">
              <a:buFont typeface="Arial" panose="020B0604020202020204" pitchFamily="34" charset="0"/>
              <a:buChar char="•"/>
            </a:pPr>
            <a:r>
              <a:rPr lang="en-US" dirty="0"/>
              <a:t>Points of Contact</a:t>
            </a:r>
          </a:p>
        </p:txBody>
      </p:sp>
      <p:sp>
        <p:nvSpPr>
          <p:cNvPr id="5" name="Slide Number Placeholder 4">
            <a:extLst>
              <a:ext uri="{FF2B5EF4-FFF2-40B4-BE49-F238E27FC236}">
                <a16:creationId xmlns:a16="http://schemas.microsoft.com/office/drawing/2014/main" id="{D9D678D7-7906-42BA-970A-2E0ED359034C}"/>
              </a:ext>
            </a:extLst>
          </p:cNvPr>
          <p:cNvSpPr>
            <a:spLocks noGrp="1"/>
          </p:cNvSpPr>
          <p:nvPr>
            <p:ph type="sldNum" sz="quarter" idx="14"/>
          </p:nvPr>
        </p:nvSpPr>
        <p:spPr/>
        <p:txBody>
          <a:bodyPr/>
          <a:lstStyle/>
          <a:p>
            <a:fld id="{42D6254A-A357-4200-B73D-5001EDA92138}" type="slidenum">
              <a:rPr lang="en-US" smtClean="0"/>
              <a:pPr/>
              <a:t>15</a:t>
            </a:fld>
            <a:endParaRPr lang="en-US" dirty="0"/>
          </a:p>
        </p:txBody>
      </p:sp>
    </p:spTree>
    <p:extLst>
      <p:ext uri="{BB962C8B-B14F-4D97-AF65-F5344CB8AC3E}">
        <p14:creationId xmlns:p14="http://schemas.microsoft.com/office/powerpoint/2010/main" val="30660525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D850EA-9FB5-4859-8C78-4C485EB904CE}"/>
              </a:ext>
            </a:extLst>
          </p:cNvPr>
          <p:cNvSpPr>
            <a:spLocks noGrp="1"/>
          </p:cNvSpPr>
          <p:nvPr>
            <p:ph type="title"/>
          </p:nvPr>
        </p:nvSpPr>
        <p:spPr>
          <a:xfrm>
            <a:off x="381000" y="228600"/>
            <a:ext cx="8382000" cy="1285874"/>
          </a:xfrm>
        </p:spPr>
        <p:txBody>
          <a:bodyPr/>
          <a:lstStyle/>
          <a:p>
            <a:pPr algn="ctr"/>
            <a:r>
              <a:rPr lang="en-US" dirty="0"/>
              <a:t>Two-Phase design-build selection procedures</a:t>
            </a:r>
          </a:p>
        </p:txBody>
      </p:sp>
      <p:sp>
        <p:nvSpPr>
          <p:cNvPr id="3" name="Text Placeholder 2">
            <a:extLst>
              <a:ext uri="{FF2B5EF4-FFF2-40B4-BE49-F238E27FC236}">
                <a16:creationId xmlns:a16="http://schemas.microsoft.com/office/drawing/2014/main" id="{965DE194-B45D-434B-9865-81AA79BB87D9}"/>
              </a:ext>
            </a:extLst>
          </p:cNvPr>
          <p:cNvSpPr>
            <a:spLocks noGrp="1"/>
          </p:cNvSpPr>
          <p:nvPr>
            <p:ph type="body" sz="quarter" idx="12"/>
          </p:nvPr>
        </p:nvSpPr>
        <p:spPr>
          <a:xfrm>
            <a:off x="287336" y="1967076"/>
            <a:ext cx="8382000" cy="854075"/>
          </a:xfrm>
        </p:spPr>
        <p:txBody>
          <a:bodyPr/>
          <a:lstStyle/>
          <a:p>
            <a:pPr marL="342900" indent="-342900">
              <a:buFont typeface="Arial" panose="020B0604020202020204" pitchFamily="34" charset="0"/>
              <a:buChar char="•"/>
            </a:pPr>
            <a:r>
              <a:rPr lang="en-US" sz="1800" dirty="0"/>
              <a:t>Phase One</a:t>
            </a:r>
          </a:p>
          <a:p>
            <a:pPr marL="857250" lvl="1" indent="-342900">
              <a:buFont typeface="Arial" panose="020B0604020202020204" pitchFamily="34" charset="0"/>
              <a:buChar char="•"/>
            </a:pPr>
            <a:r>
              <a:rPr lang="en-US" sz="1800" dirty="0"/>
              <a:t>NO PRICING</a:t>
            </a:r>
          </a:p>
          <a:p>
            <a:pPr marL="1257300" lvl="2" indent="-342900"/>
            <a:r>
              <a:rPr lang="en-US" sz="1800" dirty="0"/>
              <a:t>Will focus on factors such as </a:t>
            </a:r>
          </a:p>
          <a:p>
            <a:pPr marL="1714500" lvl="3" indent="-342900"/>
            <a:r>
              <a:rPr lang="en-US" sz="1800" dirty="0"/>
              <a:t>Technical approach</a:t>
            </a:r>
          </a:p>
          <a:p>
            <a:pPr marL="2171700" lvl="4" indent="-342900"/>
            <a:r>
              <a:rPr lang="en-US" sz="1800" dirty="0"/>
              <a:t>Focus on New Crane/Hoist Design, Fabrication, and Installation</a:t>
            </a:r>
          </a:p>
          <a:p>
            <a:pPr marL="1714500" lvl="3" indent="-342900"/>
            <a:r>
              <a:rPr lang="en-US" sz="1800" dirty="0"/>
              <a:t>Qualifications &amp; Certifications</a:t>
            </a:r>
          </a:p>
          <a:p>
            <a:pPr marL="1714500" lvl="3" indent="-342900"/>
            <a:r>
              <a:rPr lang="en-US" sz="1800" dirty="0"/>
              <a:t>Past Performance</a:t>
            </a:r>
          </a:p>
          <a:p>
            <a:pPr marL="1257300" lvl="2" indent="-342900"/>
            <a:r>
              <a:rPr lang="en-US" sz="1800" dirty="0"/>
              <a:t>Will include the maximum number of offerors that will be selected to submit phase-two proposals. </a:t>
            </a:r>
          </a:p>
          <a:p>
            <a:pPr marL="1714500" lvl="3" indent="-342900"/>
            <a:r>
              <a:rPr lang="en-US" sz="1800" dirty="0"/>
              <a:t>Typically, not more than five. </a:t>
            </a:r>
          </a:p>
        </p:txBody>
      </p:sp>
      <p:sp>
        <p:nvSpPr>
          <p:cNvPr id="5" name="Slide Number Placeholder 4">
            <a:extLst>
              <a:ext uri="{FF2B5EF4-FFF2-40B4-BE49-F238E27FC236}">
                <a16:creationId xmlns:a16="http://schemas.microsoft.com/office/drawing/2014/main" id="{00FF7658-8A12-4394-8F07-F305B70E0165}"/>
              </a:ext>
            </a:extLst>
          </p:cNvPr>
          <p:cNvSpPr>
            <a:spLocks noGrp="1"/>
          </p:cNvSpPr>
          <p:nvPr>
            <p:ph type="sldNum" sz="quarter" idx="14"/>
          </p:nvPr>
        </p:nvSpPr>
        <p:spPr/>
        <p:txBody>
          <a:bodyPr/>
          <a:lstStyle/>
          <a:p>
            <a:fld id="{42D6254A-A357-4200-B73D-5001EDA92138}" type="slidenum">
              <a:rPr lang="en-US" smtClean="0"/>
              <a:pPr/>
              <a:t>16</a:t>
            </a:fld>
            <a:endParaRPr lang="en-US" dirty="0"/>
          </a:p>
        </p:txBody>
      </p:sp>
    </p:spTree>
    <p:extLst>
      <p:ext uri="{BB962C8B-B14F-4D97-AF65-F5344CB8AC3E}">
        <p14:creationId xmlns:p14="http://schemas.microsoft.com/office/powerpoint/2010/main" val="19243529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BAFD2-4CE6-4179-831D-1F1F8DF67EA2}"/>
              </a:ext>
            </a:extLst>
          </p:cNvPr>
          <p:cNvSpPr>
            <a:spLocks noGrp="1"/>
          </p:cNvSpPr>
          <p:nvPr>
            <p:ph type="title"/>
          </p:nvPr>
        </p:nvSpPr>
        <p:spPr>
          <a:xfrm>
            <a:off x="287336" y="272145"/>
            <a:ext cx="8382000" cy="1285874"/>
          </a:xfrm>
        </p:spPr>
        <p:txBody>
          <a:bodyPr/>
          <a:lstStyle/>
          <a:p>
            <a:r>
              <a:rPr lang="en-US" dirty="0"/>
              <a:t>Two-Phase design-build selection procedures</a:t>
            </a:r>
          </a:p>
        </p:txBody>
      </p:sp>
      <p:sp>
        <p:nvSpPr>
          <p:cNvPr id="3" name="Text Placeholder 2">
            <a:extLst>
              <a:ext uri="{FF2B5EF4-FFF2-40B4-BE49-F238E27FC236}">
                <a16:creationId xmlns:a16="http://schemas.microsoft.com/office/drawing/2014/main" id="{72B37095-5D40-4598-869A-A435DEB467A6}"/>
              </a:ext>
            </a:extLst>
          </p:cNvPr>
          <p:cNvSpPr>
            <a:spLocks noGrp="1"/>
          </p:cNvSpPr>
          <p:nvPr>
            <p:ph type="body" sz="quarter" idx="12"/>
          </p:nvPr>
        </p:nvSpPr>
        <p:spPr>
          <a:xfrm>
            <a:off x="287336" y="2062740"/>
            <a:ext cx="8382000" cy="854075"/>
          </a:xfrm>
        </p:spPr>
        <p:txBody>
          <a:bodyPr/>
          <a:lstStyle/>
          <a:p>
            <a:pPr marL="342900" indent="-342900">
              <a:buFont typeface="Arial" panose="020B0604020202020204" pitchFamily="34" charset="0"/>
              <a:buChar char="•"/>
            </a:pPr>
            <a:r>
              <a:rPr lang="en-US" sz="1800" dirty="0"/>
              <a:t>Phase Two</a:t>
            </a:r>
          </a:p>
          <a:p>
            <a:pPr marL="857250" lvl="1" indent="-342900">
              <a:buFont typeface="Arial" panose="020B0604020202020204" pitchFamily="34" charset="0"/>
              <a:buChar char="•"/>
            </a:pPr>
            <a:r>
              <a:rPr lang="en-US" sz="1800" dirty="0"/>
              <a:t>Will include pricing of the seed task order</a:t>
            </a:r>
          </a:p>
          <a:p>
            <a:pPr marL="857250" lvl="1" indent="-342900">
              <a:buFont typeface="Arial" panose="020B0604020202020204" pitchFamily="34" charset="0"/>
              <a:buChar char="•"/>
            </a:pPr>
            <a:r>
              <a:rPr lang="en-US" sz="1800" dirty="0"/>
              <a:t>Evaluation factors such as</a:t>
            </a:r>
          </a:p>
          <a:p>
            <a:pPr marL="1257300" lvl="2" indent="-342900"/>
            <a:r>
              <a:rPr lang="en-US" sz="1800" dirty="0"/>
              <a:t>Design Concepts</a:t>
            </a:r>
          </a:p>
          <a:p>
            <a:pPr marL="1257300" lvl="2" indent="-342900"/>
            <a:r>
              <a:rPr lang="en-US" sz="1800" dirty="0"/>
              <a:t>Management Approach</a:t>
            </a:r>
          </a:p>
          <a:p>
            <a:pPr marL="1257300" lvl="2" indent="-342900"/>
            <a:r>
              <a:rPr lang="en-US" sz="1800" dirty="0"/>
              <a:t>Small Business Participation</a:t>
            </a:r>
          </a:p>
          <a:p>
            <a:pPr marL="857250" lvl="1" indent="-342900"/>
            <a:endParaRPr lang="en-US" sz="1800" dirty="0"/>
          </a:p>
          <a:p>
            <a:pPr marL="857250" lvl="1" indent="-342900"/>
            <a:r>
              <a:rPr lang="en-US" sz="1800" dirty="0"/>
              <a:t>During Phase Two the government will provide submission requirements and specific information pertaining to the Phase Two evaluation factors which will be based on the requirements for the first Task Order. </a:t>
            </a:r>
          </a:p>
          <a:p>
            <a:endParaRPr lang="en-US" dirty="0"/>
          </a:p>
        </p:txBody>
      </p:sp>
      <p:sp>
        <p:nvSpPr>
          <p:cNvPr id="5" name="Slide Number Placeholder 4">
            <a:extLst>
              <a:ext uri="{FF2B5EF4-FFF2-40B4-BE49-F238E27FC236}">
                <a16:creationId xmlns:a16="http://schemas.microsoft.com/office/drawing/2014/main" id="{B77527C7-87E8-4A64-A2DC-AAA1EBA48FC1}"/>
              </a:ext>
            </a:extLst>
          </p:cNvPr>
          <p:cNvSpPr>
            <a:spLocks noGrp="1"/>
          </p:cNvSpPr>
          <p:nvPr>
            <p:ph type="sldNum" sz="quarter" idx="14"/>
          </p:nvPr>
        </p:nvSpPr>
        <p:spPr/>
        <p:txBody>
          <a:bodyPr/>
          <a:lstStyle/>
          <a:p>
            <a:fld id="{42D6254A-A357-4200-B73D-5001EDA92138}" type="slidenum">
              <a:rPr lang="en-US" smtClean="0"/>
              <a:pPr/>
              <a:t>17</a:t>
            </a:fld>
            <a:endParaRPr lang="en-US" dirty="0"/>
          </a:p>
        </p:txBody>
      </p:sp>
    </p:spTree>
    <p:extLst>
      <p:ext uri="{BB962C8B-B14F-4D97-AF65-F5344CB8AC3E}">
        <p14:creationId xmlns:p14="http://schemas.microsoft.com/office/powerpoint/2010/main" val="26026830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99B3D-1EC7-4E22-B0D7-75D51AF91425}"/>
              </a:ext>
            </a:extLst>
          </p:cNvPr>
          <p:cNvSpPr>
            <a:spLocks noGrp="1"/>
          </p:cNvSpPr>
          <p:nvPr>
            <p:ph type="title"/>
          </p:nvPr>
        </p:nvSpPr>
        <p:spPr>
          <a:xfrm>
            <a:off x="381000" y="272145"/>
            <a:ext cx="8382000" cy="627507"/>
          </a:xfrm>
        </p:spPr>
        <p:txBody>
          <a:bodyPr/>
          <a:lstStyle/>
          <a:p>
            <a:pPr algn="ctr"/>
            <a:r>
              <a:rPr lang="en-US" dirty="0"/>
              <a:t>Key contractual aspects</a:t>
            </a:r>
          </a:p>
        </p:txBody>
      </p:sp>
      <p:sp>
        <p:nvSpPr>
          <p:cNvPr id="3" name="Text Placeholder 2">
            <a:extLst>
              <a:ext uri="{FF2B5EF4-FFF2-40B4-BE49-F238E27FC236}">
                <a16:creationId xmlns:a16="http://schemas.microsoft.com/office/drawing/2014/main" id="{2B4F2E39-BF2F-41B8-9528-D843E34FB9CC}"/>
              </a:ext>
            </a:extLst>
          </p:cNvPr>
          <p:cNvSpPr>
            <a:spLocks noGrp="1"/>
          </p:cNvSpPr>
          <p:nvPr>
            <p:ph type="body" sz="quarter" idx="12"/>
          </p:nvPr>
        </p:nvSpPr>
        <p:spPr>
          <a:xfrm>
            <a:off x="381000" y="1706523"/>
            <a:ext cx="8382000" cy="3598641"/>
          </a:xfrm>
        </p:spPr>
        <p:txBody>
          <a:bodyPr/>
          <a:lstStyle/>
          <a:p>
            <a:pPr marL="342900" indent="-342900">
              <a:buFont typeface="Arial" panose="020B0604020202020204" pitchFamily="34" charset="0"/>
              <a:buChar char="•"/>
            </a:pPr>
            <a:r>
              <a:rPr lang="en-US" sz="2000" dirty="0"/>
              <a:t>Full and Open vs. Small Business Set-Aside</a:t>
            </a:r>
          </a:p>
          <a:p>
            <a:pPr marL="857250" lvl="1" indent="-342900">
              <a:buFont typeface="Arial" panose="020B0604020202020204" pitchFamily="34" charset="0"/>
              <a:buChar char="•"/>
            </a:pPr>
            <a:r>
              <a:rPr lang="en-US" sz="2000" dirty="0"/>
              <a:t>Sources sought with questions posted to SAM.gov on 01 April 2024.</a:t>
            </a:r>
          </a:p>
          <a:p>
            <a:pPr marL="857250" lvl="1" indent="-342900">
              <a:buFont typeface="Arial" panose="020B0604020202020204" pitchFamily="34" charset="0"/>
              <a:buChar char="•"/>
            </a:pPr>
            <a:r>
              <a:rPr lang="en-US" sz="2000" dirty="0"/>
              <a:t>The Government has evaluated original industry’s responses.</a:t>
            </a:r>
          </a:p>
          <a:p>
            <a:pPr marL="857250" lvl="1" indent="-342900">
              <a:buFont typeface="Arial" panose="020B0604020202020204" pitchFamily="34" charset="0"/>
              <a:buChar char="•"/>
            </a:pPr>
            <a:r>
              <a:rPr lang="en-US" sz="2000" dirty="0"/>
              <a:t>Industry day notice posted 19 December 2024. </a:t>
            </a:r>
          </a:p>
          <a:p>
            <a:pPr marL="857250" lvl="1" indent="-342900">
              <a:buFont typeface="Arial" panose="020B0604020202020204" pitchFamily="34" charset="0"/>
              <a:buChar char="•"/>
            </a:pPr>
            <a:r>
              <a:rPr lang="en-US" sz="2000" dirty="0"/>
              <a:t>Industry Day held 11 &amp; 12 February.</a:t>
            </a:r>
          </a:p>
          <a:p>
            <a:pPr marL="857250" lvl="1" indent="-342900">
              <a:buFont typeface="Arial" panose="020B0604020202020204" pitchFamily="34" charset="0"/>
              <a:buChar char="•"/>
            </a:pPr>
            <a:r>
              <a:rPr lang="en-US" sz="2000" dirty="0"/>
              <a:t>NAICS: 238290 – Other Building Equipment Contractors</a:t>
            </a:r>
          </a:p>
          <a:p>
            <a:pPr marL="857250" lvl="1" indent="-342900">
              <a:buFont typeface="Arial" panose="020B0604020202020204" pitchFamily="34" charset="0"/>
              <a:buChar char="•"/>
            </a:pPr>
            <a:r>
              <a:rPr lang="en-US" sz="2000" dirty="0"/>
              <a:t>$22 Million Dollars Average Annual Receipts over three years</a:t>
            </a:r>
          </a:p>
          <a:p>
            <a:pPr marL="342900" indent="-342900">
              <a:buFont typeface="Arial" panose="020B0604020202020204" pitchFamily="34" charset="0"/>
              <a:buChar char="•"/>
            </a:pPr>
            <a:r>
              <a:rPr lang="en-US" sz="2000" dirty="0"/>
              <a:t>MATOC will allow for hybrid task orders</a:t>
            </a:r>
          </a:p>
          <a:p>
            <a:pPr marL="857250" lvl="1" indent="-342900">
              <a:buFont typeface="Arial" panose="020B0604020202020204" pitchFamily="34" charset="0"/>
              <a:buChar char="•"/>
            </a:pPr>
            <a:r>
              <a:rPr lang="en-US" sz="2000" dirty="0"/>
              <a:t>Supply with construction installation</a:t>
            </a:r>
          </a:p>
          <a:p>
            <a:pPr marL="857250" lvl="1" indent="-342900">
              <a:buFont typeface="Arial" panose="020B0604020202020204" pitchFamily="34" charset="0"/>
              <a:buChar char="•"/>
            </a:pPr>
            <a:r>
              <a:rPr lang="en-US" sz="2000" dirty="0"/>
              <a:t>Separate terms and conditions for supply and construction efforts housed in the same contract</a:t>
            </a:r>
          </a:p>
          <a:p>
            <a:pPr marL="342900" indent="-342900">
              <a:buFont typeface="Arial" panose="020B0604020202020204" pitchFamily="34" charset="0"/>
              <a:buChar char="•"/>
            </a:pPr>
            <a:endParaRPr lang="en-US" dirty="0"/>
          </a:p>
        </p:txBody>
      </p:sp>
      <p:sp>
        <p:nvSpPr>
          <p:cNvPr id="5" name="Slide Number Placeholder 4">
            <a:extLst>
              <a:ext uri="{FF2B5EF4-FFF2-40B4-BE49-F238E27FC236}">
                <a16:creationId xmlns:a16="http://schemas.microsoft.com/office/drawing/2014/main" id="{8F9E0A40-0303-4E86-AF81-9A1A5F4AB162}"/>
              </a:ext>
            </a:extLst>
          </p:cNvPr>
          <p:cNvSpPr>
            <a:spLocks noGrp="1"/>
          </p:cNvSpPr>
          <p:nvPr>
            <p:ph type="sldNum" sz="quarter" idx="14"/>
          </p:nvPr>
        </p:nvSpPr>
        <p:spPr/>
        <p:txBody>
          <a:bodyPr/>
          <a:lstStyle/>
          <a:p>
            <a:fld id="{42D6254A-A357-4200-B73D-5001EDA92138}" type="slidenum">
              <a:rPr lang="en-US" smtClean="0"/>
              <a:pPr/>
              <a:t>18</a:t>
            </a:fld>
            <a:endParaRPr lang="en-US" dirty="0"/>
          </a:p>
        </p:txBody>
      </p:sp>
    </p:spTree>
    <p:extLst>
      <p:ext uri="{BB962C8B-B14F-4D97-AF65-F5344CB8AC3E}">
        <p14:creationId xmlns:p14="http://schemas.microsoft.com/office/powerpoint/2010/main" val="12474517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514A2-B69B-40A3-A2E3-593CCDB540F1}"/>
              </a:ext>
            </a:extLst>
          </p:cNvPr>
          <p:cNvSpPr>
            <a:spLocks noGrp="1"/>
          </p:cNvSpPr>
          <p:nvPr>
            <p:ph type="title"/>
          </p:nvPr>
        </p:nvSpPr>
        <p:spPr>
          <a:xfrm>
            <a:off x="304800" y="411162"/>
            <a:ext cx="8382000" cy="481115"/>
          </a:xfrm>
        </p:spPr>
        <p:txBody>
          <a:bodyPr/>
          <a:lstStyle/>
          <a:p>
            <a:pPr algn="ctr"/>
            <a:r>
              <a:rPr lang="en-US" dirty="0"/>
              <a:t>Period of performance</a:t>
            </a:r>
          </a:p>
        </p:txBody>
      </p:sp>
      <p:sp>
        <p:nvSpPr>
          <p:cNvPr id="3" name="Text Placeholder 2">
            <a:extLst>
              <a:ext uri="{FF2B5EF4-FFF2-40B4-BE49-F238E27FC236}">
                <a16:creationId xmlns:a16="http://schemas.microsoft.com/office/drawing/2014/main" id="{14F1D112-6474-4194-A3A2-0A218EE565D6}"/>
              </a:ext>
            </a:extLst>
          </p:cNvPr>
          <p:cNvSpPr>
            <a:spLocks noGrp="1"/>
          </p:cNvSpPr>
          <p:nvPr>
            <p:ph type="body" sz="quarter" idx="12"/>
          </p:nvPr>
        </p:nvSpPr>
        <p:spPr>
          <a:xfrm>
            <a:off x="437535" y="1074839"/>
            <a:ext cx="8382000" cy="854075"/>
          </a:xfrm>
        </p:spPr>
        <p:txBody>
          <a:bodyPr/>
          <a:lstStyle/>
          <a:p>
            <a:r>
              <a:rPr lang="en-US" sz="1800" b="1" dirty="0">
                <a:solidFill>
                  <a:schemeClr val="tx1"/>
                </a:solidFill>
                <a:latin typeface="+mn-lt"/>
              </a:rPr>
              <a:t>IDIQ Ordering Period</a:t>
            </a:r>
          </a:p>
          <a:p>
            <a:endParaRPr lang="en-US" sz="1800" b="1" dirty="0">
              <a:solidFill>
                <a:schemeClr val="tx1"/>
              </a:solidFill>
              <a:latin typeface="+mn-lt"/>
            </a:endParaRPr>
          </a:p>
          <a:p>
            <a:pPr marL="342900" indent="-342900">
              <a:buFont typeface="Arial" panose="020B0604020202020204" pitchFamily="34" charset="0"/>
              <a:buChar char="•"/>
            </a:pPr>
            <a:r>
              <a:rPr lang="en-US" sz="1800" dirty="0">
                <a:solidFill>
                  <a:schemeClr val="tx1"/>
                </a:solidFill>
                <a:latin typeface="+mn-lt"/>
              </a:rPr>
              <a:t>MATOC may have a base period of three years with two one-year optional ordering period.</a:t>
            </a:r>
          </a:p>
          <a:p>
            <a:pPr marL="342900" indent="-342900">
              <a:buFont typeface="Arial" panose="020B0604020202020204" pitchFamily="34" charset="0"/>
              <a:buChar char="•"/>
            </a:pPr>
            <a:r>
              <a:rPr lang="en-US" sz="1800" dirty="0">
                <a:solidFill>
                  <a:schemeClr val="tx1"/>
                </a:solidFill>
                <a:latin typeface="+mn-lt"/>
              </a:rPr>
              <a:t>Total ordering period will not exceed five years, six months. Inclusion of the Contract clause 52.217-8 will be included in this acquisition and may be utilized to extend the contract performance 6 months if necessary.  </a:t>
            </a:r>
          </a:p>
          <a:p>
            <a:pPr marL="342900" indent="-342900">
              <a:buFont typeface="Arial" panose="020B0604020202020204" pitchFamily="34" charset="0"/>
              <a:buChar char="•"/>
            </a:pPr>
            <a:r>
              <a:rPr lang="en-US" sz="1800" dirty="0">
                <a:solidFill>
                  <a:schemeClr val="tx1"/>
                </a:solidFill>
                <a:latin typeface="+mn-lt"/>
              </a:rPr>
              <a:t>Task Orders</a:t>
            </a:r>
          </a:p>
          <a:p>
            <a:pPr marL="857250" lvl="1" indent="-342900">
              <a:buFont typeface="Arial" panose="020B0604020202020204" pitchFamily="34" charset="0"/>
              <a:buChar char="•"/>
            </a:pPr>
            <a:r>
              <a:rPr lang="en-US" sz="1800" dirty="0">
                <a:solidFill>
                  <a:schemeClr val="tx1"/>
                </a:solidFill>
                <a:latin typeface="+mn-lt"/>
              </a:rPr>
              <a:t>Task orders under the awarded MATOC will fall under the following magnitudes: </a:t>
            </a:r>
          </a:p>
          <a:p>
            <a:pPr marL="1257300" lvl="2" indent="-342900"/>
            <a:r>
              <a:rPr lang="en-US" sz="1800" dirty="0">
                <a:solidFill>
                  <a:schemeClr val="tx1"/>
                </a:solidFill>
                <a:latin typeface="+mn-lt"/>
              </a:rPr>
              <a:t>Between $1,000,000 and $5,000,000</a:t>
            </a:r>
          </a:p>
          <a:p>
            <a:pPr marL="1257300" lvl="2" indent="-342900"/>
            <a:r>
              <a:rPr lang="en-US" sz="1800" dirty="0">
                <a:solidFill>
                  <a:schemeClr val="tx1"/>
                </a:solidFill>
                <a:latin typeface="+mn-lt"/>
              </a:rPr>
              <a:t>Between $5,000,000 and $10,000,000</a:t>
            </a:r>
          </a:p>
          <a:p>
            <a:pPr marL="1257300" lvl="2" indent="-342900"/>
            <a:r>
              <a:rPr lang="en-US" sz="1800" dirty="0">
                <a:solidFill>
                  <a:schemeClr val="tx1"/>
                </a:solidFill>
                <a:latin typeface="+mn-lt"/>
              </a:rPr>
              <a:t>Between $10,000,000 and $25,000,000</a:t>
            </a:r>
          </a:p>
          <a:p>
            <a:pPr marL="1257300" lvl="2" indent="-342900"/>
            <a:r>
              <a:rPr lang="en-US" sz="1800" b="0" i="0" u="none" strike="noStrike" baseline="0" dirty="0">
                <a:solidFill>
                  <a:schemeClr val="tx1"/>
                </a:solidFill>
                <a:latin typeface="+mn-lt"/>
              </a:rPr>
              <a:t>Between $25,000,000 and $100,000,000</a:t>
            </a:r>
          </a:p>
        </p:txBody>
      </p:sp>
      <p:sp>
        <p:nvSpPr>
          <p:cNvPr id="5" name="Slide Number Placeholder 4">
            <a:extLst>
              <a:ext uri="{FF2B5EF4-FFF2-40B4-BE49-F238E27FC236}">
                <a16:creationId xmlns:a16="http://schemas.microsoft.com/office/drawing/2014/main" id="{1884A311-CB26-46C0-81D2-D2F885C6A11B}"/>
              </a:ext>
            </a:extLst>
          </p:cNvPr>
          <p:cNvSpPr>
            <a:spLocks noGrp="1"/>
          </p:cNvSpPr>
          <p:nvPr>
            <p:ph type="sldNum" sz="quarter" idx="14"/>
          </p:nvPr>
        </p:nvSpPr>
        <p:spPr/>
        <p:txBody>
          <a:bodyPr/>
          <a:lstStyle/>
          <a:p>
            <a:fld id="{42D6254A-A357-4200-B73D-5001EDA92138}" type="slidenum">
              <a:rPr lang="en-US" smtClean="0"/>
              <a:pPr/>
              <a:t>19</a:t>
            </a:fld>
            <a:endParaRPr lang="en-US" dirty="0"/>
          </a:p>
        </p:txBody>
      </p:sp>
    </p:spTree>
    <p:extLst>
      <p:ext uri="{BB962C8B-B14F-4D97-AF65-F5344CB8AC3E}">
        <p14:creationId xmlns:p14="http://schemas.microsoft.com/office/powerpoint/2010/main" val="7086893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75F1A-2A3A-4CFC-8162-EC85B0137DA4}"/>
              </a:ext>
            </a:extLst>
          </p:cNvPr>
          <p:cNvSpPr>
            <a:spLocks noGrp="1"/>
          </p:cNvSpPr>
          <p:nvPr>
            <p:ph type="title"/>
          </p:nvPr>
        </p:nvSpPr>
        <p:spPr>
          <a:xfrm>
            <a:off x="304800" y="272145"/>
            <a:ext cx="8382000" cy="664378"/>
          </a:xfrm>
        </p:spPr>
        <p:txBody>
          <a:bodyPr/>
          <a:lstStyle/>
          <a:p>
            <a:pPr algn="ctr"/>
            <a:r>
              <a:rPr lang="en-US" dirty="0"/>
              <a:t>Site visit</a:t>
            </a:r>
          </a:p>
        </p:txBody>
      </p:sp>
      <p:sp>
        <p:nvSpPr>
          <p:cNvPr id="3" name="Text Placeholder 2">
            <a:extLst>
              <a:ext uri="{FF2B5EF4-FFF2-40B4-BE49-F238E27FC236}">
                <a16:creationId xmlns:a16="http://schemas.microsoft.com/office/drawing/2014/main" id="{349F2478-43ED-4AF0-BB08-9C37690F584B}"/>
              </a:ext>
            </a:extLst>
          </p:cNvPr>
          <p:cNvSpPr>
            <a:spLocks noGrp="1"/>
          </p:cNvSpPr>
          <p:nvPr>
            <p:ph type="body" sz="quarter" idx="12"/>
          </p:nvPr>
        </p:nvSpPr>
        <p:spPr>
          <a:xfrm>
            <a:off x="304800" y="936523"/>
            <a:ext cx="8382000" cy="3605315"/>
          </a:xfrm>
        </p:spPr>
        <p:txBody>
          <a:bodyPr/>
          <a:lstStyle/>
          <a:p>
            <a:pPr marL="342900" indent="-342900">
              <a:buFont typeface="Arial" panose="020B0604020202020204" pitchFamily="34" charset="0"/>
              <a:buChar char="•"/>
            </a:pPr>
            <a:r>
              <a:rPr lang="en-US" sz="1900" dirty="0"/>
              <a:t>Formal site visit</a:t>
            </a:r>
          </a:p>
          <a:p>
            <a:pPr marL="857250" lvl="1" indent="-342900">
              <a:buFont typeface="Arial" panose="020B0604020202020204" pitchFamily="34" charset="0"/>
              <a:buChar char="•"/>
            </a:pPr>
            <a:r>
              <a:rPr lang="en-US" sz="1900" dirty="0"/>
              <a:t>Held during the solicitation process</a:t>
            </a:r>
          </a:p>
          <a:p>
            <a:pPr marL="1257300" lvl="2" indent="-342900"/>
            <a:r>
              <a:rPr lang="en-US" sz="1900" dirty="0"/>
              <a:t>Will likely be held during Phase 2 at the site of work for the scope of the first Task Order or may be held virtually. </a:t>
            </a:r>
          </a:p>
          <a:p>
            <a:pPr marL="1714500" lvl="3" indent="-342900"/>
            <a:r>
              <a:rPr lang="en-US" sz="1900" dirty="0"/>
              <a:t>Information needed prior to site visit </a:t>
            </a:r>
          </a:p>
          <a:p>
            <a:pPr marL="2171700" lvl="4" indent="-342900"/>
            <a:r>
              <a:rPr lang="en-US" sz="1900" dirty="0"/>
              <a:t>Outlined in the Phase Two amendment to the solicitation</a:t>
            </a:r>
          </a:p>
          <a:p>
            <a:pPr marL="2857500" lvl="5" indent="-342900"/>
            <a:r>
              <a:rPr lang="en-US" sz="1900" dirty="0"/>
              <a:t>Will be required to provide: </a:t>
            </a:r>
          </a:p>
          <a:p>
            <a:pPr marL="3314700" lvl="6" indent="-342900"/>
            <a:r>
              <a:rPr lang="en-US" sz="1900" dirty="0"/>
              <a:t>Name</a:t>
            </a:r>
          </a:p>
          <a:p>
            <a:pPr marL="3314700" lvl="6" indent="-342900"/>
            <a:r>
              <a:rPr lang="en-US" sz="1900" dirty="0"/>
              <a:t>Company Title</a:t>
            </a:r>
          </a:p>
          <a:p>
            <a:pPr marL="3314700" lvl="6" indent="-342900"/>
            <a:r>
              <a:rPr lang="en-US" sz="1900" dirty="0"/>
              <a:t>Job Title</a:t>
            </a:r>
          </a:p>
          <a:p>
            <a:pPr marL="3314700" lvl="6" indent="-342900"/>
            <a:r>
              <a:rPr lang="en-US" sz="1900" dirty="0"/>
              <a:t>Photo Identification</a:t>
            </a:r>
          </a:p>
          <a:p>
            <a:pPr marL="3314700" lvl="6" indent="-342900"/>
            <a:r>
              <a:rPr lang="en-US" sz="1900" dirty="0"/>
              <a:t>PPE</a:t>
            </a:r>
          </a:p>
          <a:p>
            <a:pPr marL="342900" indent="-342900"/>
            <a:r>
              <a:rPr lang="en-US" sz="2000" b="1" dirty="0"/>
              <a:t>Please note: Security clearance for foreign nationals to attend a site visit or to perform onsite work requires a minimum of 4 weeks. </a:t>
            </a:r>
          </a:p>
        </p:txBody>
      </p:sp>
      <p:sp>
        <p:nvSpPr>
          <p:cNvPr id="4" name="Footer Placeholder 3">
            <a:extLst>
              <a:ext uri="{FF2B5EF4-FFF2-40B4-BE49-F238E27FC236}">
                <a16:creationId xmlns:a16="http://schemas.microsoft.com/office/drawing/2014/main" id="{10389872-310F-40D9-B879-7AF0BD9D6217}"/>
              </a:ext>
            </a:extLst>
          </p:cNvPr>
          <p:cNvSpPr>
            <a:spLocks noGrp="1"/>
          </p:cNvSpPr>
          <p:nvPr>
            <p:ph type="ftr" sz="quarter" idx="13"/>
          </p:nvPr>
        </p:nvSpPr>
        <p:spPr/>
        <p:txBody>
          <a:bodyPr/>
          <a:lstStyle/>
          <a:p>
            <a:pPr>
              <a:defRPr/>
            </a:pPr>
            <a:endParaRPr lang="en-US" dirty="0"/>
          </a:p>
        </p:txBody>
      </p:sp>
      <p:sp>
        <p:nvSpPr>
          <p:cNvPr id="5" name="Slide Number Placeholder 4">
            <a:extLst>
              <a:ext uri="{FF2B5EF4-FFF2-40B4-BE49-F238E27FC236}">
                <a16:creationId xmlns:a16="http://schemas.microsoft.com/office/drawing/2014/main" id="{B2C3DEB7-4179-4410-98A3-5649A57D7726}"/>
              </a:ext>
            </a:extLst>
          </p:cNvPr>
          <p:cNvSpPr>
            <a:spLocks noGrp="1"/>
          </p:cNvSpPr>
          <p:nvPr>
            <p:ph type="sldNum" sz="quarter" idx="14"/>
          </p:nvPr>
        </p:nvSpPr>
        <p:spPr/>
        <p:txBody>
          <a:bodyPr/>
          <a:lstStyle/>
          <a:p>
            <a:fld id="{42D6254A-A357-4200-B73D-5001EDA92138}" type="slidenum">
              <a:rPr lang="en-US" smtClean="0"/>
              <a:pPr/>
              <a:t>20</a:t>
            </a:fld>
            <a:endParaRPr lang="en-US" dirty="0"/>
          </a:p>
        </p:txBody>
      </p:sp>
    </p:spTree>
    <p:extLst>
      <p:ext uri="{BB962C8B-B14F-4D97-AF65-F5344CB8AC3E}">
        <p14:creationId xmlns:p14="http://schemas.microsoft.com/office/powerpoint/2010/main" val="18888203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6433D-79BE-4DFC-8A87-F35E683ED173}"/>
              </a:ext>
            </a:extLst>
          </p:cNvPr>
          <p:cNvSpPr>
            <a:spLocks noGrp="1"/>
          </p:cNvSpPr>
          <p:nvPr>
            <p:ph type="title"/>
          </p:nvPr>
        </p:nvSpPr>
        <p:spPr>
          <a:xfrm>
            <a:off x="444910" y="272145"/>
            <a:ext cx="8382000" cy="620132"/>
          </a:xfrm>
        </p:spPr>
        <p:txBody>
          <a:bodyPr/>
          <a:lstStyle/>
          <a:p>
            <a:pPr algn="ctr"/>
            <a:r>
              <a:rPr lang="en-US" dirty="0"/>
              <a:t>Points of Contact </a:t>
            </a:r>
          </a:p>
        </p:txBody>
      </p:sp>
      <p:sp>
        <p:nvSpPr>
          <p:cNvPr id="3" name="Text Placeholder 2">
            <a:extLst>
              <a:ext uri="{FF2B5EF4-FFF2-40B4-BE49-F238E27FC236}">
                <a16:creationId xmlns:a16="http://schemas.microsoft.com/office/drawing/2014/main" id="{97ED5DC3-053A-476B-81D5-DB9F232AC151}"/>
              </a:ext>
            </a:extLst>
          </p:cNvPr>
          <p:cNvSpPr>
            <a:spLocks noGrp="1"/>
          </p:cNvSpPr>
          <p:nvPr>
            <p:ph type="body" sz="quarter" idx="12"/>
          </p:nvPr>
        </p:nvSpPr>
        <p:spPr>
          <a:xfrm>
            <a:off x="238946" y="1774872"/>
            <a:ext cx="8587964" cy="854075"/>
          </a:xfrm>
        </p:spPr>
        <p:txBody>
          <a:bodyPr/>
          <a:lstStyle/>
          <a:p>
            <a:r>
              <a:rPr lang="en-US" sz="1800" dirty="0"/>
              <a:t>Walla Walla District </a:t>
            </a:r>
          </a:p>
          <a:p>
            <a:pPr marL="342900" indent="-342900">
              <a:buFont typeface="Arial" panose="020B0604020202020204" pitchFamily="34" charset="0"/>
              <a:buChar char="•"/>
            </a:pPr>
            <a:r>
              <a:rPr lang="en-US" sz="1800" dirty="0"/>
              <a:t>Cyndi Jacobsen, Contracting Officer, </a:t>
            </a:r>
            <a:r>
              <a:rPr lang="en-US" sz="1800" dirty="0">
                <a:hlinkClick r:id="rId2"/>
              </a:rPr>
              <a:t>Cynthia.h.Jacobsen@usace.army.mil</a:t>
            </a:r>
            <a:r>
              <a:rPr lang="en-US" sz="1800" dirty="0"/>
              <a:t> </a:t>
            </a:r>
          </a:p>
          <a:p>
            <a:pPr marL="342900" indent="-342900">
              <a:buFont typeface="Arial" panose="020B0604020202020204" pitchFamily="34" charset="0"/>
              <a:buChar char="•"/>
            </a:pPr>
            <a:r>
              <a:rPr lang="en-US" sz="1800" dirty="0"/>
              <a:t>Chandra Crow, Contract Specialist, </a:t>
            </a:r>
            <a:r>
              <a:rPr lang="en-US" sz="1800" dirty="0">
                <a:hlinkClick r:id="rId3"/>
              </a:rPr>
              <a:t>Chandra.d.crow@usace.army.mil</a:t>
            </a:r>
            <a:r>
              <a:rPr lang="en-US" sz="1800" dirty="0"/>
              <a:t> </a:t>
            </a:r>
          </a:p>
          <a:p>
            <a:pPr marL="342900" indent="-342900">
              <a:buFont typeface="Arial" panose="020B0604020202020204" pitchFamily="34" charset="0"/>
              <a:buChar char="•"/>
            </a:pPr>
            <a:r>
              <a:rPr lang="en-US" sz="1800" dirty="0"/>
              <a:t>Preston Jones</a:t>
            </a:r>
            <a:r>
              <a:rPr lang="en-US" sz="1800"/>
              <a:t>, Secondary </a:t>
            </a:r>
            <a:r>
              <a:rPr lang="en-US" sz="1800" dirty="0"/>
              <a:t>Contract Specialist, </a:t>
            </a:r>
            <a:r>
              <a:rPr lang="en-US" sz="1800" dirty="0">
                <a:hlinkClick r:id="rId4"/>
              </a:rPr>
              <a:t>Preston.e.jones@usace.army.mil</a:t>
            </a:r>
            <a:r>
              <a:rPr lang="en-US" sz="1800" dirty="0"/>
              <a:t> </a:t>
            </a:r>
          </a:p>
          <a:p>
            <a:endParaRPr lang="en-US" sz="1800" dirty="0"/>
          </a:p>
          <a:p>
            <a:r>
              <a:rPr lang="en-US" sz="1800" dirty="0"/>
              <a:t>Internet Links: </a:t>
            </a:r>
          </a:p>
          <a:p>
            <a:pPr marL="342900" indent="-342900">
              <a:buFont typeface="Arial" panose="020B0604020202020204" pitchFamily="34" charset="0"/>
              <a:buChar char="•"/>
            </a:pPr>
            <a:r>
              <a:rPr lang="en-US" sz="1800" dirty="0"/>
              <a:t>SAM.gov</a:t>
            </a:r>
          </a:p>
          <a:p>
            <a:pPr marL="342900" indent="-342900">
              <a:buFont typeface="Arial" panose="020B0604020202020204" pitchFamily="34" charset="0"/>
              <a:buChar char="•"/>
            </a:pPr>
            <a:r>
              <a:rPr lang="en-US" sz="1800" dirty="0">
                <a:hlinkClick r:id="rId5"/>
              </a:rPr>
              <a:t>https://www.acquisition.gov/</a:t>
            </a:r>
            <a:r>
              <a:rPr lang="en-US" sz="1800" dirty="0"/>
              <a:t> (Federal Acquisition Regulation) </a:t>
            </a:r>
          </a:p>
        </p:txBody>
      </p:sp>
      <p:sp>
        <p:nvSpPr>
          <p:cNvPr id="4" name="Footer Placeholder 3">
            <a:extLst>
              <a:ext uri="{FF2B5EF4-FFF2-40B4-BE49-F238E27FC236}">
                <a16:creationId xmlns:a16="http://schemas.microsoft.com/office/drawing/2014/main" id="{D689ED51-C0FB-457C-94B6-6A2F4E1923D6}"/>
              </a:ext>
            </a:extLst>
          </p:cNvPr>
          <p:cNvSpPr>
            <a:spLocks noGrp="1"/>
          </p:cNvSpPr>
          <p:nvPr>
            <p:ph type="ftr" sz="quarter" idx="13"/>
          </p:nvPr>
        </p:nvSpPr>
        <p:spPr/>
        <p:txBody>
          <a:bodyPr/>
          <a:lstStyle/>
          <a:p>
            <a:pPr>
              <a:defRPr/>
            </a:pPr>
            <a:endParaRPr lang="en-US" dirty="0"/>
          </a:p>
        </p:txBody>
      </p:sp>
      <p:sp>
        <p:nvSpPr>
          <p:cNvPr id="5" name="Slide Number Placeholder 4">
            <a:extLst>
              <a:ext uri="{FF2B5EF4-FFF2-40B4-BE49-F238E27FC236}">
                <a16:creationId xmlns:a16="http://schemas.microsoft.com/office/drawing/2014/main" id="{C533C78F-9246-4DF6-A4B7-66A8E4700526}"/>
              </a:ext>
            </a:extLst>
          </p:cNvPr>
          <p:cNvSpPr>
            <a:spLocks noGrp="1"/>
          </p:cNvSpPr>
          <p:nvPr>
            <p:ph type="sldNum" sz="quarter" idx="14"/>
          </p:nvPr>
        </p:nvSpPr>
        <p:spPr/>
        <p:txBody>
          <a:bodyPr/>
          <a:lstStyle/>
          <a:p>
            <a:fld id="{42D6254A-A357-4200-B73D-5001EDA92138}" type="slidenum">
              <a:rPr lang="en-US" smtClean="0"/>
              <a:pPr/>
              <a:t>21</a:t>
            </a:fld>
            <a:endParaRPr lang="en-US" dirty="0"/>
          </a:p>
        </p:txBody>
      </p:sp>
    </p:spTree>
    <p:extLst>
      <p:ext uri="{BB962C8B-B14F-4D97-AF65-F5344CB8AC3E}">
        <p14:creationId xmlns:p14="http://schemas.microsoft.com/office/powerpoint/2010/main" val="1535135382"/>
      </p:ext>
    </p:extLst>
  </p:cSld>
  <p:clrMapOvr>
    <a:masterClrMapping/>
  </p:clrMapOvr>
</p:sld>
</file>

<file path=ppt/theme/theme1.xml><?xml version="1.0" encoding="utf-8"?>
<a:theme xmlns:a="http://schemas.openxmlformats.org/drawingml/2006/main" name="Title Slide Templates">
  <a:themeElements>
    <a:clrScheme name="Custom 2">
      <a:dk1>
        <a:srgbClr val="000000"/>
      </a:dk1>
      <a:lt1>
        <a:srgbClr val="FFFFFF"/>
      </a:lt1>
      <a:dk2>
        <a:srgbClr val="83847A"/>
      </a:dk2>
      <a:lt2>
        <a:srgbClr val="A3A3A3"/>
      </a:lt2>
      <a:accent1>
        <a:srgbClr val="82786F"/>
      </a:accent1>
      <a:accent2>
        <a:srgbClr val="6E8778"/>
      </a:accent2>
      <a:accent3>
        <a:srgbClr val="705C38"/>
      </a:accent3>
      <a:accent4>
        <a:srgbClr val="3E6682"/>
      </a:accent4>
      <a:accent5>
        <a:srgbClr val="663830"/>
      </a:accent5>
      <a:accent6>
        <a:srgbClr val="EF4135"/>
      </a:accent6>
      <a:hlink>
        <a:srgbClr val="3E6682"/>
      </a:hlink>
      <a:folHlink>
        <a:srgbClr val="EF4135"/>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78716D87-7E03-45E0-B0FD-33082A230BB4}" vid="{2FBFD162-1A33-4D3C-9A4E-25AC5DA4971C}"/>
    </a:ext>
  </a:extLst>
</a:theme>
</file>

<file path=ppt/theme/theme2.xml><?xml version="1.0" encoding="utf-8"?>
<a:theme xmlns:a="http://schemas.openxmlformats.org/drawingml/2006/main" name="Content Templates">
  <a:themeElements>
    <a:clrScheme name="USACE COLOR SCHEME">
      <a:dk1>
        <a:srgbClr val="000000"/>
      </a:dk1>
      <a:lt1>
        <a:srgbClr val="83847A"/>
      </a:lt1>
      <a:dk2>
        <a:srgbClr val="FFFFFF"/>
      </a:dk2>
      <a:lt2>
        <a:srgbClr val="A3A3A3"/>
      </a:lt2>
      <a:accent1>
        <a:srgbClr val="82786F"/>
      </a:accent1>
      <a:accent2>
        <a:srgbClr val="6E8778"/>
      </a:accent2>
      <a:accent3>
        <a:srgbClr val="705C38"/>
      </a:accent3>
      <a:accent4>
        <a:srgbClr val="3E6682"/>
      </a:accent4>
      <a:accent5>
        <a:srgbClr val="663830"/>
      </a:accent5>
      <a:accent6>
        <a:srgbClr val="EF4135"/>
      </a:accent6>
      <a:hlink>
        <a:srgbClr val="3E6682"/>
      </a:hlink>
      <a:folHlink>
        <a:srgbClr val="EF4135"/>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Presentation1" id="{78716D87-7E03-45E0-B0FD-33082A230BB4}" vid="{8B72B352-3F7B-4112-BB73-F0A4A820AC4F}"/>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Remarks xmlns="bdbce0bc-0cd4-4a06-85b8-b1adbd23d35f" xsi:nil="true"/>
    <Comments xmlns="bdbce0bc-0cd4-4a06-85b8-b1adbd23d35f"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C996B368C73FE4AA0BBBA3941F6390C" ma:contentTypeVersion="3" ma:contentTypeDescription="Create a new document." ma:contentTypeScope="" ma:versionID="6dc1e59dd3f4d6e14b5906ef2cb782ff">
  <xsd:schema xmlns:xsd="http://www.w3.org/2001/XMLSchema" xmlns:xs="http://www.w3.org/2001/XMLSchema" xmlns:p="http://schemas.microsoft.com/office/2006/metadata/properties" xmlns:ns2="bdbce0bc-0cd4-4a06-85b8-b1adbd23d35f" targetNamespace="http://schemas.microsoft.com/office/2006/metadata/properties" ma:root="true" ma:fieldsID="db8e879b317b885a58d09bb05c819e36" ns2:_="">
    <xsd:import namespace="bdbce0bc-0cd4-4a06-85b8-b1adbd23d35f"/>
    <xsd:element name="properties">
      <xsd:complexType>
        <xsd:sequence>
          <xsd:element name="documentManagement">
            <xsd:complexType>
              <xsd:all>
                <xsd:element ref="ns2:Comments" minOccurs="0"/>
                <xsd:element ref="ns2:Remark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dbce0bc-0cd4-4a06-85b8-b1adbd23d35f" elementFormDefault="qualified">
    <xsd:import namespace="http://schemas.microsoft.com/office/2006/documentManagement/types"/>
    <xsd:import namespace="http://schemas.microsoft.com/office/infopath/2007/PartnerControls"/>
    <xsd:element name="Comments" ma:index="8" nillable="true" ma:displayName="Comments" ma:internalName="Comments">
      <xsd:simpleType>
        <xsd:restriction base="dms:Note">
          <xsd:maxLength value="255"/>
        </xsd:restriction>
      </xsd:simpleType>
    </xsd:element>
    <xsd:element name="Remarks" ma:index="9" nillable="true" ma:displayName="Remarks" ma:internalName="Remarks">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794445A-ABAD-4A3D-A9B6-1EDC01732E8B}">
  <ds:schemaRefs>
    <ds:schemaRef ds:uri="http://schemas.microsoft.com/sharepoint/v3/contenttype/forms"/>
  </ds:schemaRefs>
</ds:datastoreItem>
</file>

<file path=customXml/itemProps2.xml><?xml version="1.0" encoding="utf-8"?>
<ds:datastoreItem xmlns:ds="http://schemas.openxmlformats.org/officeDocument/2006/customXml" ds:itemID="{A92B4517-A5ED-475D-B7B1-B8232D39B467}">
  <ds:schemaRefs>
    <ds:schemaRef ds:uri="http://www.w3.org/XML/1998/namespace"/>
    <ds:schemaRef ds:uri="http://schemas.microsoft.com/office/2006/metadata/properties"/>
    <ds:schemaRef ds:uri="http://schemas.microsoft.com/office/2006/documentManagement/types"/>
    <ds:schemaRef ds:uri="http://purl.org/dc/terms/"/>
    <ds:schemaRef ds:uri="bdbce0bc-0cd4-4a06-85b8-b1adbd23d35f"/>
    <ds:schemaRef ds:uri="http://schemas.openxmlformats.org/package/2006/metadata/core-properties"/>
    <ds:schemaRef ds:uri="http://purl.org/dc/dcmitype/"/>
    <ds:schemaRef ds:uri="http://schemas.microsoft.com/office/infopath/2007/PartnerControls"/>
    <ds:schemaRef ds:uri="http://purl.org/dc/elements/1.1/"/>
  </ds:schemaRefs>
</ds:datastoreItem>
</file>

<file path=customXml/itemProps3.xml><?xml version="1.0" encoding="utf-8"?>
<ds:datastoreItem xmlns:ds="http://schemas.openxmlformats.org/officeDocument/2006/customXml" ds:itemID="{20BC1C2C-3BA9-4A90-A998-2D63E76791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dbce0bc-0cd4-4a06-85b8-b1adbd23d35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2859</TotalTime>
  <Words>1007</Words>
  <Application>Microsoft Office PowerPoint</Application>
  <PresentationFormat>On-screen Show (4:3)</PresentationFormat>
  <Paragraphs>178</Paragraphs>
  <Slides>21</Slides>
  <Notes>0</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21</vt:i4>
      </vt:variant>
    </vt:vector>
  </HeadingPairs>
  <TitlesOfParts>
    <vt:vector size="25" baseType="lpstr">
      <vt:lpstr>Arial</vt:lpstr>
      <vt:lpstr>Calibri</vt:lpstr>
      <vt:lpstr>Title Slide Templates</vt:lpstr>
      <vt:lpstr>Content Templates</vt:lpstr>
      <vt:lpstr>USACE Northwestern division  multiple award task order contract  for Cranes, hoists and lifting devices   industry day </vt:lpstr>
      <vt:lpstr>Welcome </vt:lpstr>
      <vt:lpstr>Topics of discussion</vt:lpstr>
      <vt:lpstr>Rules of Engagement</vt:lpstr>
      <vt:lpstr>Rules of engagement</vt:lpstr>
      <vt:lpstr>Project Information</vt:lpstr>
      <vt:lpstr>Notional Phase 1 project milestones</vt:lpstr>
      <vt:lpstr>Notional Phase 2 Project Milestones</vt:lpstr>
      <vt:lpstr>Project overview</vt:lpstr>
      <vt:lpstr>mission</vt:lpstr>
      <vt:lpstr>Sites / locations</vt:lpstr>
      <vt:lpstr>Multiple award task order contract scope of work </vt:lpstr>
      <vt:lpstr>Multiple award task order contract Scope of work </vt:lpstr>
      <vt:lpstr>Acquisition strategy </vt:lpstr>
      <vt:lpstr>Contracting overview</vt:lpstr>
      <vt:lpstr>Two-Phase design-build selection procedures</vt:lpstr>
      <vt:lpstr>Two-Phase design-build selection procedures</vt:lpstr>
      <vt:lpstr>Key contractual aspects</vt:lpstr>
      <vt:lpstr>Period of performance</vt:lpstr>
      <vt:lpstr>Site visit</vt:lpstr>
      <vt:lpstr>Points of Contact </vt:lpstr>
    </vt:vector>
  </TitlesOfParts>
  <Company>United States Army</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SLIDE OPTION 1 PRESENTATION TITLE HERE KEEP LEFT JUSTIFIED</dc:title>
  <dc:creator>G6PA9ELW</dc:creator>
  <cp:lastModifiedBy>Crow, Chandra D CIV USARMY CENWW (USA)</cp:lastModifiedBy>
  <cp:revision>104</cp:revision>
  <dcterms:created xsi:type="dcterms:W3CDTF">2016-05-03T16:10:38Z</dcterms:created>
  <dcterms:modified xsi:type="dcterms:W3CDTF">2025-03-03T22:48:34Z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0x0101004C996B368C73FE4AA0BBBA3941F6390C</vt:lpwstr>
  </property>
</Properties>
</file>