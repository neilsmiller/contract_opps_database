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0.xml" ContentType="application/vnd.openxmlformats-officedocument.themeOverride+xml"/>
  <Override PartName="/ppt/notesSlides/notesSlide14.xml" ContentType="application/vnd.openxmlformats-officedocument.presentationml.notesSlide+xml"/>
  <Override PartName="/ppt/theme/themeOverride11.xml" ContentType="application/vnd.openxmlformats-officedocument.themeOverride+xml"/>
  <Override PartName="/ppt/notesSlides/notesSlide15.xml" ContentType="application/vnd.openxmlformats-officedocument.presentationml.notesSlide+xml"/>
  <Override PartName="/ppt/theme/themeOverride12.xml" ContentType="application/vnd.openxmlformats-officedocument.themeOverride+xml"/>
  <Override PartName="/ppt/notesSlides/notesSlide16.xml" ContentType="application/vnd.openxmlformats-officedocument.presentationml.notesSlide+xml"/>
  <Override PartName="/ppt/theme/themeOverride13.xml" ContentType="application/vnd.openxmlformats-officedocument.themeOverride+xml"/>
  <Override PartName="/ppt/notesSlides/notesSlide17.xml" ContentType="application/vnd.openxmlformats-officedocument.presentationml.notesSlide+xml"/>
  <Override PartName="/ppt/theme/themeOverride14.xml" ContentType="application/vnd.openxmlformats-officedocument.themeOverride+xml"/>
  <Override PartName="/ppt/notesSlides/notesSlide18.xml" ContentType="application/vnd.openxmlformats-officedocument.presentationml.notesSlide+xml"/>
  <Override PartName="/ppt/theme/themeOverride15.xml" ContentType="application/vnd.openxmlformats-officedocument.themeOverr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 id="2147483752" r:id="rId5"/>
    <p:sldMasterId id="2147486440" r:id="rId6"/>
    <p:sldMasterId id="2147486450" r:id="rId7"/>
  </p:sldMasterIdLst>
  <p:notesMasterIdLst>
    <p:notesMasterId r:id="rId28"/>
  </p:notesMasterIdLst>
  <p:handoutMasterIdLst>
    <p:handoutMasterId r:id="rId29"/>
  </p:handoutMasterIdLst>
  <p:sldIdLst>
    <p:sldId id="663" r:id="rId8"/>
    <p:sldId id="748" r:id="rId9"/>
    <p:sldId id="747" r:id="rId10"/>
    <p:sldId id="752" r:id="rId11"/>
    <p:sldId id="664" r:id="rId12"/>
    <p:sldId id="665" r:id="rId13"/>
    <p:sldId id="750" r:id="rId14"/>
    <p:sldId id="753" r:id="rId15"/>
    <p:sldId id="670" r:id="rId16"/>
    <p:sldId id="715" r:id="rId17"/>
    <p:sldId id="742" r:id="rId18"/>
    <p:sldId id="754" r:id="rId19"/>
    <p:sldId id="676" r:id="rId20"/>
    <p:sldId id="749" r:id="rId21"/>
    <p:sldId id="744" r:id="rId22"/>
    <p:sldId id="755" r:id="rId23"/>
    <p:sldId id="718" r:id="rId24"/>
    <p:sldId id="746" r:id="rId25"/>
    <p:sldId id="756" r:id="rId26"/>
    <p:sldId id="740" r:id="rId27"/>
  </p:sldIdLst>
  <p:sldSz cx="9144000" cy="6858000" type="screen4x3"/>
  <p:notesSz cx="9309100" cy="7023100"/>
  <p:defaultTextStyle>
    <a:defPPr>
      <a:defRPr lang="en-US"/>
    </a:defPPr>
    <a:lvl1pPr algn="l" rtl="0" fontAlgn="base">
      <a:spcBef>
        <a:spcPct val="0"/>
      </a:spcBef>
      <a:spcAft>
        <a:spcPct val="0"/>
      </a:spcAft>
      <a:defRPr sz="4400" b="1" i="1" kern="1200">
        <a:solidFill>
          <a:schemeClr val="tx2"/>
        </a:solidFill>
        <a:latin typeface="Arial" charset="0"/>
        <a:ea typeface="+mn-ea"/>
        <a:cs typeface="Arial" charset="0"/>
      </a:defRPr>
    </a:lvl1pPr>
    <a:lvl2pPr marL="457200" algn="l" rtl="0" fontAlgn="base">
      <a:spcBef>
        <a:spcPct val="0"/>
      </a:spcBef>
      <a:spcAft>
        <a:spcPct val="0"/>
      </a:spcAft>
      <a:defRPr sz="4400" b="1" i="1" kern="1200">
        <a:solidFill>
          <a:schemeClr val="tx2"/>
        </a:solidFill>
        <a:latin typeface="Arial" charset="0"/>
        <a:ea typeface="+mn-ea"/>
        <a:cs typeface="Arial" charset="0"/>
      </a:defRPr>
    </a:lvl2pPr>
    <a:lvl3pPr marL="914400" algn="l" rtl="0" fontAlgn="base">
      <a:spcBef>
        <a:spcPct val="0"/>
      </a:spcBef>
      <a:spcAft>
        <a:spcPct val="0"/>
      </a:spcAft>
      <a:defRPr sz="4400" b="1" i="1" kern="1200">
        <a:solidFill>
          <a:schemeClr val="tx2"/>
        </a:solidFill>
        <a:latin typeface="Arial" charset="0"/>
        <a:ea typeface="+mn-ea"/>
        <a:cs typeface="Arial" charset="0"/>
      </a:defRPr>
    </a:lvl3pPr>
    <a:lvl4pPr marL="1371600" algn="l" rtl="0" fontAlgn="base">
      <a:spcBef>
        <a:spcPct val="0"/>
      </a:spcBef>
      <a:spcAft>
        <a:spcPct val="0"/>
      </a:spcAft>
      <a:defRPr sz="4400" b="1" i="1" kern="1200">
        <a:solidFill>
          <a:schemeClr val="tx2"/>
        </a:solidFill>
        <a:latin typeface="Arial" charset="0"/>
        <a:ea typeface="+mn-ea"/>
        <a:cs typeface="Arial" charset="0"/>
      </a:defRPr>
    </a:lvl4pPr>
    <a:lvl5pPr marL="1828800" algn="l" rtl="0" fontAlgn="base">
      <a:spcBef>
        <a:spcPct val="0"/>
      </a:spcBef>
      <a:spcAft>
        <a:spcPct val="0"/>
      </a:spcAft>
      <a:defRPr sz="4400" b="1" i="1" kern="1200">
        <a:solidFill>
          <a:schemeClr val="tx2"/>
        </a:solidFill>
        <a:latin typeface="Arial" charset="0"/>
        <a:ea typeface="+mn-ea"/>
        <a:cs typeface="Arial" charset="0"/>
      </a:defRPr>
    </a:lvl5pPr>
    <a:lvl6pPr marL="2286000" algn="l" defTabSz="914400" rtl="0" eaLnBrk="1" latinLnBrk="0" hangingPunct="1">
      <a:defRPr sz="4400" b="1" i="1" kern="1200">
        <a:solidFill>
          <a:schemeClr val="tx2"/>
        </a:solidFill>
        <a:latin typeface="Arial" charset="0"/>
        <a:ea typeface="+mn-ea"/>
        <a:cs typeface="Arial" charset="0"/>
      </a:defRPr>
    </a:lvl6pPr>
    <a:lvl7pPr marL="2743200" algn="l" defTabSz="914400" rtl="0" eaLnBrk="1" latinLnBrk="0" hangingPunct="1">
      <a:defRPr sz="4400" b="1" i="1" kern="1200">
        <a:solidFill>
          <a:schemeClr val="tx2"/>
        </a:solidFill>
        <a:latin typeface="Arial" charset="0"/>
        <a:ea typeface="+mn-ea"/>
        <a:cs typeface="Arial" charset="0"/>
      </a:defRPr>
    </a:lvl7pPr>
    <a:lvl8pPr marL="3200400" algn="l" defTabSz="914400" rtl="0" eaLnBrk="1" latinLnBrk="0" hangingPunct="1">
      <a:defRPr sz="4400" b="1" i="1" kern="1200">
        <a:solidFill>
          <a:schemeClr val="tx2"/>
        </a:solidFill>
        <a:latin typeface="Arial" charset="0"/>
        <a:ea typeface="+mn-ea"/>
        <a:cs typeface="Arial" charset="0"/>
      </a:defRPr>
    </a:lvl8pPr>
    <a:lvl9pPr marL="3657600" algn="l" defTabSz="914400" rtl="0" eaLnBrk="1" latinLnBrk="0" hangingPunct="1">
      <a:defRPr sz="4400" b="1" i="1"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480">
          <p15:clr>
            <a:srgbClr val="A4A3A4"/>
          </p15:clr>
        </p15:guide>
        <p15:guide id="2" pos="1344">
          <p15:clr>
            <a:srgbClr val="A4A3A4"/>
          </p15:clr>
        </p15:guide>
        <p15:guide id="3" orient="horz" pos="576">
          <p15:clr>
            <a:srgbClr val="A4A3A4"/>
          </p15:clr>
        </p15:guide>
        <p15:guide id="4" pos="1632">
          <p15:clr>
            <a:srgbClr val="A4A3A4"/>
          </p15:clr>
        </p15:guide>
      </p15:sldGuideLst>
    </p:ext>
    <p:ext uri="{2D200454-40CA-4A62-9FC3-DE9A4176ACB9}">
      <p15:notesGuideLst xmlns:p15="http://schemas.microsoft.com/office/powerpoint/2012/main">
        <p15:guide id="1" orient="horz" pos="2932">
          <p15:clr>
            <a:srgbClr val="A4A3A4"/>
          </p15:clr>
        </p15:guide>
        <p15:guide id="2" pos="2213">
          <p15:clr>
            <a:srgbClr val="A4A3A4"/>
          </p15:clr>
        </p15:guide>
        <p15:guide id="3" orient="horz" pos="2212">
          <p15:clr>
            <a:srgbClr val="A4A3A4"/>
          </p15:clr>
        </p15:guide>
        <p15:guide id="4" pos="2933">
          <p15:clr>
            <a:srgbClr val="A4A3A4"/>
          </p15:clr>
        </p15:guide>
        <p15:guide id="5" orient="horz" pos="2927">
          <p15:clr>
            <a:srgbClr val="A4A3A4"/>
          </p15:clr>
        </p15:guide>
        <p15:guide id="6" orient="horz" pos="2208">
          <p15:clr>
            <a:srgbClr val="A4A3A4"/>
          </p15:clr>
        </p15:guide>
        <p15:guide id="7" pos="2210">
          <p15:clr>
            <a:srgbClr val="A4A3A4"/>
          </p15:clr>
        </p15:guide>
        <p15:guide id="8" pos="2929">
          <p15:clr>
            <a:srgbClr val="A4A3A4"/>
          </p15:clr>
        </p15:guide>
        <p15:guide id="9" orient="horz" pos="2937">
          <p15:clr>
            <a:srgbClr val="A4A3A4"/>
          </p15:clr>
        </p15:guide>
        <p15:guide id="10" orient="horz" pos="2216">
          <p15:clr>
            <a:srgbClr val="A4A3A4"/>
          </p15:clr>
        </p15:guide>
        <p15:guide id="11" pos="2216">
          <p15:clr>
            <a:srgbClr val="A4A3A4"/>
          </p15:clr>
        </p15:guide>
        <p15:guide id="12" pos="29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0000"/>
    <a:srgbClr val="FF9900"/>
    <a:srgbClr val="0000FF"/>
    <a:srgbClr val="FFE89F"/>
    <a:srgbClr val="FFFF99"/>
    <a:srgbClr val="FFD653"/>
    <a:srgbClr val="FFFFCC"/>
    <a:srgbClr val="FFCC00"/>
    <a:srgbClr val="FEC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7482" autoAdjust="0"/>
  </p:normalViewPr>
  <p:slideViewPr>
    <p:cSldViewPr>
      <p:cViewPr varScale="1">
        <p:scale>
          <a:sx n="88" d="100"/>
          <a:sy n="88" d="100"/>
        </p:scale>
        <p:origin x="533" y="53"/>
      </p:cViewPr>
      <p:guideLst>
        <p:guide orient="horz" pos="480"/>
        <p:guide pos="1344"/>
        <p:guide orient="horz" pos="576"/>
        <p:guide pos="1632"/>
      </p:guideLst>
    </p:cSldViewPr>
  </p:slideViewPr>
  <p:outlineViewPr>
    <p:cViewPr>
      <p:scale>
        <a:sx n="33" d="100"/>
        <a:sy n="33" d="100"/>
      </p:scale>
      <p:origin x="0" y="0"/>
    </p:cViewPr>
  </p:outlineViewPr>
  <p:notesTextViewPr>
    <p:cViewPr>
      <p:scale>
        <a:sx n="3" d="2"/>
        <a:sy n="3" d="2"/>
      </p:scale>
      <p:origin x="0" y="0"/>
    </p:cViewPr>
  </p:notesTextViewPr>
  <p:sorterViewPr>
    <p:cViewPr>
      <p:scale>
        <a:sx n="175" d="100"/>
        <a:sy n="175" d="100"/>
      </p:scale>
      <p:origin x="0" y="-12760"/>
    </p:cViewPr>
  </p:sorterViewPr>
  <p:notesViewPr>
    <p:cSldViewPr>
      <p:cViewPr>
        <p:scale>
          <a:sx n="60" d="100"/>
          <a:sy n="60" d="100"/>
        </p:scale>
        <p:origin x="-2550" y="-768"/>
      </p:cViewPr>
      <p:guideLst>
        <p:guide orient="horz" pos="2932"/>
        <p:guide pos="2213"/>
        <p:guide orient="horz" pos="2212"/>
        <p:guide pos="2933"/>
        <p:guide orient="horz" pos="2927"/>
        <p:guide orient="horz" pos="2208"/>
        <p:guide pos="2210"/>
        <p:guide pos="2929"/>
        <p:guide orient="horz" pos="2937"/>
        <p:guide orient="horz" pos="2216"/>
        <p:guide pos="2216"/>
        <p:guide pos="29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egel, Scott A CIV USN COMNAVSEASYSCOM DC (USA)" userId="5348dc0e-4be4-40b8-967a-fcea991094dd" providerId="ADAL" clId="{1D981CFD-004F-48DC-A26A-CCFDFC14DE24}"/>
    <pc:docChg chg="modSld">
      <pc:chgData name="Schwegel, Scott A CIV USN COMNAVSEASYSCOM DC (USA)" userId="5348dc0e-4be4-40b8-967a-fcea991094dd" providerId="ADAL" clId="{1D981CFD-004F-48DC-A26A-CCFDFC14DE24}" dt="2024-02-21T20:47:58.175" v="22" actId="1036"/>
      <pc:docMkLst>
        <pc:docMk/>
      </pc:docMkLst>
      <pc:sldChg chg="addSp modSp mod">
        <pc:chgData name="Schwegel, Scott A CIV USN COMNAVSEASYSCOM DC (USA)" userId="5348dc0e-4be4-40b8-967a-fcea991094dd" providerId="ADAL" clId="{1D981CFD-004F-48DC-A26A-CCFDFC14DE24}" dt="2024-02-21T20:47:58.175" v="22" actId="1036"/>
        <pc:sldMkLst>
          <pc:docMk/>
          <pc:sldMk cId="3895135314" sldId="750"/>
        </pc:sldMkLst>
        <pc:spChg chg="mod">
          <ac:chgData name="Schwegel, Scott A CIV USN COMNAVSEASYSCOM DC (USA)" userId="5348dc0e-4be4-40b8-967a-fcea991094dd" providerId="ADAL" clId="{1D981CFD-004F-48DC-A26A-CCFDFC14DE24}" dt="2024-02-21T20:47:58.175" v="22" actId="1036"/>
          <ac:spMkLst>
            <pc:docMk/>
            <pc:sldMk cId="3895135314" sldId="750"/>
            <ac:spMk id="2" creationId="{CA6B09FD-BD0B-0B7D-52DB-C5B58E3029D1}"/>
          </ac:spMkLst>
        </pc:spChg>
        <pc:picChg chg="add mod ord">
          <ac:chgData name="Schwegel, Scott A CIV USN COMNAVSEASYSCOM DC (USA)" userId="5348dc0e-4be4-40b8-967a-fcea991094dd" providerId="ADAL" clId="{1D981CFD-004F-48DC-A26A-CCFDFC14DE24}" dt="2024-02-21T20:47:48.163" v="14" actId="1076"/>
          <ac:picMkLst>
            <pc:docMk/>
            <pc:sldMk cId="3895135314" sldId="750"/>
            <ac:picMk id="5" creationId="{041CB1E9-B789-7338-65D9-57268F6E53C0}"/>
          </ac:picMkLst>
        </pc:picChg>
      </pc:sldChg>
    </pc:docChg>
  </pc:docChgLst>
  <pc:docChgLst>
    <pc:chgData name="Schwegel, Scott A CIV USN COMNAVSEASYSCOM DC (USA)" userId="5348dc0e-4be4-40b8-967a-fcea991094dd" providerId="ADAL" clId="{81ED142D-7801-4C09-928C-17F68626452C}"/>
    <pc:docChg chg="custSel modSld">
      <pc:chgData name="Schwegel, Scott A CIV USN COMNAVSEASYSCOM DC (USA)" userId="5348dc0e-4be4-40b8-967a-fcea991094dd" providerId="ADAL" clId="{81ED142D-7801-4C09-928C-17F68626452C}" dt="2024-02-21T14:30:51.748" v="5" actId="478"/>
      <pc:docMkLst>
        <pc:docMk/>
      </pc:docMkLst>
      <pc:sldChg chg="addSp delSp modSp mod">
        <pc:chgData name="Schwegel, Scott A CIV USN COMNAVSEASYSCOM DC (USA)" userId="5348dc0e-4be4-40b8-967a-fcea991094dd" providerId="ADAL" clId="{81ED142D-7801-4C09-928C-17F68626452C}" dt="2024-02-21T14:30:51.748" v="5" actId="478"/>
        <pc:sldMkLst>
          <pc:docMk/>
          <pc:sldMk cId="3895135314" sldId="750"/>
        </pc:sldMkLst>
        <pc:picChg chg="del">
          <ac:chgData name="Schwegel, Scott A CIV USN COMNAVSEASYSCOM DC (USA)" userId="5348dc0e-4be4-40b8-967a-fcea991094dd" providerId="ADAL" clId="{81ED142D-7801-4C09-928C-17F68626452C}" dt="2024-02-21T14:29:56.480" v="0" actId="478"/>
          <ac:picMkLst>
            <pc:docMk/>
            <pc:sldMk cId="3895135314" sldId="750"/>
            <ac:picMk id="5" creationId="{5F7D24FF-9611-2386-2728-6731BC280CB0}"/>
          </ac:picMkLst>
        </pc:picChg>
        <pc:picChg chg="add del mod ord">
          <ac:chgData name="Schwegel, Scott A CIV USN COMNAVSEASYSCOM DC (USA)" userId="5348dc0e-4be4-40b8-967a-fcea991094dd" providerId="ADAL" clId="{81ED142D-7801-4C09-928C-17F68626452C}" dt="2024-02-21T14:30:51.748" v="5" actId="478"/>
          <ac:picMkLst>
            <pc:docMk/>
            <pc:sldMk cId="3895135314" sldId="750"/>
            <ac:picMk id="6" creationId="{BFE666AD-FF9C-6B94-8A02-694C0ED88A6C}"/>
          </ac:picMkLst>
        </pc:picChg>
      </pc:sldChg>
    </pc:docChg>
  </pc:docChgLst>
  <pc:docChgLst>
    <pc:chgData name="Schwegel, Scott A CIV USN COMNAVSEASYSCOM DC (USA)" userId="5348dc0e-4be4-40b8-967a-fcea991094dd" providerId="ADAL" clId="{16083328-2F9D-41E1-B5BA-D0401E08EE30}"/>
    <pc:docChg chg="custSel modSld">
      <pc:chgData name="Schwegel, Scott A CIV USN COMNAVSEASYSCOM DC (USA)" userId="5348dc0e-4be4-40b8-967a-fcea991094dd" providerId="ADAL" clId="{16083328-2F9D-41E1-B5BA-D0401E08EE30}" dt="2024-04-05T15:20:07.042" v="139" actId="1076"/>
      <pc:docMkLst>
        <pc:docMk/>
      </pc:docMkLst>
      <pc:sldChg chg="modSp mod">
        <pc:chgData name="Schwegel, Scott A CIV USN COMNAVSEASYSCOM DC (USA)" userId="5348dc0e-4be4-40b8-967a-fcea991094dd" providerId="ADAL" clId="{16083328-2F9D-41E1-B5BA-D0401E08EE30}" dt="2024-04-05T14:53:33.191" v="5" actId="20577"/>
        <pc:sldMkLst>
          <pc:docMk/>
          <pc:sldMk cId="3665051969" sldId="663"/>
        </pc:sldMkLst>
        <pc:spChg chg="mod">
          <ac:chgData name="Schwegel, Scott A CIV USN COMNAVSEASYSCOM DC (USA)" userId="5348dc0e-4be4-40b8-967a-fcea991094dd" providerId="ADAL" clId="{16083328-2F9D-41E1-B5BA-D0401E08EE30}" dt="2024-04-05T14:53:33.191" v="5" actId="20577"/>
          <ac:spMkLst>
            <pc:docMk/>
            <pc:sldMk cId="3665051969" sldId="663"/>
            <ac:spMk id="7" creationId="{00000000-0000-0000-0000-000000000000}"/>
          </ac:spMkLst>
        </pc:spChg>
      </pc:sldChg>
      <pc:sldChg chg="addSp delSp modSp mod">
        <pc:chgData name="Schwegel, Scott A CIV USN COMNAVSEASYSCOM DC (USA)" userId="5348dc0e-4be4-40b8-967a-fcea991094dd" providerId="ADAL" clId="{16083328-2F9D-41E1-B5BA-D0401E08EE30}" dt="2024-04-05T15:09:21.682" v="82" actId="20577"/>
        <pc:sldMkLst>
          <pc:docMk/>
          <pc:sldMk cId="3061520459" sldId="664"/>
        </pc:sldMkLst>
        <pc:spChg chg="mod">
          <ac:chgData name="Schwegel, Scott A CIV USN COMNAVSEASYSCOM DC (USA)" userId="5348dc0e-4be4-40b8-967a-fcea991094dd" providerId="ADAL" clId="{16083328-2F9D-41E1-B5BA-D0401E08EE30}" dt="2024-04-05T15:09:21.682" v="82" actId="20577"/>
          <ac:spMkLst>
            <pc:docMk/>
            <pc:sldMk cId="3061520459" sldId="664"/>
            <ac:spMk id="8" creationId="{00000000-0000-0000-0000-000000000000}"/>
          </ac:spMkLst>
        </pc:spChg>
        <pc:graphicFrameChg chg="del">
          <ac:chgData name="Schwegel, Scott A CIV USN COMNAVSEASYSCOM DC (USA)" userId="5348dc0e-4be4-40b8-967a-fcea991094dd" providerId="ADAL" clId="{16083328-2F9D-41E1-B5BA-D0401E08EE30}" dt="2024-04-05T15:00:14.909" v="33" actId="478"/>
          <ac:graphicFrameMkLst>
            <pc:docMk/>
            <pc:sldMk cId="3061520459" sldId="664"/>
            <ac:graphicFrameMk id="4" creationId="{588C5AB5-8D46-D439-3F84-615BE317217C}"/>
          </ac:graphicFrameMkLst>
        </pc:graphicFrameChg>
        <pc:graphicFrameChg chg="add mod">
          <ac:chgData name="Schwegel, Scott A CIV USN COMNAVSEASYSCOM DC (USA)" userId="5348dc0e-4be4-40b8-967a-fcea991094dd" providerId="ADAL" clId="{16083328-2F9D-41E1-B5BA-D0401E08EE30}" dt="2024-04-05T15:06:18.806" v="44"/>
          <ac:graphicFrameMkLst>
            <pc:docMk/>
            <pc:sldMk cId="3061520459" sldId="664"/>
            <ac:graphicFrameMk id="6" creationId="{18CE8378-B62A-6475-5199-F0104E9BC289}"/>
          </ac:graphicFrameMkLst>
        </pc:graphicFrameChg>
        <pc:picChg chg="add mod">
          <ac:chgData name="Schwegel, Scott A CIV USN COMNAVSEASYSCOM DC (USA)" userId="5348dc0e-4be4-40b8-967a-fcea991094dd" providerId="ADAL" clId="{16083328-2F9D-41E1-B5BA-D0401E08EE30}" dt="2024-04-05T15:05:56.944" v="42"/>
          <ac:picMkLst>
            <pc:docMk/>
            <pc:sldMk cId="3061520459" sldId="664"/>
            <ac:picMk id="3" creationId="{DA81940E-0A4D-1DE8-91D5-51530DE9FE39}"/>
          </ac:picMkLst>
        </pc:picChg>
        <pc:picChg chg="add">
          <ac:chgData name="Schwegel, Scott A CIV USN COMNAVSEASYSCOM DC (USA)" userId="5348dc0e-4be4-40b8-967a-fcea991094dd" providerId="ADAL" clId="{16083328-2F9D-41E1-B5BA-D0401E08EE30}" dt="2024-04-05T15:06:06.328" v="43"/>
          <ac:picMkLst>
            <pc:docMk/>
            <pc:sldMk cId="3061520459" sldId="664"/>
            <ac:picMk id="5" creationId="{8925E9BF-D96E-D04C-1204-A8B454A31E1D}"/>
          </ac:picMkLst>
        </pc:picChg>
        <pc:picChg chg="add mod">
          <ac:chgData name="Schwegel, Scott A CIV USN COMNAVSEASYSCOM DC (USA)" userId="5348dc0e-4be4-40b8-967a-fcea991094dd" providerId="ADAL" clId="{16083328-2F9D-41E1-B5BA-D0401E08EE30}" dt="2024-04-05T15:06:38.077" v="47" actId="1076"/>
          <ac:picMkLst>
            <pc:docMk/>
            <pc:sldMk cId="3061520459" sldId="664"/>
            <ac:picMk id="7" creationId="{B63BABD4-7A1B-06F9-140F-3B89ECD5A957}"/>
          </ac:picMkLst>
        </pc:picChg>
        <pc:picChg chg="del">
          <ac:chgData name="Schwegel, Scott A CIV USN COMNAVSEASYSCOM DC (USA)" userId="5348dc0e-4be4-40b8-967a-fcea991094dd" providerId="ADAL" clId="{16083328-2F9D-41E1-B5BA-D0401E08EE30}" dt="2024-04-05T15:05:56.506" v="41" actId="478"/>
          <ac:picMkLst>
            <pc:docMk/>
            <pc:sldMk cId="3061520459" sldId="664"/>
            <ac:picMk id="1029" creationId="{00000000-0000-0000-0000-000000000000}"/>
          </ac:picMkLst>
        </pc:picChg>
      </pc:sldChg>
      <pc:sldChg chg="addSp delSp modSp mod">
        <pc:chgData name="Schwegel, Scott A CIV USN COMNAVSEASYSCOM DC (USA)" userId="5348dc0e-4be4-40b8-967a-fcea991094dd" providerId="ADAL" clId="{16083328-2F9D-41E1-B5BA-D0401E08EE30}" dt="2024-04-05T15:09:27.175" v="85" actId="20577"/>
        <pc:sldMkLst>
          <pc:docMk/>
          <pc:sldMk cId="610790650" sldId="665"/>
        </pc:sldMkLst>
        <pc:spChg chg="mod">
          <ac:chgData name="Schwegel, Scott A CIV USN COMNAVSEASYSCOM DC (USA)" userId="5348dc0e-4be4-40b8-967a-fcea991094dd" providerId="ADAL" clId="{16083328-2F9D-41E1-B5BA-D0401E08EE30}" dt="2024-04-05T15:09:27.175" v="85" actId="20577"/>
          <ac:spMkLst>
            <pc:docMk/>
            <pc:sldMk cId="610790650" sldId="665"/>
            <ac:spMk id="8" creationId="{00000000-0000-0000-0000-000000000000}"/>
          </ac:spMkLst>
        </pc:spChg>
        <pc:graphicFrameChg chg="del">
          <ac:chgData name="Schwegel, Scott A CIV USN COMNAVSEASYSCOM DC (USA)" userId="5348dc0e-4be4-40b8-967a-fcea991094dd" providerId="ADAL" clId="{16083328-2F9D-41E1-B5BA-D0401E08EE30}" dt="2024-04-05T15:03:33.697" v="34" actId="478"/>
          <ac:graphicFrameMkLst>
            <pc:docMk/>
            <pc:sldMk cId="610790650" sldId="665"/>
            <ac:graphicFrameMk id="4" creationId="{BC26B30F-3F11-90C2-3B3B-AD3D549721F8}"/>
          </ac:graphicFrameMkLst>
        </pc:graphicFrameChg>
        <pc:picChg chg="add del mod">
          <ac:chgData name="Schwegel, Scott A CIV USN COMNAVSEASYSCOM DC (USA)" userId="5348dc0e-4be4-40b8-967a-fcea991094dd" providerId="ADAL" clId="{16083328-2F9D-41E1-B5BA-D0401E08EE30}" dt="2024-04-05T15:06:44.673" v="48" actId="478"/>
          <ac:picMkLst>
            <pc:docMk/>
            <pc:sldMk cId="610790650" sldId="665"/>
            <ac:picMk id="3" creationId="{85AA5717-8397-999D-ACD1-4F52E5212841}"/>
          </ac:picMkLst>
        </pc:picChg>
        <pc:picChg chg="add mod">
          <ac:chgData name="Schwegel, Scott A CIV USN COMNAVSEASYSCOM DC (USA)" userId="5348dc0e-4be4-40b8-967a-fcea991094dd" providerId="ADAL" clId="{16083328-2F9D-41E1-B5BA-D0401E08EE30}" dt="2024-04-05T15:07:04.043" v="51" actId="1076"/>
          <ac:picMkLst>
            <pc:docMk/>
            <pc:sldMk cId="610790650" sldId="665"/>
            <ac:picMk id="5" creationId="{21C17E1F-BAEE-9A03-8358-F9DF2EF284E2}"/>
          </ac:picMkLst>
        </pc:picChg>
        <pc:picChg chg="mod">
          <ac:chgData name="Schwegel, Scott A CIV USN COMNAVSEASYSCOM DC (USA)" userId="5348dc0e-4be4-40b8-967a-fcea991094dd" providerId="ADAL" clId="{16083328-2F9D-41E1-B5BA-D0401E08EE30}" dt="2024-04-05T15:05:11.755" v="39" actId="1076"/>
          <ac:picMkLst>
            <pc:docMk/>
            <pc:sldMk cId="610790650" sldId="665"/>
            <ac:picMk id="7" creationId="{00000000-0000-0000-0000-000000000000}"/>
          </ac:picMkLst>
        </pc:picChg>
      </pc:sldChg>
      <pc:sldChg chg="addSp delSp modSp mod">
        <pc:chgData name="Schwegel, Scott A CIV USN COMNAVSEASYSCOM DC (USA)" userId="5348dc0e-4be4-40b8-967a-fcea991094dd" providerId="ADAL" clId="{16083328-2F9D-41E1-B5BA-D0401E08EE30}" dt="2024-04-05T15:15:30.095" v="122" actId="1076"/>
        <pc:sldMkLst>
          <pc:docMk/>
          <pc:sldMk cId="2548591770" sldId="670"/>
        </pc:sldMkLst>
        <pc:spChg chg="mod">
          <ac:chgData name="Schwegel, Scott A CIV USN COMNAVSEASYSCOM DC (USA)" userId="5348dc0e-4be4-40b8-967a-fcea991094dd" providerId="ADAL" clId="{16083328-2F9D-41E1-B5BA-D0401E08EE30}" dt="2024-04-05T15:09:39.515" v="88" actId="20577"/>
          <ac:spMkLst>
            <pc:docMk/>
            <pc:sldMk cId="2548591770" sldId="670"/>
            <ac:spMk id="8" creationId="{00000000-0000-0000-0000-000000000000}"/>
          </ac:spMkLst>
        </pc:spChg>
        <pc:graphicFrameChg chg="del">
          <ac:chgData name="Schwegel, Scott A CIV USN COMNAVSEASYSCOM DC (USA)" userId="5348dc0e-4be4-40b8-967a-fcea991094dd" providerId="ADAL" clId="{16083328-2F9D-41E1-B5BA-D0401E08EE30}" dt="2024-04-05T15:08:16.355" v="64" actId="478"/>
          <ac:graphicFrameMkLst>
            <pc:docMk/>
            <pc:sldMk cId="2548591770" sldId="670"/>
            <ac:graphicFrameMk id="4" creationId="{BA89C140-DCF5-4CC5-0F0A-23862AB78B05}"/>
          </ac:graphicFrameMkLst>
        </pc:graphicFrameChg>
        <pc:picChg chg="del">
          <ac:chgData name="Schwegel, Scott A CIV USN COMNAVSEASYSCOM DC (USA)" userId="5348dc0e-4be4-40b8-967a-fcea991094dd" providerId="ADAL" clId="{16083328-2F9D-41E1-B5BA-D0401E08EE30}" dt="2024-04-05T15:08:32.306" v="66" actId="478"/>
          <ac:picMkLst>
            <pc:docMk/>
            <pc:sldMk cId="2548591770" sldId="670"/>
            <ac:picMk id="3" creationId="{8A8CE413-DB63-47FF-F60F-E154700AE9CB}"/>
          </ac:picMkLst>
        </pc:picChg>
        <pc:picChg chg="add mod">
          <ac:chgData name="Schwegel, Scott A CIV USN COMNAVSEASYSCOM DC (USA)" userId="5348dc0e-4be4-40b8-967a-fcea991094dd" providerId="ADAL" clId="{16083328-2F9D-41E1-B5BA-D0401E08EE30}" dt="2024-04-05T15:08:32.790" v="67"/>
          <ac:picMkLst>
            <pc:docMk/>
            <pc:sldMk cId="2548591770" sldId="670"/>
            <ac:picMk id="5" creationId="{B7A212FC-2AA8-96F0-E776-8086919E84BD}"/>
          </ac:picMkLst>
        </pc:picChg>
        <pc:picChg chg="add del mod">
          <ac:chgData name="Schwegel, Scott A CIV USN COMNAVSEASYSCOM DC (USA)" userId="5348dc0e-4be4-40b8-967a-fcea991094dd" providerId="ADAL" clId="{16083328-2F9D-41E1-B5BA-D0401E08EE30}" dt="2024-04-05T15:15:11.562" v="119" actId="478"/>
          <ac:picMkLst>
            <pc:docMk/>
            <pc:sldMk cId="2548591770" sldId="670"/>
            <ac:picMk id="6" creationId="{D9EF1ADD-B132-4217-5486-87F5BC2821D5}"/>
          </ac:picMkLst>
        </pc:picChg>
        <pc:picChg chg="add mod">
          <ac:chgData name="Schwegel, Scott A CIV USN COMNAVSEASYSCOM DC (USA)" userId="5348dc0e-4be4-40b8-967a-fcea991094dd" providerId="ADAL" clId="{16083328-2F9D-41E1-B5BA-D0401E08EE30}" dt="2024-04-05T15:15:30.095" v="122" actId="1076"/>
          <ac:picMkLst>
            <pc:docMk/>
            <pc:sldMk cId="2548591770" sldId="670"/>
            <ac:picMk id="7" creationId="{EE075518-A7F8-6148-571A-FF2BC365D534}"/>
          </ac:picMkLst>
        </pc:picChg>
      </pc:sldChg>
      <pc:sldChg chg="addSp delSp modSp">
        <pc:chgData name="Schwegel, Scott A CIV USN COMNAVSEASYSCOM DC (USA)" userId="5348dc0e-4be4-40b8-967a-fcea991094dd" providerId="ADAL" clId="{16083328-2F9D-41E1-B5BA-D0401E08EE30}" dt="2024-04-05T15:08:46.207" v="71"/>
        <pc:sldMkLst>
          <pc:docMk/>
          <pc:sldMk cId="3614945518" sldId="676"/>
        </pc:sldMkLst>
        <pc:picChg chg="add mod">
          <ac:chgData name="Schwegel, Scott A CIV USN COMNAVSEASYSCOM DC (USA)" userId="5348dc0e-4be4-40b8-967a-fcea991094dd" providerId="ADAL" clId="{16083328-2F9D-41E1-B5BA-D0401E08EE30}" dt="2024-04-05T15:08:46.207" v="71"/>
          <ac:picMkLst>
            <pc:docMk/>
            <pc:sldMk cId="3614945518" sldId="676"/>
            <ac:picMk id="3" creationId="{30FEACF2-3120-7C30-6D66-55079EC1AB3F}"/>
          </ac:picMkLst>
        </pc:picChg>
        <pc:picChg chg="del">
          <ac:chgData name="Schwegel, Scott A CIV USN COMNAVSEASYSCOM DC (USA)" userId="5348dc0e-4be4-40b8-967a-fcea991094dd" providerId="ADAL" clId="{16083328-2F9D-41E1-B5BA-D0401E08EE30}" dt="2024-04-05T15:08:45.890" v="70" actId="478"/>
          <ac:picMkLst>
            <pc:docMk/>
            <pc:sldMk cId="3614945518" sldId="676"/>
            <ac:picMk id="9" creationId="{00000000-0000-0000-0000-000000000000}"/>
          </ac:picMkLst>
        </pc:picChg>
      </pc:sldChg>
      <pc:sldChg chg="addSp delSp modSp mod">
        <pc:chgData name="Schwegel, Scott A CIV USN COMNAVSEASYSCOM DC (USA)" userId="5348dc0e-4be4-40b8-967a-fcea991094dd" providerId="ADAL" clId="{16083328-2F9D-41E1-B5BA-D0401E08EE30}" dt="2024-04-05T15:15:42.529" v="123" actId="1076"/>
        <pc:sldMkLst>
          <pc:docMk/>
          <pc:sldMk cId="3007794861" sldId="715"/>
        </pc:sldMkLst>
        <pc:spChg chg="mod">
          <ac:chgData name="Schwegel, Scott A CIV USN COMNAVSEASYSCOM DC (USA)" userId="5348dc0e-4be4-40b8-967a-fcea991094dd" providerId="ADAL" clId="{16083328-2F9D-41E1-B5BA-D0401E08EE30}" dt="2024-04-05T15:11:14.833" v="94" actId="20577"/>
          <ac:spMkLst>
            <pc:docMk/>
            <pc:sldMk cId="3007794861" sldId="715"/>
            <ac:spMk id="8" creationId="{00000000-0000-0000-0000-000000000000}"/>
          </ac:spMkLst>
        </pc:spChg>
        <pc:graphicFrameChg chg="del">
          <ac:chgData name="Schwegel, Scott A CIV USN COMNAVSEASYSCOM DC (USA)" userId="5348dc0e-4be4-40b8-967a-fcea991094dd" providerId="ADAL" clId="{16083328-2F9D-41E1-B5BA-D0401E08EE30}" dt="2024-04-05T15:08:18.191" v="65" actId="478"/>
          <ac:graphicFrameMkLst>
            <pc:docMk/>
            <pc:sldMk cId="3007794861" sldId="715"/>
            <ac:graphicFrameMk id="4" creationId="{8D52C7C8-6286-B365-7E20-DFC02F9B45D1}"/>
          </ac:graphicFrameMkLst>
        </pc:graphicFrameChg>
        <pc:picChg chg="del">
          <ac:chgData name="Schwegel, Scott A CIV USN COMNAVSEASYSCOM DC (USA)" userId="5348dc0e-4be4-40b8-967a-fcea991094dd" providerId="ADAL" clId="{16083328-2F9D-41E1-B5BA-D0401E08EE30}" dt="2024-04-05T15:08:37.362" v="68" actId="478"/>
          <ac:picMkLst>
            <pc:docMk/>
            <pc:sldMk cId="3007794861" sldId="715"/>
            <ac:picMk id="3" creationId="{0607A269-9B37-F60B-39E4-B425101FC2C8}"/>
          </ac:picMkLst>
        </pc:picChg>
        <pc:picChg chg="add mod">
          <ac:chgData name="Schwegel, Scott A CIV USN COMNAVSEASYSCOM DC (USA)" userId="5348dc0e-4be4-40b8-967a-fcea991094dd" providerId="ADAL" clId="{16083328-2F9D-41E1-B5BA-D0401E08EE30}" dt="2024-04-05T15:08:37.727" v="69"/>
          <ac:picMkLst>
            <pc:docMk/>
            <pc:sldMk cId="3007794861" sldId="715"/>
            <ac:picMk id="5" creationId="{EDC37267-3E7E-40CD-47CF-C4167EDF19B2}"/>
          </ac:picMkLst>
        </pc:picChg>
        <pc:picChg chg="add del mod">
          <ac:chgData name="Schwegel, Scott A CIV USN COMNAVSEASYSCOM DC (USA)" userId="5348dc0e-4be4-40b8-967a-fcea991094dd" providerId="ADAL" clId="{16083328-2F9D-41E1-B5BA-D0401E08EE30}" dt="2024-04-05T15:14:58.437" v="115" actId="478"/>
          <ac:picMkLst>
            <pc:docMk/>
            <pc:sldMk cId="3007794861" sldId="715"/>
            <ac:picMk id="6" creationId="{EC78E3C6-0D68-2F14-9F56-78C7036F45FC}"/>
          </ac:picMkLst>
        </pc:picChg>
        <pc:picChg chg="add mod">
          <ac:chgData name="Schwegel, Scott A CIV USN COMNAVSEASYSCOM DC (USA)" userId="5348dc0e-4be4-40b8-967a-fcea991094dd" providerId="ADAL" clId="{16083328-2F9D-41E1-B5BA-D0401E08EE30}" dt="2024-04-05T15:15:42.529" v="123" actId="1076"/>
          <ac:picMkLst>
            <pc:docMk/>
            <pc:sldMk cId="3007794861" sldId="715"/>
            <ac:picMk id="7" creationId="{00FDD0F6-539D-1410-18E8-F0B124F4CFF7}"/>
          </ac:picMkLst>
        </pc:picChg>
      </pc:sldChg>
      <pc:sldChg chg="addSp delSp modSp mod">
        <pc:chgData name="Schwegel, Scott A CIV USN COMNAVSEASYSCOM DC (USA)" userId="5348dc0e-4be4-40b8-967a-fcea991094dd" providerId="ADAL" clId="{16083328-2F9D-41E1-B5BA-D0401E08EE30}" dt="2024-04-05T15:17:10.277" v="126" actId="1076"/>
        <pc:sldMkLst>
          <pc:docMk/>
          <pc:sldMk cId="1734608552" sldId="718"/>
        </pc:sldMkLst>
        <pc:spChg chg="mod">
          <ac:chgData name="Schwegel, Scott A CIV USN COMNAVSEASYSCOM DC (USA)" userId="5348dc0e-4be4-40b8-967a-fcea991094dd" providerId="ADAL" clId="{16083328-2F9D-41E1-B5BA-D0401E08EE30}" dt="2024-04-05T15:13:30.252" v="114" actId="20577"/>
          <ac:spMkLst>
            <pc:docMk/>
            <pc:sldMk cId="1734608552" sldId="718"/>
            <ac:spMk id="8" creationId="{00000000-0000-0000-0000-000000000000}"/>
          </ac:spMkLst>
        </pc:spChg>
        <pc:graphicFrameChg chg="del">
          <ac:chgData name="Schwegel, Scott A CIV USN COMNAVSEASYSCOM DC (USA)" userId="5348dc0e-4be4-40b8-967a-fcea991094dd" providerId="ADAL" clId="{16083328-2F9D-41E1-B5BA-D0401E08EE30}" dt="2024-04-05T15:13:25.539" v="111" actId="478"/>
          <ac:graphicFrameMkLst>
            <pc:docMk/>
            <pc:sldMk cId="1734608552" sldId="718"/>
            <ac:graphicFrameMk id="3" creationId="{CB951983-DE67-6878-2A18-FF47A3CE3573}"/>
          </ac:graphicFrameMkLst>
        </pc:graphicFrameChg>
        <pc:picChg chg="add mod">
          <ac:chgData name="Schwegel, Scott A CIV USN COMNAVSEASYSCOM DC (USA)" userId="5348dc0e-4be4-40b8-967a-fcea991094dd" providerId="ADAL" clId="{16083328-2F9D-41E1-B5BA-D0401E08EE30}" dt="2024-04-05T15:08:55.213" v="75"/>
          <ac:picMkLst>
            <pc:docMk/>
            <pc:sldMk cId="1734608552" sldId="718"/>
            <ac:picMk id="4" creationId="{677DA5A7-E436-29E7-1DF8-544736E52480}"/>
          </ac:picMkLst>
        </pc:picChg>
        <pc:picChg chg="add mod">
          <ac:chgData name="Schwegel, Scott A CIV USN COMNAVSEASYSCOM DC (USA)" userId="5348dc0e-4be4-40b8-967a-fcea991094dd" providerId="ADAL" clId="{16083328-2F9D-41E1-B5BA-D0401E08EE30}" dt="2024-04-05T15:17:10.277" v="126" actId="1076"/>
          <ac:picMkLst>
            <pc:docMk/>
            <pc:sldMk cId="1734608552" sldId="718"/>
            <ac:picMk id="6" creationId="{D2BFC324-F53B-24E5-8AAE-A915AD069D80}"/>
          </ac:picMkLst>
        </pc:picChg>
        <pc:picChg chg="del">
          <ac:chgData name="Schwegel, Scott A CIV USN COMNAVSEASYSCOM DC (USA)" userId="5348dc0e-4be4-40b8-967a-fcea991094dd" providerId="ADAL" clId="{16083328-2F9D-41E1-B5BA-D0401E08EE30}" dt="2024-04-05T15:08:54.913" v="74" actId="478"/>
          <ac:picMkLst>
            <pc:docMk/>
            <pc:sldMk cId="1734608552" sldId="718"/>
            <ac:picMk id="9" creationId="{00000000-0000-0000-0000-000000000000}"/>
          </ac:picMkLst>
        </pc:picChg>
      </pc:sldChg>
      <pc:sldChg chg="addSp delSp modSp mod">
        <pc:chgData name="Schwegel, Scott A CIV USN COMNAVSEASYSCOM DC (USA)" userId="5348dc0e-4be4-40b8-967a-fcea991094dd" providerId="ADAL" clId="{16083328-2F9D-41E1-B5BA-D0401E08EE30}" dt="2024-04-05T15:20:07.042" v="139" actId="1076"/>
        <pc:sldMkLst>
          <pc:docMk/>
          <pc:sldMk cId="2124933417" sldId="740"/>
        </pc:sldMkLst>
        <pc:graphicFrameChg chg="del">
          <ac:chgData name="Schwegel, Scott A CIV USN COMNAVSEASYSCOM DC (USA)" userId="5348dc0e-4be4-40b8-967a-fcea991094dd" providerId="ADAL" clId="{16083328-2F9D-41E1-B5BA-D0401E08EE30}" dt="2024-04-05T15:18:43.212" v="136" actId="478"/>
          <ac:graphicFrameMkLst>
            <pc:docMk/>
            <pc:sldMk cId="2124933417" sldId="740"/>
            <ac:graphicFrameMk id="4" creationId="{7A235CA1-7540-5AE1-31A2-DCD070E2B953}"/>
          </ac:graphicFrameMkLst>
        </pc:graphicFrameChg>
        <pc:picChg chg="add mod">
          <ac:chgData name="Schwegel, Scott A CIV USN COMNAVSEASYSCOM DC (USA)" userId="5348dc0e-4be4-40b8-967a-fcea991094dd" providerId="ADAL" clId="{16083328-2F9D-41E1-B5BA-D0401E08EE30}" dt="2024-04-05T15:08:59.773" v="77"/>
          <ac:picMkLst>
            <pc:docMk/>
            <pc:sldMk cId="2124933417" sldId="740"/>
            <ac:picMk id="3" creationId="{26DFE709-B300-6286-83BA-71174B9AE834}"/>
          </ac:picMkLst>
        </pc:picChg>
        <pc:picChg chg="add mod">
          <ac:chgData name="Schwegel, Scott A CIV USN COMNAVSEASYSCOM DC (USA)" userId="5348dc0e-4be4-40b8-967a-fcea991094dd" providerId="ADAL" clId="{16083328-2F9D-41E1-B5BA-D0401E08EE30}" dt="2024-04-05T15:20:07.042" v="139" actId="1076"/>
          <ac:picMkLst>
            <pc:docMk/>
            <pc:sldMk cId="2124933417" sldId="740"/>
            <ac:picMk id="5" creationId="{F66F1B39-CCEE-4E30-F00C-40BFC2A8E418}"/>
          </ac:picMkLst>
        </pc:picChg>
        <pc:picChg chg="del">
          <ac:chgData name="Schwegel, Scott A CIV USN COMNAVSEASYSCOM DC (USA)" userId="5348dc0e-4be4-40b8-967a-fcea991094dd" providerId="ADAL" clId="{16083328-2F9D-41E1-B5BA-D0401E08EE30}" dt="2024-04-05T15:08:59.457" v="76" actId="478"/>
          <ac:picMkLst>
            <pc:docMk/>
            <pc:sldMk cId="2124933417" sldId="740"/>
            <ac:picMk id="6" creationId="{EC497521-479F-5A6C-A998-675D061E7347}"/>
          </ac:picMkLst>
        </pc:picChg>
      </pc:sldChg>
      <pc:sldChg chg="addSp delSp modSp mod">
        <pc:chgData name="Schwegel, Scott A CIV USN COMNAVSEASYSCOM DC (USA)" userId="5348dc0e-4be4-40b8-967a-fcea991094dd" providerId="ADAL" clId="{16083328-2F9D-41E1-B5BA-D0401E08EE30}" dt="2024-04-05T15:13:15.011" v="109" actId="1035"/>
        <pc:sldMkLst>
          <pc:docMk/>
          <pc:sldMk cId="1441321975" sldId="744"/>
        </pc:sldMkLst>
        <pc:spChg chg="mod">
          <ac:chgData name="Schwegel, Scott A CIV USN COMNAVSEASYSCOM DC (USA)" userId="5348dc0e-4be4-40b8-967a-fcea991094dd" providerId="ADAL" clId="{16083328-2F9D-41E1-B5BA-D0401E08EE30}" dt="2024-04-05T15:13:15.011" v="109" actId="1035"/>
          <ac:spMkLst>
            <pc:docMk/>
            <pc:sldMk cId="1441321975" sldId="744"/>
            <ac:spMk id="3" creationId="{13A6BC94-E085-892C-0112-70B4FE672002}"/>
          </ac:spMkLst>
        </pc:spChg>
        <pc:picChg chg="add mod ord">
          <ac:chgData name="Schwegel, Scott A CIV USN COMNAVSEASYSCOM DC (USA)" userId="5348dc0e-4be4-40b8-967a-fcea991094dd" providerId="ADAL" clId="{16083328-2F9D-41E1-B5BA-D0401E08EE30}" dt="2024-04-05T15:13:09.783" v="107" actId="1076"/>
          <ac:picMkLst>
            <pc:docMk/>
            <pc:sldMk cId="1441321975" sldId="744"/>
            <ac:picMk id="4" creationId="{2E3A6CA8-5319-5981-6DEA-1797B91C65BD}"/>
          </ac:picMkLst>
        </pc:picChg>
        <pc:picChg chg="del">
          <ac:chgData name="Schwegel, Scott A CIV USN COMNAVSEASYSCOM DC (USA)" userId="5348dc0e-4be4-40b8-967a-fcea991094dd" providerId="ADAL" clId="{16083328-2F9D-41E1-B5BA-D0401E08EE30}" dt="2024-04-05T15:12:55.044" v="99" actId="478"/>
          <ac:picMkLst>
            <pc:docMk/>
            <pc:sldMk cId="1441321975" sldId="744"/>
            <ac:picMk id="7" creationId="{F1C5361A-FEEE-3EE7-B4C2-545EE78312BA}"/>
          </ac:picMkLst>
        </pc:picChg>
      </pc:sldChg>
      <pc:sldChg chg="addSp delSp modSp mod">
        <pc:chgData name="Schwegel, Scott A CIV USN COMNAVSEASYSCOM DC (USA)" userId="5348dc0e-4be4-40b8-967a-fcea991094dd" providerId="ADAL" clId="{16083328-2F9D-41E1-B5BA-D0401E08EE30}" dt="2024-04-05T15:18:37.854" v="135" actId="1076"/>
        <pc:sldMkLst>
          <pc:docMk/>
          <pc:sldMk cId="4072958820" sldId="746"/>
        </pc:sldMkLst>
        <pc:spChg chg="mod">
          <ac:chgData name="Schwegel, Scott A CIV USN COMNAVSEASYSCOM DC (USA)" userId="5348dc0e-4be4-40b8-967a-fcea991094dd" providerId="ADAL" clId="{16083328-2F9D-41E1-B5BA-D0401E08EE30}" dt="2024-04-05T15:18:37.854" v="135" actId="1076"/>
          <ac:spMkLst>
            <pc:docMk/>
            <pc:sldMk cId="4072958820" sldId="746"/>
            <ac:spMk id="2" creationId="{5C924518-1CD5-EB92-2421-2DCBBE8819C6}"/>
          </ac:spMkLst>
        </pc:spChg>
        <pc:picChg chg="add mod ord">
          <ac:chgData name="Schwegel, Scott A CIV USN COMNAVSEASYSCOM DC (USA)" userId="5348dc0e-4be4-40b8-967a-fcea991094dd" providerId="ADAL" clId="{16083328-2F9D-41E1-B5BA-D0401E08EE30}" dt="2024-04-05T15:18:34.734" v="134" actId="1076"/>
          <ac:picMkLst>
            <pc:docMk/>
            <pc:sldMk cId="4072958820" sldId="746"/>
            <ac:picMk id="5" creationId="{5E66E913-2AB0-7E16-0DD5-FFD3DDAE63ED}"/>
          </ac:picMkLst>
        </pc:picChg>
        <pc:picChg chg="del">
          <ac:chgData name="Schwegel, Scott A CIV USN COMNAVSEASYSCOM DC (USA)" userId="5348dc0e-4be4-40b8-967a-fcea991094dd" providerId="ADAL" clId="{16083328-2F9D-41E1-B5BA-D0401E08EE30}" dt="2024-04-05T15:09:05.666" v="79" actId="478"/>
          <ac:picMkLst>
            <pc:docMk/>
            <pc:sldMk cId="4072958820" sldId="746"/>
            <ac:picMk id="6" creationId="{1F4E5F06-2F24-ACF2-6988-B9AF4C15804F}"/>
          </ac:picMkLst>
        </pc:picChg>
      </pc:sldChg>
      <pc:sldChg chg="addSp delSp modSp mod">
        <pc:chgData name="Schwegel, Scott A CIV USN COMNAVSEASYSCOM DC (USA)" userId="5348dc0e-4be4-40b8-967a-fcea991094dd" providerId="ADAL" clId="{16083328-2F9D-41E1-B5BA-D0401E08EE30}" dt="2024-04-05T14:59:44.048" v="31" actId="1037"/>
        <pc:sldMkLst>
          <pc:docMk/>
          <pc:sldMk cId="1799250685" sldId="747"/>
        </pc:sldMkLst>
        <pc:spChg chg="mod">
          <ac:chgData name="Schwegel, Scott A CIV USN COMNAVSEASYSCOM DC (USA)" userId="5348dc0e-4be4-40b8-967a-fcea991094dd" providerId="ADAL" clId="{16083328-2F9D-41E1-B5BA-D0401E08EE30}" dt="2024-04-05T14:59:44.048" v="31" actId="1037"/>
          <ac:spMkLst>
            <pc:docMk/>
            <pc:sldMk cId="1799250685" sldId="747"/>
            <ac:spMk id="15" creationId="{4F13E94D-F625-900B-A471-D234BD640E29}"/>
          </ac:spMkLst>
        </pc:spChg>
        <pc:picChg chg="add mod ord">
          <ac:chgData name="Schwegel, Scott A CIV USN COMNAVSEASYSCOM DC (USA)" userId="5348dc0e-4be4-40b8-967a-fcea991094dd" providerId="ADAL" clId="{16083328-2F9D-41E1-B5BA-D0401E08EE30}" dt="2024-04-05T14:59:35.303" v="23" actId="1076"/>
          <ac:picMkLst>
            <pc:docMk/>
            <pc:sldMk cId="1799250685" sldId="747"/>
            <ac:picMk id="3" creationId="{5D814824-3AFE-0C4B-1BDC-4AC9D7446377}"/>
          </ac:picMkLst>
        </pc:picChg>
        <pc:picChg chg="del">
          <ac:chgData name="Schwegel, Scott A CIV USN COMNAVSEASYSCOM DC (USA)" userId="5348dc0e-4be4-40b8-967a-fcea991094dd" providerId="ADAL" clId="{16083328-2F9D-41E1-B5BA-D0401E08EE30}" dt="2024-04-05T14:59:11.692" v="16" actId="478"/>
          <ac:picMkLst>
            <pc:docMk/>
            <pc:sldMk cId="1799250685" sldId="747"/>
            <ac:picMk id="6" creationId="{42FE3CA9-4B02-4031-8A97-05BE69F3C68F}"/>
          </ac:picMkLst>
        </pc:picChg>
      </pc:sldChg>
      <pc:sldChg chg="modSp mod">
        <pc:chgData name="Schwegel, Scott A CIV USN COMNAVSEASYSCOM DC (USA)" userId="5348dc0e-4be4-40b8-967a-fcea991094dd" providerId="ADAL" clId="{16083328-2F9D-41E1-B5BA-D0401E08EE30}" dt="2024-04-05T14:53:55.691" v="15" actId="20577"/>
        <pc:sldMkLst>
          <pc:docMk/>
          <pc:sldMk cId="2809251647" sldId="748"/>
        </pc:sldMkLst>
        <pc:spChg chg="mod">
          <ac:chgData name="Schwegel, Scott A CIV USN COMNAVSEASYSCOM DC (USA)" userId="5348dc0e-4be4-40b8-967a-fcea991094dd" providerId="ADAL" clId="{16083328-2F9D-41E1-B5BA-D0401E08EE30}" dt="2024-04-05T14:53:55.691" v="15" actId="20577"/>
          <ac:spMkLst>
            <pc:docMk/>
            <pc:sldMk cId="2809251647" sldId="748"/>
            <ac:spMk id="3" creationId="{00000000-0000-0000-0000-000000000000}"/>
          </ac:spMkLst>
        </pc:spChg>
      </pc:sldChg>
      <pc:sldChg chg="addSp delSp modSp">
        <pc:chgData name="Schwegel, Scott A CIV USN COMNAVSEASYSCOM DC (USA)" userId="5348dc0e-4be4-40b8-967a-fcea991094dd" providerId="ADAL" clId="{16083328-2F9D-41E1-B5BA-D0401E08EE30}" dt="2024-04-05T15:08:50.105" v="73"/>
        <pc:sldMkLst>
          <pc:docMk/>
          <pc:sldMk cId="799903843" sldId="749"/>
        </pc:sldMkLst>
        <pc:picChg chg="add mod">
          <ac:chgData name="Schwegel, Scott A CIV USN COMNAVSEASYSCOM DC (USA)" userId="5348dc0e-4be4-40b8-967a-fcea991094dd" providerId="ADAL" clId="{16083328-2F9D-41E1-B5BA-D0401E08EE30}" dt="2024-04-05T15:08:50.105" v="73"/>
          <ac:picMkLst>
            <pc:docMk/>
            <pc:sldMk cId="799903843" sldId="749"/>
            <ac:picMk id="3" creationId="{E971AC22-6AB7-624F-EE79-3A109874C493}"/>
          </ac:picMkLst>
        </pc:picChg>
        <pc:picChg chg="del">
          <ac:chgData name="Schwegel, Scott A CIV USN COMNAVSEASYSCOM DC (USA)" userId="5348dc0e-4be4-40b8-967a-fcea991094dd" providerId="ADAL" clId="{16083328-2F9D-41E1-B5BA-D0401E08EE30}" dt="2024-04-05T15:08:49.764" v="72" actId="478"/>
          <ac:picMkLst>
            <pc:docMk/>
            <pc:sldMk cId="799903843" sldId="749"/>
            <ac:picMk id="9" creationId="{00000000-0000-0000-0000-000000000000}"/>
          </ac:picMkLst>
        </pc:picChg>
      </pc:sldChg>
      <pc:sldChg chg="addSp delSp modSp mod">
        <pc:chgData name="Schwegel, Scott A CIV USN COMNAVSEASYSCOM DC (USA)" userId="5348dc0e-4be4-40b8-967a-fcea991094dd" providerId="ADAL" clId="{16083328-2F9D-41E1-B5BA-D0401E08EE30}" dt="2024-04-05T15:08:07.210" v="63" actId="1035"/>
        <pc:sldMkLst>
          <pc:docMk/>
          <pc:sldMk cId="3895135314" sldId="750"/>
        </pc:sldMkLst>
        <pc:spChg chg="mod">
          <ac:chgData name="Schwegel, Scott A CIV USN COMNAVSEASYSCOM DC (USA)" userId="5348dc0e-4be4-40b8-967a-fcea991094dd" providerId="ADAL" clId="{16083328-2F9D-41E1-B5BA-D0401E08EE30}" dt="2024-04-05T15:08:07.210" v="63" actId="1035"/>
          <ac:spMkLst>
            <pc:docMk/>
            <pc:sldMk cId="3895135314" sldId="750"/>
            <ac:spMk id="2" creationId="{CA6B09FD-BD0B-0B7D-52DB-C5B58E3029D1}"/>
          </ac:spMkLst>
        </pc:spChg>
        <pc:picChg chg="del">
          <ac:chgData name="Schwegel, Scott A CIV USN COMNAVSEASYSCOM DC (USA)" userId="5348dc0e-4be4-40b8-967a-fcea991094dd" providerId="ADAL" clId="{16083328-2F9D-41E1-B5BA-D0401E08EE30}" dt="2024-04-05T15:07:11.530" v="52" actId="478"/>
          <ac:picMkLst>
            <pc:docMk/>
            <pc:sldMk cId="3895135314" sldId="750"/>
            <ac:picMk id="5" creationId="{041CB1E9-B789-7338-65D9-57268F6E53C0}"/>
          </ac:picMkLst>
        </pc:picChg>
        <pc:picChg chg="add mod ord">
          <ac:chgData name="Schwegel, Scott A CIV USN COMNAVSEASYSCOM DC (USA)" userId="5348dc0e-4be4-40b8-967a-fcea991094dd" providerId="ADAL" clId="{16083328-2F9D-41E1-B5BA-D0401E08EE30}" dt="2024-04-05T15:07:55.883" v="60" actId="1076"/>
          <ac:picMkLst>
            <pc:docMk/>
            <pc:sldMk cId="3895135314" sldId="750"/>
            <ac:picMk id="6" creationId="{9B1FC9C1-C393-2485-5C50-4B93B6639F7E}"/>
          </ac:picMkLst>
        </pc:picChg>
      </pc:sldChg>
      <pc:sldChg chg="delSp mod">
        <pc:chgData name="Schwegel, Scott A CIV USN COMNAVSEASYSCOM DC (USA)" userId="5348dc0e-4be4-40b8-967a-fcea991094dd" providerId="ADAL" clId="{16083328-2F9D-41E1-B5BA-D0401E08EE30}" dt="2024-04-05T14:59:52.592" v="32" actId="478"/>
        <pc:sldMkLst>
          <pc:docMk/>
          <pc:sldMk cId="217602951" sldId="752"/>
        </pc:sldMkLst>
        <pc:picChg chg="del">
          <ac:chgData name="Schwegel, Scott A CIV USN COMNAVSEASYSCOM DC (USA)" userId="5348dc0e-4be4-40b8-967a-fcea991094dd" providerId="ADAL" clId="{16083328-2F9D-41E1-B5BA-D0401E08EE30}" dt="2024-04-05T14:59:52.592" v="32" actId="478"/>
          <ac:picMkLst>
            <pc:docMk/>
            <pc:sldMk cId="217602951" sldId="752"/>
            <ac:picMk id="5" creationId="{041D3A81-F5BE-DCF7-F0EC-56E80AA76FF7}"/>
          </ac:picMkLst>
        </pc:picChg>
      </pc:sldChg>
      <pc:sldChg chg="delSp mod">
        <pc:chgData name="Schwegel, Scott A CIV USN COMNAVSEASYSCOM DC (USA)" userId="5348dc0e-4be4-40b8-967a-fcea991094dd" providerId="ADAL" clId="{16083328-2F9D-41E1-B5BA-D0401E08EE30}" dt="2024-04-05T15:07:14.058" v="53" actId="478"/>
        <pc:sldMkLst>
          <pc:docMk/>
          <pc:sldMk cId="4003973082" sldId="753"/>
        </pc:sldMkLst>
        <pc:picChg chg="del">
          <ac:chgData name="Schwegel, Scott A CIV USN COMNAVSEASYSCOM DC (USA)" userId="5348dc0e-4be4-40b8-967a-fcea991094dd" providerId="ADAL" clId="{16083328-2F9D-41E1-B5BA-D0401E08EE30}" dt="2024-04-05T15:07:14.058" v="53" actId="478"/>
          <ac:picMkLst>
            <pc:docMk/>
            <pc:sldMk cId="4003973082" sldId="753"/>
            <ac:picMk id="6" creationId="{35F497B8-EF48-40DE-4572-1DF27EB45278}"/>
          </ac:picMkLst>
        </pc:picChg>
      </pc:sldChg>
      <pc:sldChg chg="delSp mod">
        <pc:chgData name="Schwegel, Scott A CIV USN COMNAVSEASYSCOM DC (USA)" userId="5348dc0e-4be4-40b8-967a-fcea991094dd" providerId="ADAL" clId="{16083328-2F9D-41E1-B5BA-D0401E08EE30}" dt="2024-04-05T15:13:19.363" v="110" actId="478"/>
        <pc:sldMkLst>
          <pc:docMk/>
          <pc:sldMk cId="3400735287" sldId="755"/>
        </pc:sldMkLst>
        <pc:picChg chg="del">
          <ac:chgData name="Schwegel, Scott A CIV USN COMNAVSEASYSCOM DC (USA)" userId="5348dc0e-4be4-40b8-967a-fcea991094dd" providerId="ADAL" clId="{16083328-2F9D-41E1-B5BA-D0401E08EE30}" dt="2024-04-05T15:13:19.363" v="110" actId="478"/>
          <ac:picMkLst>
            <pc:docMk/>
            <pc:sldMk cId="3400735287" sldId="755"/>
            <ac:picMk id="5" creationId="{2BD2842C-E114-B684-1D0D-D3B59FDF9C19}"/>
          </ac:picMkLst>
        </pc:picChg>
      </pc:sldChg>
      <pc:sldChg chg="delSp mod">
        <pc:chgData name="Schwegel, Scott A CIV USN COMNAVSEASYSCOM DC (USA)" userId="5348dc0e-4be4-40b8-967a-fcea991094dd" providerId="ADAL" clId="{16083328-2F9D-41E1-B5BA-D0401E08EE30}" dt="2024-04-05T15:09:03.212" v="78" actId="478"/>
        <pc:sldMkLst>
          <pc:docMk/>
          <pc:sldMk cId="2484424947" sldId="756"/>
        </pc:sldMkLst>
        <pc:picChg chg="del">
          <ac:chgData name="Schwegel, Scott A CIV USN COMNAVSEASYSCOM DC (USA)" userId="5348dc0e-4be4-40b8-967a-fcea991094dd" providerId="ADAL" clId="{16083328-2F9D-41E1-B5BA-D0401E08EE30}" dt="2024-04-05T15:09:03.212" v="78" actId="478"/>
          <ac:picMkLst>
            <pc:docMk/>
            <pc:sldMk cId="2484424947" sldId="756"/>
            <ac:picMk id="4" creationId="{0D68C766-CBC8-4C2D-57B5-8F7E92036E28}"/>
          </ac:picMkLst>
        </pc:picChg>
      </pc:sldChg>
    </pc:docChg>
  </pc:docChgLst>
  <pc:docChgLst>
    <pc:chgData name="Schwegel, Scott A CIV USN COMNAVSEASYSCOM DC (USA)" userId="5348dc0e-4be4-40b8-967a-fcea991094dd" providerId="ADAL" clId="{0F102CF4-5196-4360-9BC4-58175030F2A8}"/>
    <pc:docChg chg="custSel modSld">
      <pc:chgData name="Schwegel, Scott A CIV USN COMNAVSEASYSCOM DC (USA)" userId="5348dc0e-4be4-40b8-967a-fcea991094dd" providerId="ADAL" clId="{0F102CF4-5196-4360-9BC4-58175030F2A8}" dt="2024-04-05T18:36:12.275" v="123" actId="20577"/>
      <pc:docMkLst>
        <pc:docMk/>
      </pc:docMkLst>
      <pc:sldChg chg="addSp delSp modSp mod">
        <pc:chgData name="Schwegel, Scott A CIV USN COMNAVSEASYSCOM DC (USA)" userId="5348dc0e-4be4-40b8-967a-fcea991094dd" providerId="ADAL" clId="{0F102CF4-5196-4360-9BC4-58175030F2A8}" dt="2024-04-05T18:30:42.206" v="63" actId="1076"/>
        <pc:sldMkLst>
          <pc:docMk/>
          <pc:sldMk cId="3614945518" sldId="676"/>
        </pc:sldMkLst>
        <pc:spChg chg="mod">
          <ac:chgData name="Schwegel, Scott A CIV USN COMNAVSEASYSCOM DC (USA)" userId="5348dc0e-4be4-40b8-967a-fcea991094dd" providerId="ADAL" clId="{0F102CF4-5196-4360-9BC4-58175030F2A8}" dt="2024-04-05T18:28:50.095" v="59" actId="20577"/>
          <ac:spMkLst>
            <pc:docMk/>
            <pc:sldMk cId="3614945518" sldId="676"/>
            <ac:spMk id="8" creationId="{00000000-0000-0000-0000-000000000000}"/>
          </ac:spMkLst>
        </pc:spChg>
        <pc:graphicFrameChg chg="del">
          <ac:chgData name="Schwegel, Scott A CIV USN COMNAVSEASYSCOM DC (USA)" userId="5348dc0e-4be4-40b8-967a-fcea991094dd" providerId="ADAL" clId="{0F102CF4-5196-4360-9BC4-58175030F2A8}" dt="2024-04-05T18:30:14.801" v="60" actId="478"/>
          <ac:graphicFrameMkLst>
            <pc:docMk/>
            <pc:sldMk cId="3614945518" sldId="676"/>
            <ac:graphicFrameMk id="5" creationId="{F256FDD6-6B0D-F330-1E5E-9CBD0E53D686}"/>
          </ac:graphicFrameMkLst>
        </pc:graphicFrameChg>
        <pc:picChg chg="add mod">
          <ac:chgData name="Schwegel, Scott A CIV USN COMNAVSEASYSCOM DC (USA)" userId="5348dc0e-4be4-40b8-967a-fcea991094dd" providerId="ADAL" clId="{0F102CF4-5196-4360-9BC4-58175030F2A8}" dt="2024-04-05T18:30:42.206" v="63" actId="1076"/>
          <ac:picMkLst>
            <pc:docMk/>
            <pc:sldMk cId="3614945518" sldId="676"/>
            <ac:picMk id="4" creationId="{C117EE58-7C71-55BD-9B39-44494241835C}"/>
          </ac:picMkLst>
        </pc:picChg>
      </pc:sldChg>
      <pc:sldChg chg="addSp delSp modSp mod">
        <pc:chgData name="Schwegel, Scott A CIV USN COMNAVSEASYSCOM DC (USA)" userId="5348dc0e-4be4-40b8-967a-fcea991094dd" providerId="ADAL" clId="{0F102CF4-5196-4360-9BC4-58175030F2A8}" dt="2024-04-05T18:35:28.131" v="118" actId="1076"/>
        <pc:sldMkLst>
          <pc:docMk/>
          <pc:sldMk cId="2124933417" sldId="740"/>
        </pc:sldMkLst>
        <pc:spChg chg="mod">
          <ac:chgData name="Schwegel, Scott A CIV USN COMNAVSEASYSCOM DC (USA)" userId="5348dc0e-4be4-40b8-967a-fcea991094dd" providerId="ADAL" clId="{0F102CF4-5196-4360-9BC4-58175030F2A8}" dt="2024-04-05T18:32:19.145" v="85" actId="20577"/>
          <ac:spMkLst>
            <pc:docMk/>
            <pc:sldMk cId="2124933417" sldId="740"/>
            <ac:spMk id="8" creationId="{00000000-0000-0000-0000-000000000000}"/>
          </ac:spMkLst>
        </pc:spChg>
        <pc:picChg chg="add mod">
          <ac:chgData name="Schwegel, Scott A CIV USN COMNAVSEASYSCOM DC (USA)" userId="5348dc0e-4be4-40b8-967a-fcea991094dd" providerId="ADAL" clId="{0F102CF4-5196-4360-9BC4-58175030F2A8}" dt="2024-04-05T18:35:28.131" v="118" actId="1076"/>
          <ac:picMkLst>
            <pc:docMk/>
            <pc:sldMk cId="2124933417" sldId="740"/>
            <ac:picMk id="4" creationId="{5915EB0B-49FC-1641-35E4-A27B8D1BCC74}"/>
          </ac:picMkLst>
        </pc:picChg>
        <pc:picChg chg="del">
          <ac:chgData name="Schwegel, Scott A CIV USN COMNAVSEASYSCOM DC (USA)" userId="5348dc0e-4be4-40b8-967a-fcea991094dd" providerId="ADAL" clId="{0F102CF4-5196-4360-9BC4-58175030F2A8}" dt="2024-04-05T18:34:37.585" v="115" actId="478"/>
          <ac:picMkLst>
            <pc:docMk/>
            <pc:sldMk cId="2124933417" sldId="740"/>
            <ac:picMk id="5" creationId="{F66F1B39-CCEE-4E30-F00C-40BFC2A8E418}"/>
          </ac:picMkLst>
        </pc:picChg>
      </pc:sldChg>
      <pc:sldChg chg="addSp delSp modSp mod">
        <pc:chgData name="Schwegel, Scott A CIV USN COMNAVSEASYSCOM DC (USA)" userId="5348dc0e-4be4-40b8-967a-fcea991094dd" providerId="ADAL" clId="{0F102CF4-5196-4360-9BC4-58175030F2A8}" dt="2024-04-05T18:27:38.257" v="34" actId="1076"/>
        <pc:sldMkLst>
          <pc:docMk/>
          <pc:sldMk cId="3661324777" sldId="742"/>
        </pc:sldMkLst>
        <pc:spChg chg="mod">
          <ac:chgData name="Schwegel, Scott A CIV USN COMNAVSEASYSCOM DC (USA)" userId="5348dc0e-4be4-40b8-967a-fcea991094dd" providerId="ADAL" clId="{0F102CF4-5196-4360-9BC4-58175030F2A8}" dt="2024-04-05T18:27:38.257" v="34" actId="1076"/>
          <ac:spMkLst>
            <pc:docMk/>
            <pc:sldMk cId="3661324777" sldId="742"/>
            <ac:spMk id="2" creationId="{EECA2D4A-30ED-FAB8-39B8-1E3B8CAA5E65}"/>
          </ac:spMkLst>
        </pc:spChg>
        <pc:picChg chg="add mod ord">
          <ac:chgData name="Schwegel, Scott A CIV USN COMNAVSEASYSCOM DC (USA)" userId="5348dc0e-4be4-40b8-967a-fcea991094dd" providerId="ADAL" clId="{0F102CF4-5196-4360-9BC4-58175030F2A8}" dt="2024-04-05T18:27:35.317" v="33" actId="1076"/>
          <ac:picMkLst>
            <pc:docMk/>
            <pc:sldMk cId="3661324777" sldId="742"/>
            <ac:picMk id="4" creationId="{C6CD9639-CFEE-B644-317B-BCB15CC13B5B}"/>
          </ac:picMkLst>
        </pc:picChg>
        <pc:picChg chg="del">
          <ac:chgData name="Schwegel, Scott A CIV USN COMNAVSEASYSCOM DC (USA)" userId="5348dc0e-4be4-40b8-967a-fcea991094dd" providerId="ADAL" clId="{0F102CF4-5196-4360-9BC4-58175030F2A8}" dt="2024-04-05T18:26:59.742" v="25" actId="478"/>
          <ac:picMkLst>
            <pc:docMk/>
            <pc:sldMk cId="3661324777" sldId="742"/>
            <ac:picMk id="8" creationId="{4741AF4E-1960-23BA-00C7-32A044B3150E}"/>
          </ac:picMkLst>
        </pc:picChg>
      </pc:sldChg>
      <pc:sldChg chg="addSp delSp modSp mod">
        <pc:chgData name="Schwegel, Scott A CIV USN COMNAVSEASYSCOM DC (USA)" userId="5348dc0e-4be4-40b8-967a-fcea991094dd" providerId="ADAL" clId="{0F102CF4-5196-4360-9BC4-58175030F2A8}" dt="2024-04-05T18:35:43.886" v="119" actId="1076"/>
        <pc:sldMkLst>
          <pc:docMk/>
          <pc:sldMk cId="4072958820" sldId="746"/>
        </pc:sldMkLst>
        <pc:picChg chg="del">
          <ac:chgData name="Schwegel, Scott A CIV USN COMNAVSEASYSCOM DC (USA)" userId="5348dc0e-4be4-40b8-967a-fcea991094dd" providerId="ADAL" clId="{0F102CF4-5196-4360-9BC4-58175030F2A8}" dt="2024-04-05T18:33:34.481" v="103" actId="478"/>
          <ac:picMkLst>
            <pc:docMk/>
            <pc:sldMk cId="4072958820" sldId="746"/>
            <ac:picMk id="5" creationId="{5E66E913-2AB0-7E16-0DD5-FFD3DDAE63ED}"/>
          </ac:picMkLst>
        </pc:picChg>
        <pc:picChg chg="add mod ord">
          <ac:chgData name="Schwegel, Scott A CIV USN COMNAVSEASYSCOM DC (USA)" userId="5348dc0e-4be4-40b8-967a-fcea991094dd" providerId="ADAL" clId="{0F102CF4-5196-4360-9BC4-58175030F2A8}" dt="2024-04-05T18:35:43.886" v="119" actId="1076"/>
          <ac:picMkLst>
            <pc:docMk/>
            <pc:sldMk cId="4072958820" sldId="746"/>
            <ac:picMk id="6" creationId="{0CBF3284-8634-7998-DFBB-A5E933C8F87E}"/>
          </ac:picMkLst>
        </pc:picChg>
      </pc:sldChg>
      <pc:sldChg chg="addSp delSp modSp mod">
        <pc:chgData name="Schwegel, Scott A CIV USN COMNAVSEASYSCOM DC (USA)" userId="5348dc0e-4be4-40b8-967a-fcea991094dd" providerId="ADAL" clId="{0F102CF4-5196-4360-9BC4-58175030F2A8}" dt="2024-04-05T18:36:12.275" v="123" actId="20577"/>
        <pc:sldMkLst>
          <pc:docMk/>
          <pc:sldMk cId="799903843" sldId="749"/>
        </pc:sldMkLst>
        <pc:spChg chg="mod">
          <ac:chgData name="Schwegel, Scott A CIV USN COMNAVSEASYSCOM DC (USA)" userId="5348dc0e-4be4-40b8-967a-fcea991094dd" providerId="ADAL" clId="{0F102CF4-5196-4360-9BC4-58175030F2A8}" dt="2024-04-05T18:36:12.275" v="123" actId="20577"/>
          <ac:spMkLst>
            <pc:docMk/>
            <pc:sldMk cId="799903843" sldId="749"/>
            <ac:spMk id="8" creationId="{00000000-0000-0000-0000-000000000000}"/>
          </ac:spMkLst>
        </pc:spChg>
        <pc:graphicFrameChg chg="del">
          <ac:chgData name="Schwegel, Scott A CIV USN COMNAVSEASYSCOM DC (USA)" userId="5348dc0e-4be4-40b8-967a-fcea991094dd" providerId="ADAL" clId="{0F102CF4-5196-4360-9BC4-58175030F2A8}" dt="2024-04-05T18:30:44.959" v="64" actId="478"/>
          <ac:graphicFrameMkLst>
            <pc:docMk/>
            <pc:sldMk cId="799903843" sldId="749"/>
            <ac:graphicFrameMk id="4" creationId="{0DAF1B90-D53B-E809-A080-E6CE9CBD878B}"/>
          </ac:graphicFrameMkLst>
        </pc:graphicFrameChg>
        <pc:picChg chg="add mod">
          <ac:chgData name="Schwegel, Scott A CIV USN COMNAVSEASYSCOM DC (USA)" userId="5348dc0e-4be4-40b8-967a-fcea991094dd" providerId="ADAL" clId="{0F102CF4-5196-4360-9BC4-58175030F2A8}" dt="2024-04-05T18:31:04.972" v="67" actId="1076"/>
          <ac:picMkLst>
            <pc:docMk/>
            <pc:sldMk cId="799903843" sldId="749"/>
            <ac:picMk id="5" creationId="{3214E942-C857-72AF-F4F1-197AAD95C78B}"/>
          </ac:picMkLst>
        </pc:picChg>
      </pc:sldChg>
      <pc:sldChg chg="addSp modSp mod">
        <pc:chgData name="Schwegel, Scott A CIV USN COMNAVSEASYSCOM DC (USA)" userId="5348dc0e-4be4-40b8-967a-fcea991094dd" providerId="ADAL" clId="{0F102CF4-5196-4360-9BC4-58175030F2A8}" dt="2024-04-05T18:25:17.750" v="11" actId="1035"/>
        <pc:sldMkLst>
          <pc:docMk/>
          <pc:sldMk cId="217602951" sldId="752"/>
        </pc:sldMkLst>
        <pc:spChg chg="mod">
          <ac:chgData name="Schwegel, Scott A CIV USN COMNAVSEASYSCOM DC (USA)" userId="5348dc0e-4be4-40b8-967a-fcea991094dd" providerId="ADAL" clId="{0F102CF4-5196-4360-9BC4-58175030F2A8}" dt="2024-04-05T18:25:17.750" v="11" actId="1035"/>
          <ac:spMkLst>
            <pc:docMk/>
            <pc:sldMk cId="217602951" sldId="752"/>
            <ac:spMk id="2" creationId="{1B207101-622A-7C33-997D-51B20C8BC344}"/>
          </ac:spMkLst>
        </pc:spChg>
        <pc:picChg chg="add mod ord">
          <ac:chgData name="Schwegel, Scott A CIV USN COMNAVSEASYSCOM DC (USA)" userId="5348dc0e-4be4-40b8-967a-fcea991094dd" providerId="ADAL" clId="{0F102CF4-5196-4360-9BC4-58175030F2A8}" dt="2024-04-05T18:25:10.634" v="7" actId="1076"/>
          <ac:picMkLst>
            <pc:docMk/>
            <pc:sldMk cId="217602951" sldId="752"/>
            <ac:picMk id="4" creationId="{C2869499-155E-F9D0-B280-837918AFC638}"/>
          </ac:picMkLst>
        </pc:picChg>
      </pc:sldChg>
      <pc:sldChg chg="addSp modSp mod">
        <pc:chgData name="Schwegel, Scott A CIV USN COMNAVSEASYSCOM DC (USA)" userId="5348dc0e-4be4-40b8-967a-fcea991094dd" providerId="ADAL" clId="{0F102CF4-5196-4360-9BC4-58175030F2A8}" dt="2024-04-05T18:26:48.022" v="24" actId="1035"/>
        <pc:sldMkLst>
          <pc:docMk/>
          <pc:sldMk cId="4003973082" sldId="753"/>
        </pc:sldMkLst>
        <pc:spChg chg="mod">
          <ac:chgData name="Schwegel, Scott A CIV USN COMNAVSEASYSCOM DC (USA)" userId="5348dc0e-4be4-40b8-967a-fcea991094dd" providerId="ADAL" clId="{0F102CF4-5196-4360-9BC4-58175030F2A8}" dt="2024-04-05T18:26:48.022" v="24" actId="1035"/>
          <ac:spMkLst>
            <pc:docMk/>
            <pc:sldMk cId="4003973082" sldId="753"/>
            <ac:spMk id="2" creationId="{2D2C3197-0C29-3796-0060-DBD797EDF1AB}"/>
          </ac:spMkLst>
        </pc:spChg>
        <pc:picChg chg="add mod ord">
          <ac:chgData name="Schwegel, Scott A CIV USN COMNAVSEASYSCOM DC (USA)" userId="5348dc0e-4be4-40b8-967a-fcea991094dd" providerId="ADAL" clId="{0F102CF4-5196-4360-9BC4-58175030F2A8}" dt="2024-04-05T18:26:41.154" v="19" actId="1076"/>
          <ac:picMkLst>
            <pc:docMk/>
            <pc:sldMk cId="4003973082" sldId="753"/>
            <ac:picMk id="4" creationId="{44480F65-9A98-CF6B-025A-B9B29592CD99}"/>
          </ac:picMkLst>
        </pc:picChg>
      </pc:sldChg>
      <pc:sldChg chg="addSp delSp modSp mod">
        <pc:chgData name="Schwegel, Scott A CIV USN COMNAVSEASYSCOM DC (USA)" userId="5348dc0e-4be4-40b8-967a-fcea991094dd" providerId="ADAL" clId="{0F102CF4-5196-4360-9BC4-58175030F2A8}" dt="2024-04-05T18:28:27.127" v="56" actId="1035"/>
        <pc:sldMkLst>
          <pc:docMk/>
          <pc:sldMk cId="911158111" sldId="754"/>
        </pc:sldMkLst>
        <pc:spChg chg="mod">
          <ac:chgData name="Schwegel, Scott A CIV USN COMNAVSEASYSCOM DC (USA)" userId="5348dc0e-4be4-40b8-967a-fcea991094dd" providerId="ADAL" clId="{0F102CF4-5196-4360-9BC4-58175030F2A8}" dt="2024-04-05T18:28:27.127" v="56" actId="1035"/>
          <ac:spMkLst>
            <pc:docMk/>
            <pc:sldMk cId="911158111" sldId="754"/>
            <ac:spMk id="2" creationId="{CC3614B6-2839-F19D-FADD-CB54EB38206D}"/>
          </ac:spMkLst>
        </pc:spChg>
        <pc:picChg chg="add mod ord">
          <ac:chgData name="Schwegel, Scott A CIV USN COMNAVSEASYSCOM DC (USA)" userId="5348dc0e-4be4-40b8-967a-fcea991094dd" providerId="ADAL" clId="{0F102CF4-5196-4360-9BC4-58175030F2A8}" dt="2024-04-05T18:28:18.222" v="43" actId="1076"/>
          <ac:picMkLst>
            <pc:docMk/>
            <pc:sldMk cId="911158111" sldId="754"/>
            <ac:picMk id="4" creationId="{3ED4D4AD-C912-FA8E-3396-CDDE2AACF452}"/>
          </ac:picMkLst>
        </pc:picChg>
        <pc:picChg chg="del">
          <ac:chgData name="Schwegel, Scott A CIV USN COMNAVSEASYSCOM DC (USA)" userId="5348dc0e-4be4-40b8-967a-fcea991094dd" providerId="ADAL" clId="{0F102CF4-5196-4360-9BC4-58175030F2A8}" dt="2024-04-05T18:27:41.863" v="35" actId="478"/>
          <ac:picMkLst>
            <pc:docMk/>
            <pc:sldMk cId="911158111" sldId="754"/>
            <ac:picMk id="8" creationId="{0F3A2A3A-5E0D-E0F7-8FCE-1BDE0CBF0881}"/>
          </ac:picMkLst>
        </pc:picChg>
      </pc:sldChg>
      <pc:sldChg chg="addSp modSp mod">
        <pc:chgData name="Schwegel, Scott A CIV USN COMNAVSEASYSCOM DC (USA)" userId="5348dc0e-4be4-40b8-967a-fcea991094dd" providerId="ADAL" clId="{0F102CF4-5196-4360-9BC4-58175030F2A8}" dt="2024-04-05T18:31:53.334" v="82" actId="1035"/>
        <pc:sldMkLst>
          <pc:docMk/>
          <pc:sldMk cId="3400735287" sldId="755"/>
        </pc:sldMkLst>
        <pc:spChg chg="mod">
          <ac:chgData name="Schwegel, Scott A CIV USN COMNAVSEASYSCOM DC (USA)" userId="5348dc0e-4be4-40b8-967a-fcea991094dd" providerId="ADAL" clId="{0F102CF4-5196-4360-9BC4-58175030F2A8}" dt="2024-04-05T18:31:53.334" v="82" actId="1035"/>
          <ac:spMkLst>
            <pc:docMk/>
            <pc:sldMk cId="3400735287" sldId="755"/>
            <ac:spMk id="2" creationId="{FFBB849C-F48E-60C5-D077-6E49D4809D10}"/>
          </ac:spMkLst>
        </pc:spChg>
        <pc:picChg chg="add mod ord">
          <ac:chgData name="Schwegel, Scott A CIV USN COMNAVSEASYSCOM DC (USA)" userId="5348dc0e-4be4-40b8-967a-fcea991094dd" providerId="ADAL" clId="{0F102CF4-5196-4360-9BC4-58175030F2A8}" dt="2024-04-05T18:31:47.680" v="75" actId="1076"/>
          <ac:picMkLst>
            <pc:docMk/>
            <pc:sldMk cId="3400735287" sldId="755"/>
            <ac:picMk id="4" creationId="{604E2F96-EA65-B9CC-35D2-6075DD40FA28}"/>
          </ac:picMkLst>
        </pc:picChg>
      </pc:sldChg>
      <pc:sldChg chg="addSp modSp mod">
        <pc:chgData name="Schwegel, Scott A CIV USN COMNAVSEASYSCOM DC (USA)" userId="5348dc0e-4be4-40b8-967a-fcea991094dd" providerId="ADAL" clId="{0F102CF4-5196-4360-9BC4-58175030F2A8}" dt="2024-04-05T18:35:48.062" v="120" actId="1076"/>
        <pc:sldMkLst>
          <pc:docMk/>
          <pc:sldMk cId="2484424947" sldId="756"/>
        </pc:sldMkLst>
        <pc:spChg chg="mod">
          <ac:chgData name="Schwegel, Scott A CIV USN COMNAVSEASYSCOM DC (USA)" userId="5348dc0e-4be4-40b8-967a-fcea991094dd" providerId="ADAL" clId="{0F102CF4-5196-4360-9BC4-58175030F2A8}" dt="2024-04-05T18:33:20.216" v="102" actId="1035"/>
          <ac:spMkLst>
            <pc:docMk/>
            <pc:sldMk cId="2484424947" sldId="756"/>
            <ac:spMk id="2" creationId="{F19D7AEF-A528-4083-9E91-B6896E1B4C64}"/>
          </ac:spMkLst>
        </pc:spChg>
        <pc:picChg chg="add mod ord">
          <ac:chgData name="Schwegel, Scott A CIV USN COMNAVSEASYSCOM DC (USA)" userId="5348dc0e-4be4-40b8-967a-fcea991094dd" providerId="ADAL" clId="{0F102CF4-5196-4360-9BC4-58175030F2A8}" dt="2024-04-05T18:35:48.062" v="120" actId="1076"/>
          <ac:picMkLst>
            <pc:docMk/>
            <pc:sldMk cId="2484424947" sldId="756"/>
            <ac:picMk id="4" creationId="{B62D0A29-27B7-1728-52DE-64C31E03CFC9}"/>
          </ac:picMkLst>
        </pc:picChg>
      </pc:sldChg>
    </pc:docChg>
  </pc:docChgLst>
  <pc:docChgLst>
    <pc:chgData name="Schwegel, Scott A CIV USN COMNAVSEASYSCOM DC (USA)" userId="5348dc0e-4be4-40b8-967a-fcea991094dd" providerId="ADAL" clId="{1E1F55B5-5BCB-4369-9A09-250BBF1115CF}"/>
    <pc:docChg chg="custSel modSld">
      <pc:chgData name="Schwegel, Scott A CIV USN COMNAVSEASYSCOM DC (USA)" userId="5348dc0e-4be4-40b8-967a-fcea991094dd" providerId="ADAL" clId="{1E1F55B5-5BCB-4369-9A09-250BBF1115CF}" dt="2024-04-16T17:05:52.648" v="30" actId="20577"/>
      <pc:docMkLst>
        <pc:docMk/>
      </pc:docMkLst>
      <pc:sldChg chg="modSp mod">
        <pc:chgData name="Schwegel, Scott A CIV USN COMNAVSEASYSCOM DC (USA)" userId="5348dc0e-4be4-40b8-967a-fcea991094dd" providerId="ADAL" clId="{1E1F55B5-5BCB-4369-9A09-250BBF1115CF}" dt="2024-04-16T17:05:52.648" v="30" actId="20577"/>
        <pc:sldMkLst>
          <pc:docMk/>
          <pc:sldMk cId="2809251647" sldId="748"/>
        </pc:sldMkLst>
        <pc:spChg chg="mod">
          <ac:chgData name="Schwegel, Scott A CIV USN COMNAVSEASYSCOM DC (USA)" userId="5348dc0e-4be4-40b8-967a-fcea991094dd" providerId="ADAL" clId="{1E1F55B5-5BCB-4369-9A09-250BBF1115CF}" dt="2024-04-16T17:05:52.648" v="30" actId="20577"/>
          <ac:spMkLst>
            <pc:docMk/>
            <pc:sldMk cId="2809251647" sldId="748"/>
            <ac:spMk id="3" creationId="{00000000-0000-0000-0000-000000000000}"/>
          </ac:spMkLst>
        </pc:spChg>
      </pc:sldChg>
      <pc:sldChg chg="addSp delSp modSp mod">
        <pc:chgData name="Schwegel, Scott A CIV USN COMNAVSEASYSCOM DC (USA)" userId="5348dc0e-4be4-40b8-967a-fcea991094dd" providerId="ADAL" clId="{1E1F55B5-5BCB-4369-9A09-250BBF1115CF}" dt="2024-04-16T17:03:58.977" v="9" actId="1076"/>
        <pc:sldMkLst>
          <pc:docMk/>
          <pc:sldMk cId="3895135314" sldId="750"/>
        </pc:sldMkLst>
        <pc:picChg chg="add mod ord modCrop">
          <ac:chgData name="Schwegel, Scott A CIV USN COMNAVSEASYSCOM DC (USA)" userId="5348dc0e-4be4-40b8-967a-fcea991094dd" providerId="ADAL" clId="{1E1F55B5-5BCB-4369-9A09-250BBF1115CF}" dt="2024-04-16T17:03:58.977" v="9" actId="1076"/>
          <ac:picMkLst>
            <pc:docMk/>
            <pc:sldMk cId="3895135314" sldId="750"/>
            <ac:picMk id="5" creationId="{BDA894DB-AFF6-54B8-4010-D2A56AF9D927}"/>
          </ac:picMkLst>
        </pc:picChg>
        <pc:picChg chg="del">
          <ac:chgData name="Schwegel, Scott A CIV USN COMNAVSEASYSCOM DC (USA)" userId="5348dc0e-4be4-40b8-967a-fcea991094dd" providerId="ADAL" clId="{1E1F55B5-5BCB-4369-9A09-250BBF1115CF}" dt="2024-04-16T17:03:48.156" v="7" actId="478"/>
          <ac:picMkLst>
            <pc:docMk/>
            <pc:sldMk cId="3895135314" sldId="750"/>
            <ac:picMk id="6" creationId="{9B1FC9C1-C393-2485-5C50-4B93B6639F7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1410" name="Rectangle 2"/>
          <p:cNvSpPr>
            <a:spLocks noGrp="1" noChangeArrowheads="1"/>
          </p:cNvSpPr>
          <p:nvPr>
            <p:ph type="hdr" sz="quarter"/>
          </p:nvPr>
        </p:nvSpPr>
        <p:spPr bwMode="auto">
          <a:xfrm>
            <a:off x="1" y="1"/>
            <a:ext cx="4033804" cy="350916"/>
          </a:xfrm>
          <a:prstGeom prst="rect">
            <a:avLst/>
          </a:prstGeom>
          <a:noFill/>
          <a:ln w="9525">
            <a:noFill/>
            <a:miter lim="800000"/>
            <a:headEnd/>
            <a:tailEnd/>
          </a:ln>
          <a:effectLst/>
        </p:spPr>
        <p:txBody>
          <a:bodyPr vert="horz" wrap="square" lIns="91378" tIns="45690" rIns="91378" bIns="45690" numCol="1" anchor="t" anchorCtr="0" compatLnSpc="1">
            <a:prstTxWarp prst="textNoShape">
              <a:avLst/>
            </a:prstTxWarp>
          </a:bodyPr>
          <a:lstStyle>
            <a:lvl1pPr>
              <a:defRPr sz="1200" b="0" i="0">
                <a:solidFill>
                  <a:schemeClr val="tx1"/>
                </a:solidFill>
                <a:effectLst/>
                <a:latin typeface="Arial" charset="0"/>
                <a:cs typeface="+mn-cs"/>
              </a:defRPr>
            </a:lvl1pPr>
          </a:lstStyle>
          <a:p>
            <a:pPr>
              <a:defRPr/>
            </a:pPr>
            <a:endParaRPr lang="en-US" dirty="0"/>
          </a:p>
        </p:txBody>
      </p:sp>
      <p:sp>
        <p:nvSpPr>
          <p:cNvPr id="401411" name="Rectangle 3"/>
          <p:cNvSpPr>
            <a:spLocks noGrp="1" noChangeArrowheads="1"/>
          </p:cNvSpPr>
          <p:nvPr>
            <p:ph type="dt" sz="quarter" idx="1"/>
          </p:nvPr>
        </p:nvSpPr>
        <p:spPr bwMode="auto">
          <a:xfrm>
            <a:off x="5273194" y="1"/>
            <a:ext cx="4033804" cy="350916"/>
          </a:xfrm>
          <a:prstGeom prst="rect">
            <a:avLst/>
          </a:prstGeom>
          <a:noFill/>
          <a:ln w="9525">
            <a:noFill/>
            <a:miter lim="800000"/>
            <a:headEnd/>
            <a:tailEnd/>
          </a:ln>
          <a:effectLst/>
        </p:spPr>
        <p:txBody>
          <a:bodyPr vert="horz" wrap="square" lIns="91378" tIns="45690" rIns="91378" bIns="45690" numCol="1" anchor="t" anchorCtr="0" compatLnSpc="1">
            <a:prstTxWarp prst="textNoShape">
              <a:avLst/>
            </a:prstTxWarp>
          </a:bodyPr>
          <a:lstStyle>
            <a:lvl1pPr algn="r">
              <a:defRPr sz="1200" b="0" i="0">
                <a:solidFill>
                  <a:schemeClr val="tx1"/>
                </a:solidFill>
                <a:effectLst/>
                <a:latin typeface="Arial" charset="0"/>
                <a:cs typeface="+mn-cs"/>
              </a:defRPr>
            </a:lvl1pPr>
          </a:lstStyle>
          <a:p>
            <a:pPr>
              <a:defRPr/>
            </a:pPr>
            <a:endParaRPr lang="en-US" dirty="0"/>
          </a:p>
        </p:txBody>
      </p:sp>
      <p:sp>
        <p:nvSpPr>
          <p:cNvPr id="401412" name="Rectangle 4"/>
          <p:cNvSpPr>
            <a:spLocks noGrp="1" noChangeArrowheads="1"/>
          </p:cNvSpPr>
          <p:nvPr>
            <p:ph type="ftr" sz="quarter" idx="2"/>
          </p:nvPr>
        </p:nvSpPr>
        <p:spPr bwMode="auto">
          <a:xfrm>
            <a:off x="1" y="6670989"/>
            <a:ext cx="4033804" cy="350916"/>
          </a:xfrm>
          <a:prstGeom prst="rect">
            <a:avLst/>
          </a:prstGeom>
          <a:noFill/>
          <a:ln w="9525">
            <a:noFill/>
            <a:miter lim="800000"/>
            <a:headEnd/>
            <a:tailEnd/>
          </a:ln>
          <a:effectLst/>
        </p:spPr>
        <p:txBody>
          <a:bodyPr vert="horz" wrap="square" lIns="91378" tIns="45690" rIns="91378" bIns="45690" numCol="1" anchor="b" anchorCtr="0" compatLnSpc="1">
            <a:prstTxWarp prst="textNoShape">
              <a:avLst/>
            </a:prstTxWarp>
          </a:bodyPr>
          <a:lstStyle>
            <a:lvl1pPr>
              <a:defRPr sz="1200" b="0" i="0">
                <a:solidFill>
                  <a:schemeClr val="tx1"/>
                </a:solidFill>
                <a:effectLst/>
                <a:latin typeface="Arial" charset="0"/>
                <a:cs typeface="+mn-cs"/>
              </a:defRPr>
            </a:lvl1pPr>
          </a:lstStyle>
          <a:p>
            <a:pPr>
              <a:defRPr/>
            </a:pPr>
            <a:endParaRPr lang="en-US" dirty="0"/>
          </a:p>
        </p:txBody>
      </p:sp>
      <p:sp>
        <p:nvSpPr>
          <p:cNvPr id="401413" name="Rectangle 5"/>
          <p:cNvSpPr>
            <a:spLocks noGrp="1" noChangeArrowheads="1"/>
          </p:cNvSpPr>
          <p:nvPr>
            <p:ph type="sldNum" sz="quarter" idx="3"/>
          </p:nvPr>
        </p:nvSpPr>
        <p:spPr bwMode="auto">
          <a:xfrm>
            <a:off x="5273194" y="6670989"/>
            <a:ext cx="4033804" cy="350916"/>
          </a:xfrm>
          <a:prstGeom prst="rect">
            <a:avLst/>
          </a:prstGeom>
          <a:noFill/>
          <a:ln w="9525">
            <a:noFill/>
            <a:miter lim="800000"/>
            <a:headEnd/>
            <a:tailEnd/>
          </a:ln>
          <a:effectLst/>
        </p:spPr>
        <p:txBody>
          <a:bodyPr vert="horz" wrap="square" lIns="91378" tIns="45690" rIns="91378" bIns="45690" numCol="1" anchor="b" anchorCtr="0" compatLnSpc="1">
            <a:prstTxWarp prst="textNoShape">
              <a:avLst/>
            </a:prstTxWarp>
          </a:bodyPr>
          <a:lstStyle>
            <a:lvl1pPr algn="r">
              <a:defRPr sz="1200" b="0" i="0">
                <a:solidFill>
                  <a:schemeClr val="tx1"/>
                </a:solidFill>
                <a:effectLst/>
                <a:latin typeface="Arial" charset="0"/>
                <a:cs typeface="+mn-cs"/>
              </a:defRPr>
            </a:lvl1pPr>
          </a:lstStyle>
          <a:p>
            <a:pPr>
              <a:defRPr/>
            </a:pPr>
            <a:fld id="{E17C80C2-F867-4EA6-B3EF-445E1A5CB11E}" type="slidenum">
              <a:rPr lang="en-US"/>
              <a:pPr>
                <a:defRPr/>
              </a:pPr>
              <a:t>‹#›</a:t>
            </a:fld>
            <a:endParaRPr lang="en-US" dirty="0"/>
          </a:p>
        </p:txBody>
      </p:sp>
    </p:spTree>
    <p:extLst>
      <p:ext uri="{BB962C8B-B14F-4D97-AF65-F5344CB8AC3E}">
        <p14:creationId xmlns:p14="http://schemas.microsoft.com/office/powerpoint/2010/main" val="196254364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1" y="1"/>
            <a:ext cx="4031699" cy="349718"/>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lvl1pPr defTabSz="932925">
              <a:defRPr sz="1200" b="0" i="0">
                <a:solidFill>
                  <a:schemeClr val="tx1"/>
                </a:solidFill>
                <a:effectLst/>
                <a:latin typeface="Arial" charset="0"/>
                <a:cs typeface="+mn-cs"/>
              </a:defRPr>
            </a:lvl1pPr>
          </a:lstStyle>
          <a:p>
            <a:pPr>
              <a:defRPr/>
            </a:pPr>
            <a:endParaRPr lang="en-US" dirty="0"/>
          </a:p>
        </p:txBody>
      </p:sp>
      <p:sp>
        <p:nvSpPr>
          <p:cNvPr id="47107" name="Rectangle 3"/>
          <p:cNvSpPr>
            <a:spLocks noGrp="1" noChangeArrowheads="1"/>
          </p:cNvSpPr>
          <p:nvPr>
            <p:ph type="dt" idx="1"/>
          </p:nvPr>
        </p:nvSpPr>
        <p:spPr bwMode="auto">
          <a:xfrm>
            <a:off x="5275300" y="1"/>
            <a:ext cx="4031699" cy="349718"/>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lvl1pPr algn="r" defTabSz="932925">
              <a:defRPr sz="1200" b="0" i="0">
                <a:solidFill>
                  <a:schemeClr val="tx1"/>
                </a:solidFill>
                <a:effectLst/>
                <a:latin typeface="Arial" charset="0"/>
                <a:cs typeface="+mn-cs"/>
              </a:defRPr>
            </a:lvl1pPr>
          </a:lstStyle>
          <a:p>
            <a:pPr>
              <a:defRPr/>
            </a:pPr>
            <a:endParaRPr lang="en-US" dirty="0"/>
          </a:p>
        </p:txBody>
      </p:sp>
      <p:sp>
        <p:nvSpPr>
          <p:cNvPr id="9220" name="Rectangle 4"/>
          <p:cNvSpPr>
            <a:spLocks noGrp="1" noRot="1" noChangeAspect="1" noChangeArrowheads="1" noTextEdit="1"/>
          </p:cNvSpPr>
          <p:nvPr>
            <p:ph type="sldImg" idx="2"/>
          </p:nvPr>
        </p:nvSpPr>
        <p:spPr bwMode="auto">
          <a:xfrm>
            <a:off x="2895600" y="528638"/>
            <a:ext cx="3513138" cy="26336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932176" y="3336692"/>
            <a:ext cx="7444755" cy="3158240"/>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10" name="Rectangle 6"/>
          <p:cNvSpPr>
            <a:spLocks noGrp="1" noChangeArrowheads="1"/>
          </p:cNvSpPr>
          <p:nvPr>
            <p:ph type="ftr" sz="quarter" idx="4"/>
          </p:nvPr>
        </p:nvSpPr>
        <p:spPr bwMode="auto">
          <a:xfrm>
            <a:off x="1" y="6672186"/>
            <a:ext cx="4031699" cy="349718"/>
          </a:xfrm>
          <a:prstGeom prst="rect">
            <a:avLst/>
          </a:prstGeom>
          <a:noFill/>
          <a:ln w="9525">
            <a:noFill/>
            <a:miter lim="800000"/>
            <a:headEnd/>
            <a:tailEnd/>
          </a:ln>
          <a:effectLst/>
        </p:spPr>
        <p:txBody>
          <a:bodyPr vert="horz" wrap="square" lIns="93254" tIns="46628" rIns="93254" bIns="46628" numCol="1" anchor="b" anchorCtr="0" compatLnSpc="1">
            <a:prstTxWarp prst="textNoShape">
              <a:avLst/>
            </a:prstTxWarp>
          </a:bodyPr>
          <a:lstStyle>
            <a:lvl1pPr defTabSz="932925">
              <a:defRPr sz="1200" b="0" i="0">
                <a:solidFill>
                  <a:schemeClr val="tx1"/>
                </a:solidFill>
                <a:effectLst/>
                <a:latin typeface="Arial" charset="0"/>
                <a:cs typeface="+mn-cs"/>
              </a:defRPr>
            </a:lvl1pPr>
          </a:lstStyle>
          <a:p>
            <a:pPr>
              <a:defRPr/>
            </a:pPr>
            <a:endParaRPr lang="en-US" dirty="0"/>
          </a:p>
        </p:txBody>
      </p:sp>
      <p:sp>
        <p:nvSpPr>
          <p:cNvPr id="47111" name="Rectangle 7"/>
          <p:cNvSpPr>
            <a:spLocks noGrp="1" noChangeArrowheads="1"/>
          </p:cNvSpPr>
          <p:nvPr>
            <p:ph type="sldNum" sz="quarter" idx="5"/>
          </p:nvPr>
        </p:nvSpPr>
        <p:spPr bwMode="auto">
          <a:xfrm>
            <a:off x="5275300" y="6672186"/>
            <a:ext cx="4031699" cy="349718"/>
          </a:xfrm>
          <a:prstGeom prst="rect">
            <a:avLst/>
          </a:prstGeom>
          <a:noFill/>
          <a:ln w="9525">
            <a:noFill/>
            <a:miter lim="800000"/>
            <a:headEnd/>
            <a:tailEnd/>
          </a:ln>
          <a:effectLst/>
        </p:spPr>
        <p:txBody>
          <a:bodyPr vert="horz" wrap="square" lIns="93254" tIns="46628" rIns="93254" bIns="46628" numCol="1" anchor="b" anchorCtr="0" compatLnSpc="1">
            <a:prstTxWarp prst="textNoShape">
              <a:avLst/>
            </a:prstTxWarp>
          </a:bodyPr>
          <a:lstStyle>
            <a:lvl1pPr algn="r" defTabSz="932925">
              <a:defRPr sz="1200" b="0" i="0">
                <a:solidFill>
                  <a:schemeClr val="tx1"/>
                </a:solidFill>
                <a:effectLst/>
                <a:latin typeface="Arial" charset="0"/>
                <a:cs typeface="+mn-cs"/>
              </a:defRPr>
            </a:lvl1pPr>
          </a:lstStyle>
          <a:p>
            <a:pPr>
              <a:defRPr/>
            </a:pPr>
            <a:fld id="{6F1DD13C-20EB-4407-A0C4-3A6783AC11FD}" type="slidenum">
              <a:rPr lang="en-US"/>
              <a:pPr>
                <a:defRPr/>
              </a:pPr>
              <a:t>‹#›</a:t>
            </a:fld>
            <a:endParaRPr lang="en-US" dirty="0"/>
          </a:p>
        </p:txBody>
      </p:sp>
    </p:spTree>
    <p:extLst>
      <p:ext uri="{BB962C8B-B14F-4D97-AF65-F5344CB8AC3E}">
        <p14:creationId xmlns:p14="http://schemas.microsoft.com/office/powerpoint/2010/main" val="109150672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160381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473618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0510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5</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6</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94905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37092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9</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10</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279781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145111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13</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93691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70614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449228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17</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13916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4262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598813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51425110-F257-47D4-B669-D4B1EC95549B}" type="slidenum">
              <a:rPr lang="en-US"/>
              <a:pPr>
                <a:defRPr/>
              </a:pPr>
              <a:t>‹#›</a:t>
            </a:fld>
            <a:endParaRPr lang="en-US" dirty="0"/>
          </a:p>
        </p:txBody>
      </p:sp>
    </p:spTree>
    <p:extLst>
      <p:ext uri="{BB962C8B-B14F-4D97-AF65-F5344CB8AC3E}">
        <p14:creationId xmlns:p14="http://schemas.microsoft.com/office/powerpoint/2010/main" val="1128056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4BFECA55-F5B8-446E-BF8F-AFBA1CDD4126}" type="slidenum">
              <a:rPr lang="en-US"/>
              <a:pPr>
                <a:defRPr/>
              </a:pPr>
              <a:t>‹#›</a:t>
            </a:fld>
            <a:endParaRPr lang="en-US" dirty="0"/>
          </a:p>
        </p:txBody>
      </p:sp>
    </p:spTree>
    <p:extLst>
      <p:ext uri="{BB962C8B-B14F-4D97-AF65-F5344CB8AC3E}">
        <p14:creationId xmlns:p14="http://schemas.microsoft.com/office/powerpoint/2010/main" val="1927724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F44EFCCD-4187-4ED8-989C-8B5BCD6B107B}" type="slidenum">
              <a:rPr lang="en-US"/>
              <a:pPr>
                <a:defRPr/>
              </a:pPr>
              <a:t>‹#›</a:t>
            </a:fld>
            <a:endParaRPr lang="en-US" dirty="0"/>
          </a:p>
        </p:txBody>
      </p:sp>
    </p:spTree>
    <p:extLst>
      <p:ext uri="{BB962C8B-B14F-4D97-AF65-F5344CB8AC3E}">
        <p14:creationId xmlns:p14="http://schemas.microsoft.com/office/powerpoint/2010/main" val="1633231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261EAF7-A536-4695-AEBC-DA5A4B4DC9E2}" type="slidenum">
              <a:rPr lang="en-US"/>
              <a:pPr>
                <a:defRPr/>
              </a:pPr>
              <a:t>‹#›</a:t>
            </a:fld>
            <a:endParaRPr lang="en-US" dirty="0"/>
          </a:p>
        </p:txBody>
      </p:sp>
    </p:spTree>
    <p:extLst>
      <p:ext uri="{BB962C8B-B14F-4D97-AF65-F5344CB8AC3E}">
        <p14:creationId xmlns:p14="http://schemas.microsoft.com/office/powerpoint/2010/main" val="487757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C1A3E6D7-B729-47E0-8B2A-45AD547464A3}" type="slidenum">
              <a:rPr lang="en-US"/>
              <a:pPr>
                <a:defRPr/>
              </a:pPr>
              <a:t>‹#›</a:t>
            </a:fld>
            <a:endParaRPr lang="en-US" dirty="0"/>
          </a:p>
        </p:txBody>
      </p:sp>
    </p:spTree>
    <p:extLst>
      <p:ext uri="{BB962C8B-B14F-4D97-AF65-F5344CB8AC3E}">
        <p14:creationId xmlns:p14="http://schemas.microsoft.com/office/powerpoint/2010/main" val="231004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8CA4F1F1-1BF5-4FAC-AC97-9AAB7B8A917B}" type="slidenum">
              <a:rPr lang="en-US"/>
              <a:pPr>
                <a:defRPr/>
              </a:pPr>
              <a:t>‹#›</a:t>
            </a:fld>
            <a:endParaRPr lang="en-US" dirty="0"/>
          </a:p>
        </p:txBody>
      </p:sp>
    </p:spTree>
    <p:extLst>
      <p:ext uri="{BB962C8B-B14F-4D97-AF65-F5344CB8AC3E}">
        <p14:creationId xmlns:p14="http://schemas.microsoft.com/office/powerpoint/2010/main" val="214694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5F0AC147-FC03-4D52-A907-7F30D370791C}" type="slidenum">
              <a:rPr lang="en-US"/>
              <a:pPr>
                <a:defRPr/>
              </a:pPr>
              <a:t>‹#›</a:t>
            </a:fld>
            <a:endParaRPr lang="en-US" dirty="0"/>
          </a:p>
        </p:txBody>
      </p:sp>
    </p:spTree>
    <p:extLst>
      <p:ext uri="{BB962C8B-B14F-4D97-AF65-F5344CB8AC3E}">
        <p14:creationId xmlns:p14="http://schemas.microsoft.com/office/powerpoint/2010/main" val="4040356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1F84F7CD-7076-4B24-A374-80DC19E83763}" type="slidenum">
              <a:rPr lang="en-US"/>
              <a:pPr>
                <a:defRPr/>
              </a:pPr>
              <a:t>‹#›</a:t>
            </a:fld>
            <a:endParaRPr lang="en-US" dirty="0"/>
          </a:p>
        </p:txBody>
      </p:sp>
    </p:spTree>
    <p:extLst>
      <p:ext uri="{BB962C8B-B14F-4D97-AF65-F5344CB8AC3E}">
        <p14:creationId xmlns:p14="http://schemas.microsoft.com/office/powerpoint/2010/main" val="3616831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0C2811B-BE67-4878-8AFC-ADA9D3FF29AB}" type="slidenum">
              <a:rPr lang="en-US"/>
              <a:pPr>
                <a:defRPr/>
              </a:pPr>
              <a:t>‹#›</a:t>
            </a:fld>
            <a:endParaRPr lang="en-US" dirty="0"/>
          </a:p>
        </p:txBody>
      </p:sp>
    </p:spTree>
    <p:extLst>
      <p:ext uri="{BB962C8B-B14F-4D97-AF65-F5344CB8AC3E}">
        <p14:creationId xmlns:p14="http://schemas.microsoft.com/office/powerpoint/2010/main" val="118530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1C98292F-3726-4132-BDB2-5E84AEFFB5F9}" type="slidenum">
              <a:rPr lang="en-US"/>
              <a:pPr>
                <a:defRPr/>
              </a:pPr>
              <a:t>‹#›</a:t>
            </a:fld>
            <a:endParaRPr lang="en-US" dirty="0"/>
          </a:p>
        </p:txBody>
      </p:sp>
    </p:spTree>
    <p:extLst>
      <p:ext uri="{BB962C8B-B14F-4D97-AF65-F5344CB8AC3E}">
        <p14:creationId xmlns:p14="http://schemas.microsoft.com/office/powerpoint/2010/main" val="403851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D101B17E-C80A-4E9D-945E-A40F95895641}" type="slidenum">
              <a:rPr lang="en-US"/>
              <a:pPr>
                <a:defRPr/>
              </a:pPr>
              <a:t>‹#›</a:t>
            </a:fld>
            <a:endParaRPr lang="en-US" dirty="0"/>
          </a:p>
        </p:txBody>
      </p:sp>
    </p:spTree>
    <p:extLst>
      <p:ext uri="{BB962C8B-B14F-4D97-AF65-F5344CB8AC3E}">
        <p14:creationId xmlns:p14="http://schemas.microsoft.com/office/powerpoint/2010/main" val="2848521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a:pPr>
                <a:defRPr/>
              </a:pPr>
              <a:t>‹#›</a:t>
            </a:fld>
            <a:endParaRPr lang="en-US" dirty="0"/>
          </a:p>
        </p:txBody>
      </p:sp>
    </p:spTree>
    <p:extLst>
      <p:ext uri="{BB962C8B-B14F-4D97-AF65-F5344CB8AC3E}">
        <p14:creationId xmlns:p14="http://schemas.microsoft.com/office/powerpoint/2010/main" val="426693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a:pPr>
                <a:defRPr/>
              </a:pPr>
              <a:t>‹#›</a:t>
            </a:fld>
            <a:endParaRPr lang="en-US" dirty="0"/>
          </a:p>
        </p:txBody>
      </p:sp>
    </p:spTree>
    <p:extLst>
      <p:ext uri="{BB962C8B-B14F-4D97-AF65-F5344CB8AC3E}">
        <p14:creationId xmlns:p14="http://schemas.microsoft.com/office/powerpoint/2010/main" val="338614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a:pPr>
                <a:defRPr/>
              </a:pPr>
              <a:t>‹#›</a:t>
            </a:fld>
            <a:endParaRPr lang="en-US" dirty="0"/>
          </a:p>
        </p:txBody>
      </p:sp>
    </p:spTree>
    <p:extLst>
      <p:ext uri="{BB962C8B-B14F-4D97-AF65-F5344CB8AC3E}">
        <p14:creationId xmlns:p14="http://schemas.microsoft.com/office/powerpoint/2010/main" val="2200445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a:pPr>
                <a:defRPr/>
              </a:pPr>
              <a:t>‹#›</a:t>
            </a:fld>
            <a:endParaRPr lang="en-US" dirty="0"/>
          </a:p>
        </p:txBody>
      </p:sp>
    </p:spTree>
    <p:extLst>
      <p:ext uri="{BB962C8B-B14F-4D97-AF65-F5344CB8AC3E}">
        <p14:creationId xmlns:p14="http://schemas.microsoft.com/office/powerpoint/2010/main" val="330419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a:pPr>
                <a:defRPr/>
              </a:pPr>
              <a:t>‹#›</a:t>
            </a:fld>
            <a:endParaRPr lang="en-US" dirty="0"/>
          </a:p>
        </p:txBody>
      </p:sp>
    </p:spTree>
    <p:extLst>
      <p:ext uri="{BB962C8B-B14F-4D97-AF65-F5344CB8AC3E}">
        <p14:creationId xmlns:p14="http://schemas.microsoft.com/office/powerpoint/2010/main" val="2617022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a:pPr>
                <a:defRPr/>
              </a:pPr>
              <a:t>‹#›</a:t>
            </a:fld>
            <a:endParaRPr lang="en-US" dirty="0"/>
          </a:p>
        </p:txBody>
      </p:sp>
    </p:spTree>
    <p:extLst>
      <p:ext uri="{BB962C8B-B14F-4D97-AF65-F5344CB8AC3E}">
        <p14:creationId xmlns:p14="http://schemas.microsoft.com/office/powerpoint/2010/main" val="1841189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a:pPr>
                <a:defRPr/>
              </a:pPr>
              <a:t>‹#›</a:t>
            </a:fld>
            <a:endParaRPr lang="en-US" dirty="0"/>
          </a:p>
        </p:txBody>
      </p:sp>
    </p:spTree>
    <p:extLst>
      <p:ext uri="{BB962C8B-B14F-4D97-AF65-F5344CB8AC3E}">
        <p14:creationId xmlns:p14="http://schemas.microsoft.com/office/powerpoint/2010/main" val="482134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a:pPr>
                <a:defRPr/>
              </a:pPr>
              <a:t>‹#›</a:t>
            </a:fld>
            <a:endParaRPr lang="en-US" dirty="0"/>
          </a:p>
        </p:txBody>
      </p:sp>
    </p:spTree>
    <p:extLst>
      <p:ext uri="{BB962C8B-B14F-4D97-AF65-F5344CB8AC3E}">
        <p14:creationId xmlns:p14="http://schemas.microsoft.com/office/powerpoint/2010/main" val="3793693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a:pPr>
                <a:defRPr/>
              </a:pPr>
              <a:t>‹#›</a:t>
            </a:fld>
            <a:endParaRPr lang="en-US" dirty="0"/>
          </a:p>
        </p:txBody>
      </p:sp>
    </p:spTree>
    <p:extLst>
      <p:ext uri="{BB962C8B-B14F-4D97-AF65-F5344CB8AC3E}">
        <p14:creationId xmlns:p14="http://schemas.microsoft.com/office/powerpoint/2010/main" val="2999864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smtClean="0"/>
              <a:pPr>
                <a:defRPr/>
              </a:pPr>
              <a:t>‹#›</a:t>
            </a:fld>
            <a:endParaRPr lang="en-US" dirty="0"/>
          </a:p>
        </p:txBody>
      </p:sp>
    </p:spTree>
    <p:extLst>
      <p:ext uri="{BB962C8B-B14F-4D97-AF65-F5344CB8AC3E}">
        <p14:creationId xmlns:p14="http://schemas.microsoft.com/office/powerpoint/2010/main" val="13182434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5943600" cy="447675"/>
          </a:xfrm>
        </p:spPr>
        <p:txBody>
          <a:bodyPr/>
          <a:lstStyle/>
          <a:p>
            <a:r>
              <a:rPr lang="en-US" dirty="0"/>
              <a:t>Click to edit Master title style</a:t>
            </a:r>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smtClean="0"/>
              <a:pPr>
                <a:defRPr/>
              </a:pPr>
              <a:t>‹#›</a:t>
            </a:fld>
            <a:endParaRPr lang="en-US" dirty="0"/>
          </a:p>
        </p:txBody>
      </p:sp>
    </p:spTree>
    <p:extLst>
      <p:ext uri="{BB962C8B-B14F-4D97-AF65-F5344CB8AC3E}">
        <p14:creationId xmlns:p14="http://schemas.microsoft.com/office/powerpoint/2010/main" val="4009967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405606"/>
            <a:ext cx="5943600" cy="447675"/>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smtClean="0"/>
              <a:pPr>
                <a:defRPr/>
              </a:pPr>
              <a:t>‹#›</a:t>
            </a:fld>
            <a:endParaRPr lang="en-US" dirty="0"/>
          </a:p>
        </p:txBody>
      </p:sp>
    </p:spTree>
    <p:extLst>
      <p:ext uri="{BB962C8B-B14F-4D97-AF65-F5344CB8AC3E}">
        <p14:creationId xmlns:p14="http://schemas.microsoft.com/office/powerpoint/2010/main" val="2751056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smtClean="0"/>
              <a:pPr>
                <a:defRPr/>
              </a:pPr>
              <a:t>‹#›</a:t>
            </a:fld>
            <a:endParaRPr lang="en-US" dirty="0"/>
          </a:p>
        </p:txBody>
      </p:sp>
    </p:spTree>
    <p:extLst>
      <p:ext uri="{BB962C8B-B14F-4D97-AF65-F5344CB8AC3E}">
        <p14:creationId xmlns:p14="http://schemas.microsoft.com/office/powerpoint/2010/main" val="245189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smtClean="0"/>
              <a:pPr>
                <a:defRPr/>
              </a:pPr>
              <a:t>‹#›</a:t>
            </a:fld>
            <a:endParaRPr lang="en-US" dirty="0"/>
          </a:p>
        </p:txBody>
      </p:sp>
    </p:spTree>
    <p:extLst>
      <p:ext uri="{BB962C8B-B14F-4D97-AF65-F5344CB8AC3E}">
        <p14:creationId xmlns:p14="http://schemas.microsoft.com/office/powerpoint/2010/main" val="3853214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smtClean="0"/>
              <a:pPr>
                <a:defRPr/>
              </a:pPr>
              <a:t>‹#›</a:t>
            </a:fld>
            <a:endParaRPr lang="en-US" dirty="0"/>
          </a:p>
        </p:txBody>
      </p:sp>
    </p:spTree>
    <p:extLst>
      <p:ext uri="{BB962C8B-B14F-4D97-AF65-F5344CB8AC3E}">
        <p14:creationId xmlns:p14="http://schemas.microsoft.com/office/powerpoint/2010/main" val="9660702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smtClean="0"/>
              <a:pPr>
                <a:defRPr/>
              </a:pPr>
              <a:t>‹#›</a:t>
            </a:fld>
            <a:endParaRPr lang="en-US" dirty="0"/>
          </a:p>
        </p:txBody>
      </p:sp>
    </p:spTree>
    <p:extLst>
      <p:ext uri="{BB962C8B-B14F-4D97-AF65-F5344CB8AC3E}">
        <p14:creationId xmlns:p14="http://schemas.microsoft.com/office/powerpoint/2010/main" val="2259823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smtClean="0"/>
              <a:pPr>
                <a:defRPr/>
              </a:pPr>
              <a:t>‹#›</a:t>
            </a:fld>
            <a:endParaRPr lang="en-US" dirty="0"/>
          </a:p>
        </p:txBody>
      </p:sp>
    </p:spTree>
    <p:extLst>
      <p:ext uri="{BB962C8B-B14F-4D97-AF65-F5344CB8AC3E}">
        <p14:creationId xmlns:p14="http://schemas.microsoft.com/office/powerpoint/2010/main" val="2022631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smtClean="0"/>
              <a:pPr>
                <a:defRPr/>
              </a:pPr>
              <a:t>‹#›</a:t>
            </a:fld>
            <a:endParaRPr lang="en-US" dirty="0"/>
          </a:p>
        </p:txBody>
      </p:sp>
    </p:spTree>
    <p:extLst>
      <p:ext uri="{BB962C8B-B14F-4D97-AF65-F5344CB8AC3E}">
        <p14:creationId xmlns:p14="http://schemas.microsoft.com/office/powerpoint/2010/main" val="2123271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smtClean="0"/>
              <a:pPr>
                <a:defRPr/>
              </a:pPr>
              <a:t>‹#›</a:t>
            </a:fld>
            <a:endParaRPr lang="en-US" dirty="0"/>
          </a:p>
        </p:txBody>
      </p:sp>
    </p:spTree>
    <p:extLst>
      <p:ext uri="{BB962C8B-B14F-4D97-AF65-F5344CB8AC3E}">
        <p14:creationId xmlns:p14="http://schemas.microsoft.com/office/powerpoint/2010/main" val="4675596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5943600" cy="447675"/>
          </a:xfrm>
        </p:spPr>
        <p:txBody>
          <a:bodyPr/>
          <a:lstStyle/>
          <a:p>
            <a:r>
              <a:rPr lang="en-US" dirty="0"/>
              <a:t>Click to edit Master title style</a:t>
            </a:r>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smtClean="0"/>
              <a:pPr>
                <a:defRPr/>
              </a:pPr>
              <a:t>‹#›</a:t>
            </a:fld>
            <a:endParaRPr lang="en-US" dirty="0"/>
          </a:p>
        </p:txBody>
      </p:sp>
    </p:spTree>
    <p:extLst>
      <p:ext uri="{BB962C8B-B14F-4D97-AF65-F5344CB8AC3E}">
        <p14:creationId xmlns:p14="http://schemas.microsoft.com/office/powerpoint/2010/main" val="1718259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405606"/>
            <a:ext cx="5943600" cy="447675"/>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smtClean="0"/>
              <a:pPr>
                <a:defRPr/>
              </a:pPr>
              <a:t>‹#›</a:t>
            </a:fld>
            <a:endParaRPr lang="en-US" dirty="0"/>
          </a:p>
        </p:txBody>
      </p:sp>
    </p:spTree>
    <p:extLst>
      <p:ext uri="{BB962C8B-B14F-4D97-AF65-F5344CB8AC3E}">
        <p14:creationId xmlns:p14="http://schemas.microsoft.com/office/powerpoint/2010/main" val="8275460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smtClean="0"/>
              <a:pPr>
                <a:defRPr/>
              </a:pPr>
              <a:t>‹#›</a:t>
            </a:fld>
            <a:endParaRPr lang="en-US" dirty="0"/>
          </a:p>
        </p:txBody>
      </p:sp>
    </p:spTree>
    <p:extLst>
      <p:ext uri="{BB962C8B-B14F-4D97-AF65-F5344CB8AC3E}">
        <p14:creationId xmlns:p14="http://schemas.microsoft.com/office/powerpoint/2010/main" val="18889133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smtClean="0"/>
              <a:pPr>
                <a:defRPr/>
              </a:pPr>
              <a:t>‹#›</a:t>
            </a:fld>
            <a:endParaRPr lang="en-US" dirty="0"/>
          </a:p>
        </p:txBody>
      </p:sp>
    </p:spTree>
    <p:extLst>
      <p:ext uri="{BB962C8B-B14F-4D97-AF65-F5344CB8AC3E}">
        <p14:creationId xmlns:p14="http://schemas.microsoft.com/office/powerpoint/2010/main" val="4740473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smtClean="0"/>
              <a:pPr>
                <a:defRPr/>
              </a:pPr>
              <a:t>‹#›</a:t>
            </a:fld>
            <a:endParaRPr lang="en-US" dirty="0"/>
          </a:p>
        </p:txBody>
      </p:sp>
    </p:spTree>
    <p:extLst>
      <p:ext uri="{BB962C8B-B14F-4D97-AF65-F5344CB8AC3E}">
        <p14:creationId xmlns:p14="http://schemas.microsoft.com/office/powerpoint/2010/main" val="2184790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smtClean="0"/>
              <a:pPr>
                <a:defRPr/>
              </a:pPr>
              <a:t>‹#›</a:t>
            </a:fld>
            <a:endParaRPr lang="en-US" dirty="0"/>
          </a:p>
        </p:txBody>
      </p:sp>
    </p:spTree>
    <p:extLst>
      <p:ext uri="{BB962C8B-B14F-4D97-AF65-F5344CB8AC3E}">
        <p14:creationId xmlns:p14="http://schemas.microsoft.com/office/powerpoint/2010/main" val="1605760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smtClean="0"/>
              <a:pPr>
                <a:defRPr/>
              </a:pPr>
              <a:t>‹#›</a:t>
            </a:fld>
            <a:endParaRPr lang="en-US" dirty="0"/>
          </a:p>
        </p:txBody>
      </p:sp>
    </p:spTree>
    <p:extLst>
      <p:ext uri="{BB962C8B-B14F-4D97-AF65-F5344CB8AC3E}">
        <p14:creationId xmlns:p14="http://schemas.microsoft.com/office/powerpoint/2010/main" val="31105182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smtClean="0"/>
              <a:pPr>
                <a:defRPr/>
              </a:pPr>
              <a:t>‹#›</a:t>
            </a:fld>
            <a:endParaRPr lang="en-US" dirty="0"/>
          </a:p>
        </p:txBody>
      </p:sp>
    </p:spTree>
    <p:extLst>
      <p:ext uri="{BB962C8B-B14F-4D97-AF65-F5344CB8AC3E}">
        <p14:creationId xmlns:p14="http://schemas.microsoft.com/office/powerpoint/2010/main" val="279855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4.jpe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3.png"/><Relationship Id="rId5" Type="http://schemas.openxmlformats.org/officeDocument/2006/relationships/slideLayout" Target="../slideLayouts/slideLayout25.xml"/><Relationship Id="rId10" Type="http://schemas.openxmlformats.org/officeDocument/2006/relationships/theme" Target="../theme/theme3.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4.jpe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image" Target="../media/image3.png"/><Relationship Id="rId5" Type="http://schemas.openxmlformats.org/officeDocument/2006/relationships/slideLayout" Target="../slideLayouts/slideLayout34.xml"/><Relationship Id="rId10" Type="http://schemas.openxmlformats.org/officeDocument/2006/relationships/theme" Target="../theme/theme4.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094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i="0">
                <a:solidFill>
                  <a:schemeClr val="tx1"/>
                </a:solidFill>
                <a:effectLst/>
                <a:latin typeface="Arial" charset="0"/>
                <a:cs typeface="+mn-cs"/>
              </a:defRPr>
            </a:lvl1pPr>
          </a:lstStyle>
          <a:p>
            <a:pPr>
              <a:defRPr/>
            </a:pPr>
            <a:endParaRPr lang="en-US" dirty="0"/>
          </a:p>
        </p:txBody>
      </p:sp>
      <p:sp>
        <p:nvSpPr>
          <p:cNvPr id="21094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i="0">
                <a:solidFill>
                  <a:schemeClr val="tx1"/>
                </a:solidFill>
                <a:effectLst/>
                <a:latin typeface="Arial" charset="0"/>
                <a:cs typeface="+mn-cs"/>
              </a:defRPr>
            </a:lvl1pPr>
          </a:lstStyle>
          <a:p>
            <a:pPr>
              <a:defRPr/>
            </a:pPr>
            <a:endParaRPr lang="en-US" dirty="0"/>
          </a:p>
        </p:txBody>
      </p:sp>
      <p:sp>
        <p:nvSpPr>
          <p:cNvPr id="21095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i="0">
                <a:solidFill>
                  <a:schemeClr val="tx1"/>
                </a:solidFill>
                <a:effectLst/>
                <a:latin typeface="Arial" charset="0"/>
                <a:cs typeface="+mn-cs"/>
              </a:defRPr>
            </a:lvl1pPr>
          </a:lstStyle>
          <a:p>
            <a:pPr>
              <a:defRPr/>
            </a:pPr>
            <a:fld id="{AABFABAC-9878-4B3A-B3F6-0B6B1133B7F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6420" r:id="rId1"/>
    <p:sldLayoutId id="2147486421" r:id="rId2"/>
    <p:sldLayoutId id="2147486422" r:id="rId3"/>
    <p:sldLayoutId id="2147486423" r:id="rId4"/>
    <p:sldLayoutId id="2147486424" r:id="rId5"/>
    <p:sldLayoutId id="2147486425" r:id="rId6"/>
    <p:sldLayoutId id="2147486426" r:id="rId7"/>
    <p:sldLayoutId id="2147486427" r:id="rId8"/>
    <p:sldLayoutId id="2147486428" r:id="rId9"/>
    <p:sldLayoutId id="2147486429" r:id="rId10"/>
    <p:sldLayoutId id="2147486430"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7" descr="navsea-colo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rot="10800000" flipH="1" flipV="1">
            <a:off x="152400" y="228600"/>
            <a:ext cx="1406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B42BF5AB-C361-4053-9FCE-85C39B4F31D7}" type="slidenum">
              <a:rPr lang="en-US"/>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4" name="Picture 2" descr="C:\Users\amy.wolf1\Desktop\CNRMCenter-Logo (3inchWide).png"/>
          <p:cNvPicPr>
            <a:picLocks noChangeAspect="1" noChangeArrowheads="1"/>
          </p:cNvPicPr>
          <p:nvPr userDrawn="1"/>
        </p:nvPicPr>
        <p:blipFill>
          <a:blip r:embed="rId12" cstate="email">
            <a:extLst>
              <a:ext uri="{28A0092B-C50C-407E-A947-70E740481C1C}">
                <a14:useLocalDpi xmlns:a14="http://schemas.microsoft.com/office/drawing/2010/main"/>
              </a:ext>
            </a:extLst>
          </a:blip>
          <a:srcRect/>
          <a:stretch>
            <a:fillRect/>
          </a:stretch>
        </p:blipFill>
        <p:spPr bwMode="auto">
          <a:xfrm>
            <a:off x="7772400" y="152400"/>
            <a:ext cx="1321143" cy="794834"/>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6436" r:id="rId1"/>
    <p:sldLayoutId id="2147486431" r:id="rId2"/>
    <p:sldLayoutId id="2147486432" r:id="rId3"/>
    <p:sldLayoutId id="2147486433" r:id="rId4"/>
    <p:sldLayoutId id="2147486434" r:id="rId5"/>
    <p:sldLayoutId id="2147486435" r:id="rId6"/>
    <p:sldLayoutId id="2147486437" r:id="rId7"/>
    <p:sldLayoutId id="2147486438" r:id="rId8"/>
    <p:sldLayoutId id="214748643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AABFABAC-9878-4B3A-B3F6-0B6B1133B7F8}" type="slidenum">
              <a:rPr lang="en-US" smtClean="0"/>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6" name="Picture 7" descr="SEA21-LOGO-V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 y="67056"/>
            <a:ext cx="694944" cy="69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3903" y="0"/>
            <a:ext cx="1071562" cy="828349"/>
          </a:xfrm>
          <a:prstGeom prst="rect">
            <a:avLst/>
          </a:prstGeom>
        </p:spPr>
      </p:pic>
    </p:spTree>
    <p:extLst>
      <p:ext uri="{BB962C8B-B14F-4D97-AF65-F5344CB8AC3E}">
        <p14:creationId xmlns:p14="http://schemas.microsoft.com/office/powerpoint/2010/main" val="2956186077"/>
      </p:ext>
    </p:extLst>
  </p:cSld>
  <p:clrMap bg1="lt1" tx1="dk1" bg2="lt2" tx2="dk2" accent1="accent1" accent2="accent2" accent3="accent3" accent4="accent4" accent5="accent5" accent6="accent6" hlink="hlink" folHlink="folHlink"/>
  <p:sldLayoutIdLst>
    <p:sldLayoutId id="2147486441" r:id="rId1"/>
    <p:sldLayoutId id="2147486442" r:id="rId2"/>
    <p:sldLayoutId id="2147486443" r:id="rId3"/>
    <p:sldLayoutId id="2147486444" r:id="rId4"/>
    <p:sldLayoutId id="2147486445" r:id="rId5"/>
    <p:sldLayoutId id="2147486446" r:id="rId6"/>
    <p:sldLayoutId id="2147486447" r:id="rId7"/>
    <p:sldLayoutId id="2147486448" r:id="rId8"/>
    <p:sldLayoutId id="214748644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AABFABAC-9878-4B3A-B3F6-0B6B1133B7F8}" type="slidenum">
              <a:rPr lang="en-US" smtClean="0"/>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6" name="Picture 7" descr="SEA21-LOGO-V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 y="67056"/>
            <a:ext cx="694944" cy="69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3903" y="0"/>
            <a:ext cx="1071562" cy="828349"/>
          </a:xfrm>
          <a:prstGeom prst="rect">
            <a:avLst/>
          </a:prstGeom>
        </p:spPr>
      </p:pic>
    </p:spTree>
    <p:extLst>
      <p:ext uri="{BB962C8B-B14F-4D97-AF65-F5344CB8AC3E}">
        <p14:creationId xmlns:p14="http://schemas.microsoft.com/office/powerpoint/2010/main" val="3701491201"/>
      </p:ext>
    </p:extLst>
  </p:cSld>
  <p:clrMap bg1="lt1" tx1="dk1" bg2="lt2" tx2="dk2" accent1="accent1" accent2="accent2" accent3="accent3" accent4="accent4" accent5="accent5" accent6="accent6" hlink="hlink" folHlink="folHlink"/>
  <p:sldLayoutIdLst>
    <p:sldLayoutId id="2147486451" r:id="rId1"/>
    <p:sldLayoutId id="2147486452" r:id="rId2"/>
    <p:sldLayoutId id="2147486453" r:id="rId3"/>
    <p:sldLayoutId id="2147486454" r:id="rId4"/>
    <p:sldLayoutId id="2147486455" r:id="rId5"/>
    <p:sldLayoutId id="2147486456" r:id="rId6"/>
    <p:sldLayoutId id="2147486457" r:id="rId7"/>
    <p:sldLayoutId id="2147486458" r:id="rId8"/>
    <p:sldLayoutId id="214748645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1.xml"/><Relationship Id="rId1" Type="http://schemas.openxmlformats.org/officeDocument/2006/relationships/themeOverride" Target="../theme/themeOverride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1.xml"/><Relationship Id="rId1" Type="http://schemas.openxmlformats.org/officeDocument/2006/relationships/themeOverride" Target="../theme/themeOverride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1.xml"/><Relationship Id="rId1" Type="http://schemas.openxmlformats.org/officeDocument/2006/relationships/themeOverride" Target="../theme/themeOverride4.xml"/><Relationship Id="rId5" Type="http://schemas.openxmlformats.org/officeDocument/2006/relationships/image" Target="../media/image12.emf"/><Relationship Id="rId4" Type="http://schemas.openxmlformats.org/officeDocument/2006/relationships/image" Target="../media/image11.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1.xml"/><Relationship Id="rId1" Type="http://schemas.openxmlformats.org/officeDocument/2006/relationships/themeOverride" Target="../theme/themeOverride5.xml"/><Relationship Id="rId5" Type="http://schemas.openxmlformats.org/officeDocument/2006/relationships/image" Target="../media/image13.emf"/><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7.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1.xml"/><Relationship Id="rId1" Type="http://schemas.openxmlformats.org/officeDocument/2006/relationships/themeOverride" Target="../theme/themeOverride6.xml"/><Relationship Id="rId5" Type="http://schemas.openxmlformats.org/officeDocument/2006/relationships/image" Target="../media/image18.emf"/><Relationship Id="rId4" Type="http://schemas.openxmlformats.org/officeDocument/2006/relationships/image" Target="../media/image11.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1.xml"/><Relationship Id="rId1" Type="http://schemas.openxmlformats.org/officeDocument/2006/relationships/themeOverride" Target="../theme/themeOverride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1.xml"/><Relationship Id="rId1" Type="http://schemas.openxmlformats.org/officeDocument/2006/relationships/themeOverride" Target="../theme/themeOverride8.xml"/><Relationship Id="rId5" Type="http://schemas.openxmlformats.org/officeDocument/2006/relationships/image" Target="../media/image1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9.xml"/><Relationship Id="rId5" Type="http://schemas.openxmlformats.org/officeDocument/2006/relationships/image" Target="../media/image22.emf"/><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1.xml"/><Relationship Id="rId1" Type="http://schemas.openxmlformats.org/officeDocument/2006/relationships/themeOverride" Target="../theme/themeOverride10.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1.xml"/><Relationship Id="rId1" Type="http://schemas.openxmlformats.org/officeDocument/2006/relationships/themeOverride" Target="../theme/themeOverride11.xml"/><Relationship Id="rId5" Type="http://schemas.openxmlformats.org/officeDocument/2006/relationships/image" Target="../media/image10.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1.xml"/><Relationship Id="rId1" Type="http://schemas.openxmlformats.org/officeDocument/2006/relationships/themeOverride" Target="../theme/themeOverride12.xml"/><Relationship Id="rId6" Type="http://schemas.openxmlformats.org/officeDocument/2006/relationships/image" Target="../media/image28.emf"/><Relationship Id="rId5" Type="http://schemas.openxmlformats.org/officeDocument/2006/relationships/image" Target="../media/image11.wmf"/><Relationship Id="rId4" Type="http://schemas.openxmlformats.org/officeDocument/2006/relationships/image" Target="../media/image27.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1.xml"/><Relationship Id="rId1" Type="http://schemas.openxmlformats.org/officeDocument/2006/relationships/themeOverride" Target="../theme/themeOverride1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1.xml"/><Relationship Id="rId1" Type="http://schemas.openxmlformats.org/officeDocument/2006/relationships/themeOverride" Target="../theme/themeOverride14.xml"/><Relationship Id="rId5" Type="http://schemas.openxmlformats.org/officeDocument/2006/relationships/image" Target="../media/image1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1.xml"/><Relationship Id="rId1" Type="http://schemas.openxmlformats.org/officeDocument/2006/relationships/themeOverride" Target="../theme/themeOverride15.xml"/><Relationship Id="rId4" Type="http://schemas.openxmlformats.org/officeDocument/2006/relationships/image" Target="../media/image33.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22"/>
          <p:cNvSpPr>
            <a:spLocks noGrp="1"/>
          </p:cNvSpPr>
          <p:nvPr>
            <p:ph type="title"/>
          </p:nvPr>
        </p:nvSpPr>
        <p:spPr>
          <a:xfrm>
            <a:off x="170171" y="3429000"/>
            <a:ext cx="8821429" cy="1905000"/>
          </a:xfrm>
        </p:spPr>
        <p:txBody>
          <a:bodyPr/>
          <a:lstStyle/>
          <a:p>
            <a:pPr eaLnBrk="1" hangingPunct="1"/>
            <a:r>
              <a:rPr lang="en-US" sz="2800" dirty="0">
                <a:solidFill>
                  <a:srgbClr val="002060"/>
                </a:solidFill>
                <a:effectLst/>
              </a:rPr>
              <a:t>Domestic Private Sector Workload Estimate </a:t>
            </a:r>
            <a:br>
              <a:rPr lang="en-US" sz="2800" dirty="0">
                <a:solidFill>
                  <a:srgbClr val="002060"/>
                </a:solidFill>
                <a:effectLst/>
              </a:rPr>
            </a:br>
            <a:r>
              <a:rPr lang="en-US" sz="2800" dirty="0">
                <a:solidFill>
                  <a:srgbClr val="002060"/>
                </a:solidFill>
                <a:effectLst/>
              </a:rPr>
              <a:t/>
            </a:r>
            <a:br>
              <a:rPr lang="en-US" sz="2800" dirty="0">
                <a:solidFill>
                  <a:srgbClr val="002060"/>
                </a:solidFill>
                <a:effectLst/>
              </a:rPr>
            </a:br>
            <a:r>
              <a:rPr lang="en-US" sz="2800" dirty="0">
                <a:solidFill>
                  <a:srgbClr val="002060"/>
                </a:solidFill>
                <a:effectLst/>
              </a:rPr>
              <a:t>FY24 - FY27 Workload as of 01 </a:t>
            </a:r>
            <a:r>
              <a:rPr lang="en-US" sz="2800" dirty="0" smtClean="0">
                <a:solidFill>
                  <a:srgbClr val="002060"/>
                </a:solidFill>
                <a:effectLst/>
              </a:rPr>
              <a:t>JUN </a:t>
            </a:r>
            <a:r>
              <a:rPr lang="en-US" sz="2800" dirty="0">
                <a:solidFill>
                  <a:srgbClr val="002060"/>
                </a:solidFill>
                <a:effectLst/>
              </a:rPr>
              <a:t>2024</a:t>
            </a:r>
            <a:br>
              <a:rPr lang="en-US" sz="2800" dirty="0">
                <a:solidFill>
                  <a:srgbClr val="002060"/>
                </a:solidFill>
                <a:effectLst/>
              </a:rPr>
            </a:br>
            <a:r>
              <a:rPr lang="en-US" sz="2800" i="0" dirty="0">
                <a:solidFill>
                  <a:srgbClr val="002060"/>
                </a:solidFill>
                <a:effectLst/>
              </a:rPr>
              <a:t/>
            </a:r>
            <a:br>
              <a:rPr lang="en-US" sz="2800" i="0" dirty="0">
                <a:solidFill>
                  <a:srgbClr val="002060"/>
                </a:solidFill>
                <a:effectLst/>
              </a:rPr>
            </a:br>
            <a:r>
              <a:rPr lang="en-US" sz="2800" i="0" dirty="0">
                <a:solidFill>
                  <a:srgbClr val="002060"/>
                </a:solidFill>
                <a:effectLst/>
              </a:rPr>
              <a:t>Industry Version FY24 Q3 </a:t>
            </a:r>
            <a:r>
              <a:rPr lang="en-US" sz="2800" i="0" dirty="0" smtClean="0">
                <a:solidFill>
                  <a:srgbClr val="002060"/>
                </a:solidFill>
                <a:effectLst/>
              </a:rPr>
              <a:t>M3</a:t>
            </a:r>
            <a:endParaRPr lang="en-US" sz="2800" i="0" dirty="0">
              <a:solidFill>
                <a:srgbClr val="002060"/>
              </a:solidFill>
              <a:effectLst/>
            </a:endParaRPr>
          </a:p>
        </p:txBody>
      </p:sp>
      <p:sp>
        <p:nvSpPr>
          <p:cNvPr id="5" name="TextBox 4"/>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6" name="Picture 7" descr="SEA21-LOGO-V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543128"/>
            <a:ext cx="2219290" cy="221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4236" y="300366"/>
            <a:ext cx="3407364" cy="2633995"/>
          </a:xfrm>
          <a:prstGeom prst="rect">
            <a:avLst/>
          </a:prstGeom>
        </p:spPr>
      </p:pic>
    </p:spTree>
    <p:extLst>
      <p:ext uri="{BB962C8B-B14F-4D97-AF65-F5344CB8AC3E}">
        <p14:creationId xmlns:p14="http://schemas.microsoft.com/office/powerpoint/2010/main" val="366505196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Notes</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3" name="TextBox 2"/>
          <p:cNvSpPr txBox="1"/>
          <p:nvPr/>
        </p:nvSpPr>
        <p:spPr>
          <a:xfrm>
            <a:off x="533399" y="1244413"/>
            <a:ext cx="8001001" cy="3539430"/>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square" rtlCol="0">
            <a:spAutoFit/>
          </a:bodyPr>
          <a:lstStyle/>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Data contained in this report reflects the Navy program of record as of 01 </a:t>
            </a:r>
            <a:r>
              <a:rPr lang="en-US" sz="1600" b="0" i="0" kern="0" dirty="0" smtClean="0">
                <a:solidFill>
                  <a:srgbClr val="002060"/>
                </a:solidFill>
                <a:latin typeface="Arial" panose="020B0604020202020204" pitchFamily="34" charset="0"/>
                <a:cs typeface="Arial" panose="020B0604020202020204" pitchFamily="34" charset="0"/>
              </a:rPr>
              <a:t>JUNE </a:t>
            </a:r>
            <a:r>
              <a:rPr lang="en-US" sz="1600" b="0" i="0" kern="0" dirty="0">
                <a:solidFill>
                  <a:srgbClr val="002060"/>
                </a:solidFill>
                <a:latin typeface="Arial" panose="020B0604020202020204" pitchFamily="34" charset="0"/>
                <a:cs typeface="Arial" panose="020B0604020202020204" pitchFamily="34" charset="0"/>
              </a:rPr>
              <a:t>2024.</a:t>
            </a:r>
          </a:p>
          <a:p>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The next bi-monthly workload projections are targeted for release no later than </a:t>
            </a:r>
            <a:r>
              <a:rPr lang="en-US" sz="1600" b="0" i="0" kern="0" dirty="0" smtClean="0">
                <a:solidFill>
                  <a:srgbClr val="002060"/>
                </a:solidFill>
                <a:latin typeface="Arial" panose="020B0604020202020204" pitchFamily="34" charset="0"/>
                <a:cs typeface="Arial" panose="020B0604020202020204" pitchFamily="34" charset="0"/>
              </a:rPr>
              <a:t>31 AUGUST </a:t>
            </a:r>
            <a:r>
              <a:rPr lang="en-US" sz="1600" b="0" i="0" kern="0" dirty="0">
                <a:solidFill>
                  <a:srgbClr val="002060"/>
                </a:solidFill>
                <a:latin typeface="Arial" panose="020B0604020202020204" pitchFamily="34" charset="0"/>
                <a:cs typeface="Arial" panose="020B0604020202020204" pitchFamily="34" charset="0"/>
              </a:rPr>
              <a:t>2024.</a:t>
            </a: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Industry manning impacts, results of ongoing availability duration and schedule review, tailored acquisition strategies and ongoing budget negotiations may refine out-year projections.  </a:t>
            </a:r>
            <a:endParaRPr lang="en-US" sz="1600" b="0" i="0" kern="0" dirty="0" smtClean="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smtClean="0">
                <a:solidFill>
                  <a:srgbClr val="002060"/>
                </a:solidFill>
                <a:latin typeface="Arial" panose="020B0604020202020204" pitchFamily="34" charset="0"/>
                <a:cs typeface="Arial" panose="020B0604020202020204" pitchFamily="34" charset="0"/>
              </a:rPr>
              <a:t>Results </a:t>
            </a:r>
            <a:r>
              <a:rPr lang="en-US" sz="1600" b="0" i="0" kern="0" dirty="0">
                <a:solidFill>
                  <a:srgbClr val="002060"/>
                </a:solidFill>
                <a:latin typeface="Arial" panose="020B0604020202020204" pitchFamily="34" charset="0"/>
                <a:cs typeface="Arial" panose="020B0604020202020204" pitchFamily="34" charset="0"/>
              </a:rPr>
              <a:t>of the Fleet Scheduling Conference held 08-12 APRIL </a:t>
            </a:r>
            <a:r>
              <a:rPr lang="en-US" sz="1600" b="0" i="0" kern="0" dirty="0" smtClean="0">
                <a:solidFill>
                  <a:srgbClr val="002060"/>
                </a:solidFill>
                <a:latin typeface="Arial" panose="020B0604020202020204" pitchFamily="34" charset="0"/>
                <a:cs typeface="Arial" panose="020B0604020202020204" pitchFamily="34" charset="0"/>
              </a:rPr>
              <a:t>2024 have been incorporated into the workload.</a:t>
            </a: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p:txBody>
      </p:sp>
      <p:sp>
        <p:nvSpPr>
          <p:cNvPr id="7" name="TextBox 6"/>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280925164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600" y="1768374"/>
            <a:ext cx="8686800" cy="4640335"/>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MARMC Private Sector </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pic>
        <p:nvPicPr>
          <p:cNvPr id="11" name="Picture 10"/>
          <p:cNvPicPr>
            <a:picLocks noChangeAspect="1"/>
          </p:cNvPicPr>
          <p:nvPr/>
        </p:nvPicPr>
        <p:blipFill>
          <a:blip r:embed="rId5"/>
          <a:stretch>
            <a:fillRect/>
          </a:stretch>
        </p:blipFill>
        <p:spPr>
          <a:xfrm>
            <a:off x="321864" y="1388912"/>
            <a:ext cx="8512175" cy="149135"/>
          </a:xfrm>
          <a:prstGeom prst="rect">
            <a:avLst/>
          </a:prstGeom>
        </p:spPr>
      </p:pic>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9" name="TextBox 8">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1799250685"/>
      </p:ext>
    </p:extLst>
  </p:cSld>
  <p:clrMapOvr>
    <a:overrideClrMapping bg1="lt1" tx1="dk1" bg2="lt2" tx2="dk2" accent1="accent1" accent2="accent2" accent3="accent3" accent4="accent4" accent5="accent5" accent6="accent6" hlink="hlink" folHlink="folHlink"/>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600" y="1752603"/>
            <a:ext cx="8686800" cy="4675208"/>
          </a:xfrm>
          <a:prstGeom prst="rect">
            <a:avLst/>
          </a:prstGeom>
        </p:spPr>
      </p:pic>
      <p:pic>
        <p:nvPicPr>
          <p:cNvPr id="6" name="Picture 5">
            <a:extLst>
              <a:ext uri="{FF2B5EF4-FFF2-40B4-BE49-F238E27FC236}">
                <a16:creationId xmlns:a16="http://schemas.microsoft.com/office/drawing/2014/main" id="{C079CE87-105E-6D9B-4FCE-033322D1B4DD}"/>
              </a:ext>
            </a:extLst>
          </p:cNvPr>
          <p:cNvPicPr>
            <a:picLocks noChangeAspect="1"/>
          </p:cNvPicPr>
          <p:nvPr/>
        </p:nvPicPr>
        <p:blipFill>
          <a:blip r:embed="rId5"/>
          <a:stretch>
            <a:fillRect/>
          </a:stretch>
        </p:blipFill>
        <p:spPr>
          <a:xfrm>
            <a:off x="2544905" y="1227287"/>
            <a:ext cx="4054191" cy="358171"/>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MARMC Private Sector </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9" name="TextBox 8">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217602951"/>
      </p:ext>
    </p:extLst>
  </p:cSld>
  <p:clrMapOvr>
    <a:overrideClrMapping bg1="lt1" tx1="dk1" bg2="lt2" tx2="dk2" accent1="accent1" accent2="accent2" accent3="accent3" accent4="accent4" accent5="accent5" accent6="accent6" hlink="hlink" folHlink="folHlink"/>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2069"/>
          </a:xfrm>
        </p:spPr>
        <p:txBody>
          <a:bodyPr/>
          <a:lstStyle/>
          <a:p>
            <a:pPr>
              <a:lnSpc>
                <a:spcPct val="100000"/>
              </a:lnSpc>
            </a:pPr>
            <a:r>
              <a:rPr lang="en-US" sz="1200" i="0" dirty="0">
                <a:solidFill>
                  <a:srgbClr val="002060"/>
                </a:solidFill>
                <a:effectLst/>
              </a:rPr>
              <a:t>MARMC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5</a:t>
            </a:fld>
            <a:endParaRPr lang="en-US" dirty="0"/>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3" name="Picture 5">
            <a:extLst>
              <a:ext uri="{FF2B5EF4-FFF2-40B4-BE49-F238E27FC236}">
                <a16:creationId xmlns:a16="http://schemas.microsoft.com/office/drawing/2014/main" id="{DA81940E-0A4D-1DE8-91D5-51530DE9FE3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5"/>
          <a:stretch>
            <a:fillRect/>
          </a:stretch>
        </p:blipFill>
        <p:spPr>
          <a:xfrm>
            <a:off x="2156012" y="1219200"/>
            <a:ext cx="6400800" cy="4279012"/>
          </a:xfrm>
          <a:prstGeom prst="rect">
            <a:avLst/>
          </a:prstGeom>
        </p:spPr>
      </p:pic>
    </p:spTree>
    <p:extLst>
      <p:ext uri="{BB962C8B-B14F-4D97-AF65-F5344CB8AC3E}">
        <p14:creationId xmlns:p14="http://schemas.microsoft.com/office/powerpoint/2010/main" val="3061520459"/>
      </p:ext>
    </p:extLst>
  </p:cSld>
  <p:clrMapOvr>
    <a:overrideClrMapping bg1="lt1" tx1="dk1" bg2="lt2" tx2="dk2" accent1="accent1" accent2="accent2" accent3="accent3" accent4="accent4" accent5="accent5" accent6="accent6" hlink="hlink" folHlink="folHlink"/>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MARMC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6</a:t>
            </a:fld>
            <a:endParaRPr lang="en-US" dirty="0"/>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7"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5"/>
          <a:stretch>
            <a:fillRect/>
          </a:stretch>
        </p:blipFill>
        <p:spPr>
          <a:xfrm>
            <a:off x="2175029" y="1219200"/>
            <a:ext cx="6400800" cy="3942361"/>
          </a:xfrm>
          <a:prstGeom prst="rect">
            <a:avLst/>
          </a:prstGeom>
        </p:spPr>
      </p:pic>
    </p:spTree>
    <p:extLst>
      <p:ext uri="{BB962C8B-B14F-4D97-AF65-F5344CB8AC3E}">
        <p14:creationId xmlns:p14="http://schemas.microsoft.com/office/powerpoint/2010/main" val="610790650"/>
      </p:ext>
    </p:extLst>
  </p:cSld>
  <p:clrMapOvr>
    <a:overrideClrMapping bg1="lt1" tx1="dk1" bg2="lt2" tx2="dk2" accent1="accent1" accent2="accent2" accent3="accent3" accent4="accent4" accent5="accent5" accent6="accent6" hlink="hlink" folHlink="folHlink"/>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28601" y="1785219"/>
            <a:ext cx="8686800" cy="4633767"/>
          </a:xfrm>
          <a:prstGeom prst="rect">
            <a:avLst/>
          </a:prstGeom>
        </p:spPr>
      </p:pic>
      <p:sp>
        <p:nvSpPr>
          <p:cNvPr id="21" name="Title 1"/>
          <p:cNvSpPr txBox="1">
            <a:spLocks/>
          </p:cNvSpPr>
          <p:nvPr/>
        </p:nvSpPr>
        <p:spPr bwMode="auto">
          <a:xfrm>
            <a:off x="1"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pPr>
            <a:r>
              <a:rPr lang="en-US" sz="2800" i="0" dirty="0">
                <a:solidFill>
                  <a:srgbClr val="002060"/>
                </a:solidFill>
                <a:effectLst/>
                <a:latin typeface="Arial"/>
                <a:cs typeface="Arial" pitchFamily="34" charset="0"/>
              </a:rPr>
              <a:t>SWRMC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7</a:t>
            </a:fld>
            <a:endParaRPr lang="en-US" dirty="0"/>
          </a:p>
        </p:txBody>
      </p:sp>
      <p:sp>
        <p:nvSpPr>
          <p:cNvPr id="4" name="Rectangle 3"/>
          <p:cNvSpPr/>
          <p:nvPr/>
        </p:nvSpPr>
        <p:spPr bwMode="auto">
          <a:xfrm>
            <a:off x="3048000" y="1400784"/>
            <a:ext cx="609600" cy="25571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4400" b="1" i="1" u="none" strike="noStrike" cap="none" normalizeH="0" baseline="0">
              <a:ln>
                <a:noFill/>
              </a:ln>
              <a:solidFill>
                <a:schemeClr val="tx2"/>
              </a:solidFill>
              <a:effectLst>
                <a:outerShdw blurRad="38100" dist="38100" dir="2700000" algn="tl">
                  <a:srgbClr val="000000">
                    <a:alpha val="43137"/>
                  </a:srgbClr>
                </a:outerShdw>
              </a:effectLst>
              <a:latin typeface="Arial" pitchFamily="34" charset="0"/>
            </a:endParaRPr>
          </a:p>
        </p:txBody>
      </p:sp>
      <p:pic>
        <p:nvPicPr>
          <p:cNvPr id="14" name="Picture 13"/>
          <p:cNvPicPr>
            <a:picLocks noChangeAspect="1"/>
          </p:cNvPicPr>
          <p:nvPr/>
        </p:nvPicPr>
        <p:blipFill>
          <a:blip r:embed="rId4"/>
          <a:stretch>
            <a:fillRect/>
          </a:stretch>
        </p:blipFill>
        <p:spPr>
          <a:xfrm>
            <a:off x="283639" y="1356952"/>
            <a:ext cx="8594491" cy="173736"/>
          </a:xfrm>
          <a:prstGeom prst="rect">
            <a:avLst/>
          </a:prstGeom>
        </p:spPr>
      </p:pic>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2" name="TextBox 1">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389513531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28600" y="1792059"/>
            <a:ext cx="8686800" cy="4626928"/>
          </a:xfrm>
          <a:prstGeom prst="rect">
            <a:avLst/>
          </a:prstGeom>
        </p:spPr>
      </p:pic>
      <p:pic>
        <p:nvPicPr>
          <p:cNvPr id="7" name="Picture 6">
            <a:extLst>
              <a:ext uri="{FF2B5EF4-FFF2-40B4-BE49-F238E27FC236}">
                <a16:creationId xmlns:a16="http://schemas.microsoft.com/office/drawing/2014/main" id="{0FF4116F-4F48-2D0F-2165-199699BB468D}"/>
              </a:ext>
            </a:extLst>
          </p:cNvPr>
          <p:cNvPicPr>
            <a:picLocks noChangeAspect="1"/>
          </p:cNvPicPr>
          <p:nvPr/>
        </p:nvPicPr>
        <p:blipFill>
          <a:blip r:embed="rId4"/>
          <a:stretch>
            <a:fillRect/>
          </a:stretch>
        </p:blipFill>
        <p:spPr>
          <a:xfrm>
            <a:off x="2544905" y="1227287"/>
            <a:ext cx="4054191" cy="358171"/>
          </a:xfrm>
          <a:prstGeom prst="rect">
            <a:avLst/>
          </a:prstGeom>
        </p:spPr>
      </p:pic>
      <p:sp>
        <p:nvSpPr>
          <p:cNvPr id="21" name="Title 1"/>
          <p:cNvSpPr txBox="1">
            <a:spLocks/>
          </p:cNvSpPr>
          <p:nvPr/>
        </p:nvSpPr>
        <p:spPr bwMode="auto">
          <a:xfrm>
            <a:off x="1"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pPr>
            <a:r>
              <a:rPr lang="en-US" sz="2800" i="0" dirty="0">
                <a:solidFill>
                  <a:srgbClr val="002060"/>
                </a:solidFill>
                <a:effectLst/>
                <a:latin typeface="Arial"/>
                <a:cs typeface="Arial" pitchFamily="34" charset="0"/>
              </a:rPr>
              <a:t>SWRMC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8</a:t>
            </a:fld>
            <a:endParaRPr lang="en-US" dirty="0"/>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8" name="TextBox 7">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400397308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9</a:t>
            </a:fld>
            <a:endParaRPr lang="en-US" dirty="0"/>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SWRMC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5" name="Picture 5">
            <a:extLst>
              <a:ext uri="{FF2B5EF4-FFF2-40B4-BE49-F238E27FC236}">
                <a16:creationId xmlns:a16="http://schemas.microsoft.com/office/drawing/2014/main" id="{B7A212FC-2AA8-96F0-E776-8086919E84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stretch>
            <a:fillRect/>
          </a:stretch>
        </p:blipFill>
        <p:spPr>
          <a:xfrm>
            <a:off x="2209800" y="1242946"/>
            <a:ext cx="6400800" cy="4792848"/>
          </a:xfrm>
          <a:prstGeom prst="rect">
            <a:avLst/>
          </a:prstGeom>
        </p:spPr>
      </p:pic>
    </p:spTree>
    <p:extLst>
      <p:ext uri="{BB962C8B-B14F-4D97-AF65-F5344CB8AC3E}">
        <p14:creationId xmlns:p14="http://schemas.microsoft.com/office/powerpoint/2010/main" val="254859177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SWRMC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10</a:t>
            </a:fld>
            <a:endParaRPr lang="en-US" dirty="0"/>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5" name="Picture 5">
            <a:extLst>
              <a:ext uri="{FF2B5EF4-FFF2-40B4-BE49-F238E27FC236}">
                <a16:creationId xmlns:a16="http://schemas.microsoft.com/office/drawing/2014/main" id="{EDC37267-3E7E-40CD-47CF-C4167EDF19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5"/>
          <a:stretch>
            <a:fillRect/>
          </a:stretch>
        </p:blipFill>
        <p:spPr>
          <a:xfrm>
            <a:off x="2209800" y="1233981"/>
            <a:ext cx="6400800" cy="4792848"/>
          </a:xfrm>
          <a:prstGeom prst="rect">
            <a:avLst/>
          </a:prstGeom>
        </p:spPr>
      </p:pic>
    </p:spTree>
    <p:extLst>
      <p:ext uri="{BB962C8B-B14F-4D97-AF65-F5344CB8AC3E}">
        <p14:creationId xmlns:p14="http://schemas.microsoft.com/office/powerpoint/2010/main" val="3007794861"/>
      </p:ext>
    </p:extLst>
  </p:cSld>
  <p:clrMapOvr>
    <a:overrideClrMapping bg1="lt1" tx1="dk1" bg2="lt2" tx2="dk2" accent1="accent1" accent2="accent2" accent3="accent3" accent4="accent4" accent5="accent5" accent6="accent6" hlink="hlink" folHlink="folHlink"/>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228600" y="1765949"/>
            <a:ext cx="8686800" cy="4661916"/>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SERMC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11</a:t>
            </a:fld>
            <a:endParaRPr lang="en-US" dirty="0"/>
          </a:p>
        </p:txBody>
      </p:sp>
      <p:cxnSp>
        <p:nvCxnSpPr>
          <p:cNvPr id="12" name="Straight Connector 11"/>
          <p:cNvCxnSpPr/>
          <p:nvPr/>
        </p:nvCxnSpPr>
        <p:spPr bwMode="auto">
          <a:xfrm>
            <a:off x="2514600" y="5943600"/>
            <a:ext cx="0" cy="0"/>
          </a:xfrm>
          <a:prstGeom prst="line">
            <a:avLst/>
          </a:prstGeom>
          <a:solidFill>
            <a:schemeClr val="accent1"/>
          </a:solidFill>
          <a:ln w="15875" cap="flat" cmpd="sng" algn="ctr">
            <a:solidFill>
              <a:srgbClr val="FF0000"/>
            </a:solidFill>
            <a:prstDash val="dash"/>
            <a:round/>
            <a:headEnd type="none" w="med" len="med"/>
            <a:tailEnd type="none" w="med" len="med"/>
          </a:ln>
          <a:effectLst/>
        </p:spPr>
      </p:cxn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b="8267"/>
          <a:stretch/>
        </p:blipFill>
        <p:spPr>
          <a:xfrm>
            <a:off x="1381274" y="1243626"/>
            <a:ext cx="5867400" cy="247227"/>
          </a:xfrm>
          <a:prstGeom prst="rect">
            <a:avLst/>
          </a:prstGeom>
        </p:spPr>
      </p:pic>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9" name="TextBox 8">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3661324777"/>
      </p:ext>
    </p:extLst>
  </p:cSld>
  <p:clrMapOvr>
    <a:overrideClrMapping bg1="lt1" tx1="dk1" bg2="lt2" tx2="dk2" accent1="accent1" accent2="accent2" accent3="accent3" accent4="accent4" accent5="accent5" accent6="accent6" hlink="hlink" folHlink="folHlink"/>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600" y="1750384"/>
            <a:ext cx="8686800" cy="467377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SERMC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12</a:t>
            </a:fld>
            <a:endParaRPr lang="en-US" dirty="0"/>
          </a:p>
        </p:txBody>
      </p:sp>
      <p:cxnSp>
        <p:nvCxnSpPr>
          <p:cNvPr id="12" name="Straight Connector 11"/>
          <p:cNvCxnSpPr/>
          <p:nvPr/>
        </p:nvCxnSpPr>
        <p:spPr bwMode="auto">
          <a:xfrm>
            <a:off x="2514600" y="5943600"/>
            <a:ext cx="0" cy="0"/>
          </a:xfrm>
          <a:prstGeom prst="line">
            <a:avLst/>
          </a:prstGeom>
          <a:solidFill>
            <a:schemeClr val="accent1"/>
          </a:solidFill>
          <a:ln w="15875" cap="flat" cmpd="sng" algn="ctr">
            <a:solidFill>
              <a:srgbClr val="FF0000"/>
            </a:solidFill>
            <a:prstDash val="dash"/>
            <a:round/>
            <a:headEnd type="none" w="med" len="med"/>
            <a:tailEnd type="none" w="med" len="med"/>
          </a:ln>
          <a:effectLst/>
        </p:spPr>
      </p:cxn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13" name="Picture 12">
            <a:extLst>
              <a:ext uri="{FF2B5EF4-FFF2-40B4-BE49-F238E27FC236}">
                <a16:creationId xmlns:a16="http://schemas.microsoft.com/office/drawing/2014/main" id="{1EBAA501-1EF4-8B2C-91D3-6EE3E71ED978}"/>
              </a:ext>
            </a:extLst>
          </p:cNvPr>
          <p:cNvPicPr>
            <a:picLocks noChangeAspect="1"/>
          </p:cNvPicPr>
          <p:nvPr/>
        </p:nvPicPr>
        <p:blipFill>
          <a:blip r:embed="rId5"/>
          <a:stretch>
            <a:fillRect/>
          </a:stretch>
        </p:blipFill>
        <p:spPr>
          <a:xfrm>
            <a:off x="2544905" y="1227287"/>
            <a:ext cx="4054191" cy="358171"/>
          </a:xfrm>
          <a:prstGeom prst="rect">
            <a:avLst/>
          </a:prstGeom>
        </p:spPr>
      </p:pic>
      <p:sp>
        <p:nvSpPr>
          <p:cNvPr id="11" name="TextBox 10">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911158111"/>
      </p:ext>
    </p:extLst>
  </p:cSld>
  <p:clrMapOvr>
    <a:overrideClrMapping bg1="lt1" tx1="dk1" bg2="lt2" tx2="dk2" accent1="accent1" accent2="accent2" accent3="accent3" accent4="accent4" accent5="accent5" accent6="accent6" hlink="hlink" folHlink="folHlink"/>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SERMC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13</a:t>
            </a:fld>
            <a:endParaRPr lang="en-US" dirty="0"/>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3" name="Picture 5">
            <a:extLst>
              <a:ext uri="{FF2B5EF4-FFF2-40B4-BE49-F238E27FC236}">
                <a16:creationId xmlns:a16="http://schemas.microsoft.com/office/drawing/2014/main" id="{30FEACF2-3120-7C30-6D66-55079EC1AB3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a:blip r:embed="rId5"/>
          <a:stretch>
            <a:fillRect/>
          </a:stretch>
        </p:blipFill>
        <p:spPr>
          <a:xfrm>
            <a:off x="2209060" y="1224714"/>
            <a:ext cx="6400800" cy="2772942"/>
          </a:xfrm>
          <a:prstGeom prst="rect">
            <a:avLst/>
          </a:prstGeom>
        </p:spPr>
      </p:pic>
    </p:spTree>
    <p:extLst>
      <p:ext uri="{BB962C8B-B14F-4D97-AF65-F5344CB8AC3E}">
        <p14:creationId xmlns:p14="http://schemas.microsoft.com/office/powerpoint/2010/main" val="3614945518"/>
      </p:ext>
    </p:extLst>
  </p:cSld>
  <p:clrMapOvr>
    <a:overrideClrMapping bg1="lt1" tx1="dk1" bg2="lt2" tx2="dk2" accent1="accent1" accent2="accent2" accent3="accent3" accent4="accent4" accent5="accent5" accent6="accent6" hlink="hlink" folHlink="folHlink"/>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SERMC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600" b="1" i="1" u="none" strike="noStrike" kern="1200" cap="none" spc="0" normalizeH="0" baseline="0" noProof="0" dirty="0">
                <a:ln>
                  <a:noFill/>
                </a:ln>
                <a:solidFill>
                  <a:srgbClr val="000064"/>
                </a:solidFill>
                <a:effectLst/>
                <a:uLnTx/>
                <a:uFillTx/>
                <a:latin typeface="Arial"/>
                <a:ea typeface="+mn-ea"/>
                <a:cs typeface="Arial" charset="0"/>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400" b="1" i="1" u="none" strike="noStrike" kern="1200" cap="none" spc="0" normalizeH="0" baseline="0" noProof="0" dirty="0">
              <a:ln>
                <a:noFill/>
              </a:ln>
              <a:solidFill>
                <a:srgbClr val="000064"/>
              </a:solidFill>
              <a:effectLst/>
              <a:uLnTx/>
              <a:uFillTx/>
              <a:latin typeface="Arial"/>
              <a:ea typeface="+mn-ea"/>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700" b="1" i="1" u="none" strike="noStrike" kern="1200" cap="none" spc="0" normalizeH="0" baseline="0" noProof="0" dirty="0">
                <a:ln>
                  <a:noFill/>
                </a:ln>
                <a:solidFill>
                  <a:srgbClr val="000064"/>
                </a:solidFill>
                <a:effectLst/>
                <a:uLnTx/>
                <a:uFillTx/>
                <a:latin typeface="Arial"/>
                <a:ea typeface="+mn-ea"/>
                <a:cs typeface="Arial" charset="0"/>
              </a:rPr>
              <a:t>“Distribution Statement A: Approved for Public Release; Distribution is unlimited.”</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600" b="1" i="1" u="none" strike="noStrike" kern="1200" cap="none" spc="0" normalizeH="0" baseline="0" noProof="0" dirty="0">
              <a:ln>
                <a:noFill/>
              </a:ln>
              <a:solidFill>
                <a:srgbClr val="000064"/>
              </a:solidFill>
              <a:effectLst/>
              <a:uLnTx/>
              <a:uFillTx/>
              <a:latin typeface="Arial"/>
              <a:ea typeface="+mn-ea"/>
              <a:cs typeface="Arial" charset="0"/>
            </a:endParaRPr>
          </a:p>
        </p:txBody>
      </p:sp>
      <p:pic>
        <p:nvPicPr>
          <p:cNvPr id="3" name="Picture 5">
            <a:extLst>
              <a:ext uri="{FF2B5EF4-FFF2-40B4-BE49-F238E27FC236}">
                <a16:creationId xmlns:a16="http://schemas.microsoft.com/office/drawing/2014/main" id="{E971AC22-6AB7-624F-EE79-3A109874C4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stretch>
            <a:fillRect/>
          </a:stretch>
        </p:blipFill>
        <p:spPr>
          <a:xfrm>
            <a:off x="2207581" y="1219200"/>
            <a:ext cx="6400800" cy="3304496"/>
          </a:xfrm>
          <a:prstGeom prst="rect">
            <a:avLst/>
          </a:prstGeom>
        </p:spPr>
      </p:pic>
    </p:spTree>
    <p:extLst>
      <p:ext uri="{BB962C8B-B14F-4D97-AF65-F5344CB8AC3E}">
        <p14:creationId xmlns:p14="http://schemas.microsoft.com/office/powerpoint/2010/main" val="79990384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1456" y="1769480"/>
            <a:ext cx="8686800" cy="4705603"/>
          </a:xfrm>
          <a:prstGeom prst="rect">
            <a:avLst/>
          </a:prstGeom>
        </p:spPr>
      </p:pic>
      <p:sp>
        <p:nvSpPr>
          <p:cNvPr id="21" name="Title 1"/>
          <p:cNvSpPr txBox="1">
            <a:spLocks/>
          </p:cNvSpPr>
          <p:nvPr/>
        </p:nvSpPr>
        <p:spPr bwMode="auto">
          <a:xfrm>
            <a:off x="-7144"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defRPr/>
            </a:pPr>
            <a:r>
              <a:rPr lang="en-US" sz="2800" i="0" dirty="0">
                <a:solidFill>
                  <a:srgbClr val="002060"/>
                </a:solidFill>
                <a:effectLst/>
                <a:latin typeface="Arial"/>
                <a:cs typeface="Arial" pitchFamily="34" charset="0"/>
              </a:rPr>
              <a:t>NWRMC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15</a:t>
            </a:fld>
            <a:endParaRPr lang="en-US" dirty="0"/>
          </a:p>
        </p:txBody>
      </p:sp>
      <p:pic>
        <p:nvPicPr>
          <p:cNvPr id="13" name="Picture 12"/>
          <p:cNvPicPr>
            <a:picLocks noChangeAspect="1"/>
          </p:cNvPicPr>
          <p:nvPr/>
        </p:nvPicPr>
        <p:blipFill>
          <a:blip r:embed="rId5"/>
          <a:stretch>
            <a:fillRect/>
          </a:stretch>
        </p:blipFill>
        <p:spPr>
          <a:xfrm>
            <a:off x="1292820" y="1326966"/>
            <a:ext cx="6558361" cy="164592"/>
          </a:xfrm>
          <a:prstGeom prst="rect">
            <a:avLst/>
          </a:prstGeom>
        </p:spPr>
      </p:pic>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9" name="TextBox 8">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1441321975"/>
      </p:ext>
    </p:extLst>
  </p:cSld>
  <p:clrMapOvr>
    <a:overrideClrMapping bg1="lt1" tx1="dk1" bg2="lt2" tx2="dk2" accent1="accent1" accent2="accent2" accent3="accent3" accent4="accent4" accent5="accent5" accent6="accent6" hlink="hlink" folHlink="folHlink"/>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1456" y="1771838"/>
            <a:ext cx="8686800" cy="4670974"/>
          </a:xfrm>
          <a:prstGeom prst="rect">
            <a:avLst/>
          </a:prstGeom>
        </p:spPr>
      </p:pic>
      <p:pic>
        <p:nvPicPr>
          <p:cNvPr id="7" name="Picture 6">
            <a:extLst>
              <a:ext uri="{FF2B5EF4-FFF2-40B4-BE49-F238E27FC236}">
                <a16:creationId xmlns:a16="http://schemas.microsoft.com/office/drawing/2014/main" id="{8B89684C-D16F-BCFD-6B36-B03CED7B7EFD}"/>
              </a:ext>
            </a:extLst>
          </p:cNvPr>
          <p:cNvPicPr>
            <a:picLocks noChangeAspect="1"/>
          </p:cNvPicPr>
          <p:nvPr/>
        </p:nvPicPr>
        <p:blipFill>
          <a:blip r:embed="rId5"/>
          <a:stretch>
            <a:fillRect/>
          </a:stretch>
        </p:blipFill>
        <p:spPr>
          <a:xfrm>
            <a:off x="2544905" y="1227287"/>
            <a:ext cx="4054191" cy="358171"/>
          </a:xfrm>
          <a:prstGeom prst="rect">
            <a:avLst/>
          </a:prstGeom>
        </p:spPr>
      </p:pic>
      <p:sp>
        <p:nvSpPr>
          <p:cNvPr id="21" name="Title 1"/>
          <p:cNvSpPr txBox="1">
            <a:spLocks/>
          </p:cNvSpPr>
          <p:nvPr/>
        </p:nvSpPr>
        <p:spPr bwMode="auto">
          <a:xfrm>
            <a:off x="-7144"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defRPr/>
            </a:pPr>
            <a:r>
              <a:rPr lang="en-US" sz="2800" i="0" dirty="0">
                <a:solidFill>
                  <a:srgbClr val="002060"/>
                </a:solidFill>
                <a:effectLst/>
                <a:latin typeface="Arial"/>
                <a:cs typeface="Arial" pitchFamily="34" charset="0"/>
              </a:rPr>
              <a:t>NWRMC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16</a:t>
            </a:fld>
            <a:endParaRPr lang="en-US" dirty="0"/>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9" name="TextBox 8">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3400735287"/>
      </p:ext>
    </p:extLst>
  </p:cSld>
  <p:clrMapOvr>
    <a:overrideClrMapping bg1="lt1" tx1="dk1" bg2="lt2" tx2="dk2" accent1="accent1" accent2="accent2" accent3="accent3" accent4="accent4" accent5="accent5" accent6="accent6" hlink="hlink" folHlink="folHlink"/>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NWRMC Private Sector </a:t>
            </a:r>
            <a:br>
              <a:rPr lang="en-US" sz="1200" i="0" dirty="0">
                <a:solidFill>
                  <a:srgbClr val="002060"/>
                </a:solidFill>
                <a:effectLst/>
              </a:rPr>
            </a:br>
            <a:r>
              <a:rPr lang="en-US" sz="1200" i="0" dirty="0">
                <a:solidFill>
                  <a:srgbClr val="002060"/>
                </a:solidFill>
                <a:effectLst/>
              </a:rPr>
              <a:t>Workload Forecast with MOD estimates (no AIT) FY24 - FY27</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17</a:t>
            </a:fld>
            <a:endParaRPr lang="en-US" dirty="0"/>
          </a:p>
        </p:txBody>
      </p:sp>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5" name="Picture 4"/>
          <p:cNvPicPr>
            <a:picLocks noChangeAspect="1"/>
          </p:cNvPicPr>
          <p:nvPr/>
        </p:nvPicPr>
        <p:blipFill>
          <a:blip r:embed="rId4"/>
          <a:stretch>
            <a:fillRect/>
          </a:stretch>
        </p:blipFill>
        <p:spPr>
          <a:xfrm>
            <a:off x="-2396490" y="-891540"/>
            <a:ext cx="0" cy="0"/>
          </a:xfrm>
          <a:prstGeom prst="rect">
            <a:avLst/>
          </a:prstGeom>
        </p:spPr>
      </p:pic>
      <p:pic>
        <p:nvPicPr>
          <p:cNvPr id="4" name="Picture 5">
            <a:extLst>
              <a:ext uri="{FF2B5EF4-FFF2-40B4-BE49-F238E27FC236}">
                <a16:creationId xmlns:a16="http://schemas.microsoft.com/office/drawing/2014/main" id="{677DA5A7-E436-29E7-1DF8-544736E5248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898" t="-8607" r="38214" b="-2006"/>
          <a:stretch/>
        </p:blipFill>
        <p:spPr bwMode="auto">
          <a:xfrm>
            <a:off x="3659796" y="751856"/>
            <a:ext cx="1824408" cy="26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p:cNvPicPr>
          <p:nvPr/>
        </p:nvPicPr>
        <p:blipFill>
          <a:blip r:embed="rId6"/>
          <a:stretch>
            <a:fillRect/>
          </a:stretch>
        </p:blipFill>
        <p:spPr>
          <a:xfrm>
            <a:off x="2189825" y="1219200"/>
            <a:ext cx="6400800" cy="4159413"/>
          </a:xfrm>
          <a:prstGeom prst="rect">
            <a:avLst/>
          </a:prstGeom>
        </p:spPr>
      </p:pic>
    </p:spTree>
    <p:extLst>
      <p:ext uri="{BB962C8B-B14F-4D97-AF65-F5344CB8AC3E}">
        <p14:creationId xmlns:p14="http://schemas.microsoft.com/office/powerpoint/2010/main" val="1734608552"/>
      </p:ext>
    </p:extLst>
  </p:cSld>
  <p:clrMapOvr>
    <a:overrideClrMapping bg1="lt1" tx1="dk1" bg2="lt2" tx2="dk2" accent1="accent1" accent2="accent2" accent3="accent3" accent4="accent4" accent5="accent5" accent6="accent6" hlink="hlink" folHlink="folHlink"/>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228599" y="1763321"/>
            <a:ext cx="8686800" cy="4701459"/>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HRMC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18</a:t>
            </a:fld>
            <a:endParaRPr lang="en-US" dirty="0"/>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9" name="Picture 8">
            <a:extLst>
              <a:ext uri="{FF2B5EF4-FFF2-40B4-BE49-F238E27FC236}">
                <a16:creationId xmlns:a16="http://schemas.microsoft.com/office/drawing/2014/main" id="{6173ED15-0175-EA74-1BB3-3F3F0D57409F}"/>
              </a:ext>
            </a:extLst>
          </p:cNvPr>
          <p:cNvPicPr>
            <a:picLocks noChangeAspect="1"/>
          </p:cNvPicPr>
          <p:nvPr/>
        </p:nvPicPr>
        <p:blipFill>
          <a:blip r:embed="rId5"/>
          <a:stretch>
            <a:fillRect/>
          </a:stretch>
        </p:blipFill>
        <p:spPr>
          <a:xfrm>
            <a:off x="1810272" y="1298483"/>
            <a:ext cx="5523455" cy="182896"/>
          </a:xfrm>
          <a:prstGeom prst="rect">
            <a:avLst/>
          </a:prstGeom>
        </p:spPr>
      </p:pic>
      <p:pic>
        <p:nvPicPr>
          <p:cNvPr id="3" name="Picture 2">
            <a:extLst>
              <a:ext uri="{FF2B5EF4-FFF2-40B4-BE49-F238E27FC236}">
                <a16:creationId xmlns:a16="http://schemas.microsoft.com/office/drawing/2014/main" id="{5A835ACF-A19F-1CAA-75CA-B010CFF9A2BA}"/>
              </a:ext>
            </a:extLst>
          </p:cNvPr>
          <p:cNvPicPr>
            <a:picLocks noChangeAspect="1"/>
          </p:cNvPicPr>
          <p:nvPr/>
        </p:nvPicPr>
        <p:blipFill>
          <a:blip r:embed="rId6"/>
          <a:stretch>
            <a:fillRect/>
          </a:stretch>
        </p:blipFill>
        <p:spPr>
          <a:xfrm>
            <a:off x="7467600" y="1320014"/>
            <a:ext cx="762000" cy="161365"/>
          </a:xfrm>
          <a:prstGeom prst="rect">
            <a:avLst/>
          </a:prstGeom>
        </p:spPr>
      </p:pic>
      <p:sp>
        <p:nvSpPr>
          <p:cNvPr id="11" name="TextBox 10">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4072958820"/>
      </p:ext>
    </p:extLst>
  </p:cSld>
  <p:clrMapOvr>
    <a:overrideClrMapping bg1="lt1" tx1="dk1" bg2="lt2" tx2="dk2" accent1="accent1" accent2="accent2" accent3="accent3" accent4="accent4" accent5="accent5" accent6="accent6" hlink="hlink" folHlink="folHlink"/>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600" y="1748923"/>
            <a:ext cx="8686800" cy="4670063"/>
          </a:xfrm>
          <a:prstGeom prst="rect">
            <a:avLst/>
          </a:prstGeom>
        </p:spPr>
      </p:pic>
      <p:pic>
        <p:nvPicPr>
          <p:cNvPr id="7" name="Picture 6">
            <a:extLst>
              <a:ext uri="{FF2B5EF4-FFF2-40B4-BE49-F238E27FC236}">
                <a16:creationId xmlns:a16="http://schemas.microsoft.com/office/drawing/2014/main" id="{AD597ED4-74BC-70DA-5994-B40FD9208B15}"/>
              </a:ext>
            </a:extLst>
          </p:cNvPr>
          <p:cNvPicPr>
            <a:picLocks noChangeAspect="1"/>
          </p:cNvPicPr>
          <p:nvPr/>
        </p:nvPicPr>
        <p:blipFill>
          <a:blip r:embed="rId5"/>
          <a:stretch>
            <a:fillRect/>
          </a:stretch>
        </p:blipFill>
        <p:spPr>
          <a:xfrm>
            <a:off x="2544905" y="1227287"/>
            <a:ext cx="4054191" cy="358171"/>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HRMC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19</a:t>
            </a:fld>
            <a:endParaRPr lang="en-US" dirty="0"/>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
        <p:nvSpPr>
          <p:cNvPr id="9" name="TextBox 8">
            <a:extLst>
              <a:ext uri="{FF2B5EF4-FFF2-40B4-BE49-F238E27FC236}">
                <a16:creationId xmlns:a16="http://schemas.microsoft.com/office/drawing/2014/main" id="{CA6B09FD-BD0B-0B7D-52DB-C5B58E3029D1}"/>
              </a:ext>
            </a:extLst>
          </p:cNvPr>
          <p:cNvSpPr txBox="1"/>
          <p:nvPr/>
        </p:nvSpPr>
        <p:spPr>
          <a:xfrm>
            <a:off x="1981200" y="2096865"/>
            <a:ext cx="644728" cy="200055"/>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700" b="0" i="0" kern="0" dirty="0">
                <a:solidFill>
                  <a:srgbClr val="FF0000"/>
                </a:solidFill>
              </a:rPr>
              <a:t>TIME NOW</a:t>
            </a:r>
          </a:p>
        </p:txBody>
      </p:sp>
    </p:spTree>
    <p:extLst>
      <p:ext uri="{BB962C8B-B14F-4D97-AF65-F5344CB8AC3E}">
        <p14:creationId xmlns:p14="http://schemas.microsoft.com/office/powerpoint/2010/main" val="2484424947"/>
      </p:ext>
    </p:extLst>
  </p:cSld>
  <p:clrMapOvr>
    <a:overrideClrMapping bg1="lt1" tx1="dk1" bg2="lt2" tx2="dk2" accent1="accent1" accent2="accent2" accent3="accent3" accent4="accent4" accent5="accent5" accent6="accent6" hlink="hlink" folHlink="folHlink"/>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2069"/>
          </a:xfrm>
        </p:spPr>
        <p:txBody>
          <a:bodyPr/>
          <a:lstStyle/>
          <a:p>
            <a:pPr>
              <a:lnSpc>
                <a:spcPct val="100000"/>
              </a:lnSpc>
            </a:pPr>
            <a:r>
              <a:rPr lang="en-US" sz="1200" i="0" dirty="0">
                <a:solidFill>
                  <a:srgbClr val="002060"/>
                </a:solidFill>
                <a:effectLst/>
              </a:rPr>
              <a:t>HRMC Private Sector </a:t>
            </a:r>
            <a:br>
              <a:rPr lang="en-US" sz="1200" i="0" dirty="0">
                <a:solidFill>
                  <a:srgbClr val="002060"/>
                </a:solidFill>
                <a:effectLst/>
              </a:rPr>
            </a:br>
            <a:r>
              <a:rPr lang="en-US" sz="1200" i="0" dirty="0">
                <a:solidFill>
                  <a:srgbClr val="002060"/>
                </a:solidFill>
                <a:effectLst/>
              </a:rPr>
              <a:t>Workload Forecast with MOD estimates (no AIT) FY24 - FY27</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JUN </a:t>
            </a:r>
            <a:r>
              <a:rPr lang="en-US" sz="1200" i="0" dirty="0">
                <a:solidFill>
                  <a:srgbClr val="002060"/>
                </a:solidFill>
                <a:effectLst/>
              </a:rPr>
              <a:t>2024</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600" b="1" i="1" u="none" strike="noStrike" kern="1200" cap="none" spc="0" normalizeH="0" baseline="0" noProof="0" dirty="0">
                <a:ln>
                  <a:noFill/>
                </a:ln>
                <a:solidFill>
                  <a:srgbClr val="000064"/>
                </a:solidFill>
                <a:effectLst/>
                <a:uLnTx/>
                <a:uFillTx/>
                <a:latin typeface="Arial"/>
                <a:ea typeface="+mn-ea"/>
                <a:cs typeface="Arial" charset="0"/>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400" b="1" i="1" u="none" strike="noStrike" kern="1200" cap="none" spc="0" normalizeH="0" baseline="0" noProof="0" dirty="0">
              <a:ln>
                <a:noFill/>
              </a:ln>
              <a:solidFill>
                <a:srgbClr val="000064"/>
              </a:solidFill>
              <a:effectLst/>
              <a:uLnTx/>
              <a:uFillTx/>
              <a:latin typeface="Arial"/>
              <a:ea typeface="+mn-ea"/>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700" b="1" i="1" u="none" strike="noStrike" kern="1200" cap="none" spc="0" normalizeH="0" baseline="0" noProof="0" dirty="0">
                <a:ln>
                  <a:noFill/>
                </a:ln>
                <a:solidFill>
                  <a:srgbClr val="000064"/>
                </a:solidFill>
                <a:effectLst/>
                <a:uLnTx/>
                <a:uFillTx/>
                <a:latin typeface="Arial"/>
                <a:ea typeface="+mn-ea"/>
                <a:cs typeface="Arial" charset="0"/>
              </a:rPr>
              <a:t>“Distribution Statement A: Approved for Public Release; Distribution is unlimited.”</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600" b="1" i="1" u="none" strike="noStrike" kern="1200" cap="none" spc="0" normalizeH="0" baseline="0" noProof="0" dirty="0">
              <a:ln>
                <a:noFill/>
              </a:ln>
              <a:solidFill>
                <a:srgbClr val="000064"/>
              </a:solidFill>
              <a:effectLst/>
              <a:uLnTx/>
              <a:uFillTx/>
              <a:latin typeface="Arial"/>
              <a:ea typeface="+mn-ea"/>
              <a:cs typeface="Arial" charset="0"/>
            </a:endParaRPr>
          </a:p>
        </p:txBody>
      </p:sp>
      <p:pic>
        <p:nvPicPr>
          <p:cNvPr id="4" name="Picture 3"/>
          <p:cNvPicPr>
            <a:picLocks noChangeAspect="1"/>
          </p:cNvPicPr>
          <p:nvPr/>
        </p:nvPicPr>
        <p:blipFill>
          <a:blip r:embed="rId4"/>
          <a:stretch>
            <a:fillRect/>
          </a:stretch>
        </p:blipFill>
        <p:spPr>
          <a:xfrm>
            <a:off x="2209800" y="1219200"/>
            <a:ext cx="6400800" cy="3942361"/>
          </a:xfrm>
          <a:prstGeom prst="rect">
            <a:avLst/>
          </a:prstGeom>
        </p:spPr>
      </p:pic>
    </p:spTree>
    <p:extLst>
      <p:ext uri="{BB962C8B-B14F-4D97-AF65-F5344CB8AC3E}">
        <p14:creationId xmlns:p14="http://schemas.microsoft.com/office/powerpoint/2010/main" val="2124933417"/>
      </p:ext>
    </p:extLst>
  </p:cSld>
  <p:clrMapOvr>
    <a:overrideClrMapping bg1="lt1" tx1="dk1" bg2="lt2" tx2="dk2" accent1="accent1" accent2="accent2" accent3="accent3" accent4="accent4" accent5="accent5" accent6="accent6" hlink="hlink" folHlink="folHlink"/>
  </p:clrMapOvr>
  <p:transition spd="slow"/>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2.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3.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4.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5.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6.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7.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8.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9.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0.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1.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2.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3.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4.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5.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D0AB9388F821447A2B3971B61E38F3B" ma:contentTypeVersion="11" ma:contentTypeDescription="Create a new document." ma:contentTypeScope="" ma:versionID="59b9b58f43a73e1b2457ad658da1e943">
  <xsd:schema xmlns:xsd="http://www.w3.org/2001/XMLSchema" xmlns:xs="http://www.w3.org/2001/XMLSchema" xmlns:p="http://schemas.microsoft.com/office/2006/metadata/properties" xmlns:ns2="eebdf72f-c1a3-4734-97e4-1f574e19cc86" xmlns:ns3="fd28dd42-7157-4192-b31e-6c15797035e5" targetNamespace="http://schemas.microsoft.com/office/2006/metadata/properties" ma:root="true" ma:fieldsID="7ed0f0523294fb2b22f892be2bc3bcfc" ns2:_="" ns3:_="">
    <xsd:import namespace="eebdf72f-c1a3-4734-97e4-1f574e19cc86"/>
    <xsd:import namespace="fd28dd42-7157-4192-b31e-6c15797035e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bdf72f-c1a3-4734-97e4-1f574e19cc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acef215b-19b7-4691-95f4-27d2fe62d5df"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d28dd42-7157-4192-b31e-6c15797035e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1e75eaa9-a88f-402d-973f-3d394c5a434e}" ma:internalName="TaxCatchAll" ma:showField="CatchAllData" ma:web="fd28dd42-7157-4192-b31e-6c15797035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d28dd42-7157-4192-b31e-6c15797035e5" xsi:nil="true"/>
    <lcf76f155ced4ddcb4097134ff3c332f xmlns="eebdf72f-c1a3-4734-97e4-1f574e19cc8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38910A-743D-4A82-A3F1-9471DB8F1426}">
  <ds:schemaRefs>
    <ds:schemaRef ds:uri="http://schemas.microsoft.com/sharepoint/v3/contenttype/forms"/>
  </ds:schemaRefs>
</ds:datastoreItem>
</file>

<file path=customXml/itemProps2.xml><?xml version="1.0" encoding="utf-8"?>
<ds:datastoreItem xmlns:ds="http://schemas.openxmlformats.org/officeDocument/2006/customXml" ds:itemID="{278B030E-7A74-4272-8403-E984E21743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bdf72f-c1a3-4734-97e4-1f574e19cc86"/>
    <ds:schemaRef ds:uri="fd28dd42-7157-4192-b31e-6c15797035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77D9CB2-350E-46D2-AB69-2C8FBDFA2800}">
  <ds:schemaRefs>
    <ds:schemaRef ds:uri="http://schemas.microsoft.com/office/2006/metadata/properties"/>
    <ds:schemaRef ds:uri="http://schemas.microsoft.com/office/infopath/2007/PartnerControls"/>
    <ds:schemaRef ds:uri="fd28dd42-7157-4192-b31e-6c15797035e5"/>
    <ds:schemaRef ds:uri="eebdf72f-c1a3-4734-97e4-1f574e19cc86"/>
  </ds:schemaRefs>
</ds:datastoreItem>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
  <TotalTime>150084</TotalTime>
  <Words>2555</Words>
  <Application>Microsoft Office PowerPoint</Application>
  <PresentationFormat>On-screen Show (4:3)</PresentationFormat>
  <Paragraphs>135</Paragraphs>
  <Slides>20</Slides>
  <Notes>19</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20</vt:i4>
      </vt:variant>
    </vt:vector>
  </HeadingPairs>
  <TitlesOfParts>
    <vt:vector size="26" baseType="lpstr">
      <vt:lpstr>Arial</vt:lpstr>
      <vt:lpstr>Wingdings</vt:lpstr>
      <vt:lpstr>Custom Design</vt:lpstr>
      <vt:lpstr>NRMC</vt:lpstr>
      <vt:lpstr>1_NRMC</vt:lpstr>
      <vt:lpstr>2_NRMC</vt:lpstr>
      <vt:lpstr>Domestic Private Sector Workload Estimate   FY24 - FY27 Workload as of 01 JUN 2024  Industry Version FY24 Q3 M3</vt:lpstr>
      <vt:lpstr>PowerPoint Presentation</vt:lpstr>
      <vt:lpstr>PowerPoint Presentation</vt:lpstr>
      <vt:lpstr>PowerPoint Presentation</vt:lpstr>
      <vt:lpstr>MARMC Private Sector  Workload Forecast with MOD estimates (no AIT) FY24 - FY25 Industry Forecast - as of 01 JUN 2024 </vt:lpstr>
      <vt:lpstr>MARMC Private Sector  Workload Forecast with MOD estimates (no AIT) FY26 - FY27 Industry Forecast - as of 01 JUN 2024 </vt:lpstr>
      <vt:lpstr>PowerPoint Presentation</vt:lpstr>
      <vt:lpstr>PowerPoint Presentation</vt:lpstr>
      <vt:lpstr>SWRMC Private Sector  Workload Forecast with MOD estimates (no AIT) FY24 - FY25 Industry Forecast - as of 01 JUN 2024 </vt:lpstr>
      <vt:lpstr>SWRMC Private Sector  Workload Forecast with MOD estimates (no AIT) FY26 - FY27 Industry Forecast - as of 01 JUN 2024 </vt:lpstr>
      <vt:lpstr>PowerPoint Presentation</vt:lpstr>
      <vt:lpstr>PowerPoint Presentation</vt:lpstr>
      <vt:lpstr>SERMC Private Sector  Workload Forecast with MOD estimates (no AIT) FY24 - FY25 Industry Forecast - as of 01 JUN 2024 </vt:lpstr>
      <vt:lpstr>SERMC Private Sector  Workload Forecast with MOD estimates (no AIT) FY26 - FY27 Industry Forecast - as of 01 JUN 2024 </vt:lpstr>
      <vt:lpstr>PowerPoint Presentation</vt:lpstr>
      <vt:lpstr>PowerPoint Presentation</vt:lpstr>
      <vt:lpstr>NWRMC Private Sector  Workload Forecast with MOD estimates (no AIT) FY24 - FY27 Industry Forecast - as of 01 JUN 2024 </vt:lpstr>
      <vt:lpstr>PowerPoint Presentation</vt:lpstr>
      <vt:lpstr>PowerPoint Presentation</vt:lpstr>
      <vt:lpstr>HRMC Private Sector  Workload Forecast with MOD estimates (no AIT) FY24 - FY27 Industry Forecast - as of 01 JUN 2024 </vt:lpstr>
    </vt:vector>
  </TitlesOfParts>
  <Manager>John Renner</Manager>
  <Company>Sabre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NAVSEA 04 PowerPoint Template</dc:title>
  <dc:subject>Standard PowerPoint Template</dc:subject>
  <dc:creator>Shannon Murfree</dc:creator>
  <dc:description>Updated per comments 3-5-04</dc:description>
  <cp:lastModifiedBy>Schwegel, Scott A CIV USN COMNAVSEASYSCOM DC (USA)</cp:lastModifiedBy>
  <cp:revision>4093</cp:revision>
  <cp:lastPrinted>2020-03-09T12:13:11Z</cp:lastPrinted>
  <dcterms:created xsi:type="dcterms:W3CDTF">2002-09-24T17:02:49Z</dcterms:created>
  <dcterms:modified xsi:type="dcterms:W3CDTF">2024-06-17T10:17:28Z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0x0101001D0AB9388F821447A2B3971B61E38F3B</vt:lpwstr>
  </property>
</Properties>
</file>