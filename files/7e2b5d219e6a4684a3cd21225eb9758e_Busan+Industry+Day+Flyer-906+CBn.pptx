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4" r:id="rId5"/>
  </p:sldMasterIdLst>
  <p:notesMasterIdLst>
    <p:notesMasterId r:id="rId8"/>
  </p:notesMasterIdLst>
  <p:sldIdLst>
    <p:sldId id="328" r:id="rId6"/>
    <p:sldId id="329" r:id="rId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ernal to ACC" id="{E29DCA40-D224-445E-97F9-DB38C7D5F64E}">
          <p14:sldIdLst>
            <p14:sldId id="328"/>
            <p14:sldId id="32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F7F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C9B43-49EE-43D9-A0A2-21A571F2DEC6}" v="6" dt="2025-03-19T02:16:23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6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g, Sungkoo  (SK) MSG USARMY 411 CSB (USA)" userId="4d2e7357-f192-47ca-8497-82b90dc1f833" providerId="ADAL" clId="{284C9B43-49EE-43D9-A0A2-21A571F2DEC6}"/>
    <pc:docChg chg="undo custSel addSld modSld modSection">
      <pc:chgData name="Jung, Sungkoo  (SK) MSG USARMY 411 CSB (USA)" userId="4d2e7357-f192-47ca-8497-82b90dc1f833" providerId="ADAL" clId="{284C9B43-49EE-43D9-A0A2-21A571F2DEC6}" dt="2025-03-19T02:17:32.640" v="604" actId="20577"/>
      <pc:docMkLst>
        <pc:docMk/>
      </pc:docMkLst>
      <pc:sldChg chg="addSp modSp mod">
        <pc:chgData name="Jung, Sungkoo  (SK) MSG USARMY 411 CSB (USA)" userId="4d2e7357-f192-47ca-8497-82b90dc1f833" providerId="ADAL" clId="{284C9B43-49EE-43D9-A0A2-21A571F2DEC6}" dt="2025-03-19T02:17:32.640" v="604" actId="20577"/>
        <pc:sldMkLst>
          <pc:docMk/>
          <pc:sldMk cId="2512551704" sldId="328"/>
        </pc:sldMkLst>
        <pc:spChg chg="mod">
          <ac:chgData name="Jung, Sungkoo  (SK) MSG USARMY 411 CSB (USA)" userId="4d2e7357-f192-47ca-8497-82b90dc1f833" providerId="ADAL" clId="{284C9B43-49EE-43D9-A0A2-21A571F2DEC6}" dt="2025-03-13T01:40:24.658" v="338" actId="20577"/>
          <ac:spMkLst>
            <pc:docMk/>
            <pc:sldMk cId="2512551704" sldId="328"/>
            <ac:spMk id="3" creationId="{A3130DAD-C4C4-93F8-7A23-949F6AA1BB45}"/>
          </ac:spMkLst>
        </pc:spChg>
        <pc:spChg chg="mod">
          <ac:chgData name="Jung, Sungkoo  (SK) MSG USARMY 411 CSB (USA)" userId="4d2e7357-f192-47ca-8497-82b90dc1f833" providerId="ADAL" clId="{284C9B43-49EE-43D9-A0A2-21A571F2DEC6}" dt="2025-03-13T02:19:43.272" v="345"/>
          <ac:spMkLst>
            <pc:docMk/>
            <pc:sldMk cId="2512551704" sldId="328"/>
            <ac:spMk id="4" creationId="{1EF06C10-CA7E-6F23-8716-2055ED634824}"/>
          </ac:spMkLst>
        </pc:spChg>
        <pc:spChg chg="add mod">
          <ac:chgData name="Jung, Sungkoo  (SK) MSG USARMY 411 CSB (USA)" userId="4d2e7357-f192-47ca-8497-82b90dc1f833" providerId="ADAL" clId="{284C9B43-49EE-43D9-A0A2-21A571F2DEC6}" dt="2025-03-19T02:17:32.640" v="604" actId="20577"/>
          <ac:spMkLst>
            <pc:docMk/>
            <pc:sldMk cId="2512551704" sldId="328"/>
            <ac:spMk id="5" creationId="{53E489EB-AB89-B951-0DDE-AA2A175D3E1D}"/>
          </ac:spMkLst>
        </pc:spChg>
        <pc:spChg chg="add mod">
          <ac:chgData name="Jung, Sungkoo  (SK) MSG USARMY 411 CSB (USA)" userId="4d2e7357-f192-47ca-8497-82b90dc1f833" providerId="ADAL" clId="{284C9B43-49EE-43D9-A0A2-21A571F2DEC6}" dt="2025-03-19T02:17:06.253" v="591" actId="20577"/>
          <ac:spMkLst>
            <pc:docMk/>
            <pc:sldMk cId="2512551704" sldId="328"/>
            <ac:spMk id="6" creationId="{6190AF01-91FA-54EA-3655-ACC5C18BFDCD}"/>
          </ac:spMkLst>
        </pc:spChg>
        <pc:picChg chg="mod">
          <ac:chgData name="Jung, Sungkoo  (SK) MSG USARMY 411 CSB (USA)" userId="4d2e7357-f192-47ca-8497-82b90dc1f833" providerId="ADAL" clId="{284C9B43-49EE-43D9-A0A2-21A571F2DEC6}" dt="2025-03-19T02:14:30.814" v="410" actId="1076"/>
          <ac:picMkLst>
            <pc:docMk/>
            <pc:sldMk cId="2512551704" sldId="328"/>
            <ac:picMk id="7" creationId="{E3BF0C5A-F679-35EC-FC9E-2C53223EB96C}"/>
          </ac:picMkLst>
        </pc:picChg>
        <pc:picChg chg="mod">
          <ac:chgData name="Jung, Sungkoo  (SK) MSG USARMY 411 CSB (USA)" userId="4d2e7357-f192-47ca-8497-82b90dc1f833" providerId="ADAL" clId="{284C9B43-49EE-43D9-A0A2-21A571F2DEC6}" dt="2025-03-19T02:14:34.829" v="411" actId="1076"/>
          <ac:picMkLst>
            <pc:docMk/>
            <pc:sldMk cId="2512551704" sldId="328"/>
            <ac:picMk id="11" creationId="{F500BD6B-419B-041F-7918-F051D070B608}"/>
          </ac:picMkLst>
        </pc:picChg>
        <pc:picChg chg="mod">
          <ac:chgData name="Jung, Sungkoo  (SK) MSG USARMY 411 CSB (USA)" userId="4d2e7357-f192-47ca-8497-82b90dc1f833" providerId="ADAL" clId="{284C9B43-49EE-43D9-A0A2-21A571F2DEC6}" dt="2025-03-19T02:14:40.788" v="413" actId="1076"/>
          <ac:picMkLst>
            <pc:docMk/>
            <pc:sldMk cId="2512551704" sldId="328"/>
            <ac:picMk id="17" creationId="{F9452CDE-E02F-05F8-00C3-72D6C5897E73}"/>
          </ac:picMkLst>
        </pc:picChg>
        <pc:picChg chg="mod">
          <ac:chgData name="Jung, Sungkoo  (SK) MSG USARMY 411 CSB (USA)" userId="4d2e7357-f192-47ca-8497-82b90dc1f833" providerId="ADAL" clId="{284C9B43-49EE-43D9-A0A2-21A571F2DEC6}" dt="2025-03-19T02:14:43.828" v="414" actId="1076"/>
          <ac:picMkLst>
            <pc:docMk/>
            <pc:sldMk cId="2512551704" sldId="328"/>
            <ac:picMk id="18" creationId="{5007AF9B-786C-09D8-8CC5-BED3B3585631}"/>
          </ac:picMkLst>
        </pc:picChg>
      </pc:sldChg>
      <pc:sldChg chg="addSp delSp modSp add mod">
        <pc:chgData name="Jung, Sungkoo  (SK) MSG USARMY 411 CSB (USA)" userId="4d2e7357-f192-47ca-8497-82b90dc1f833" providerId="ADAL" clId="{284C9B43-49EE-43D9-A0A2-21A571F2DEC6}" dt="2025-03-19T02:14:07.498" v="408" actId="122"/>
        <pc:sldMkLst>
          <pc:docMk/>
          <pc:sldMk cId="2074752889" sldId="329"/>
        </pc:sldMkLst>
        <pc:spChg chg="del">
          <ac:chgData name="Jung, Sungkoo  (SK) MSG USARMY 411 CSB (USA)" userId="4d2e7357-f192-47ca-8497-82b90dc1f833" providerId="ADAL" clId="{284C9B43-49EE-43D9-A0A2-21A571F2DEC6}" dt="2025-03-19T02:11:58.630" v="347" actId="478"/>
          <ac:spMkLst>
            <pc:docMk/>
            <pc:sldMk cId="2074752889" sldId="329"/>
            <ac:spMk id="3" creationId="{6BAC5179-69BA-1B46-468D-8252A217B30B}"/>
          </ac:spMkLst>
        </pc:spChg>
        <pc:spChg chg="del">
          <ac:chgData name="Jung, Sungkoo  (SK) MSG USARMY 411 CSB (USA)" userId="4d2e7357-f192-47ca-8497-82b90dc1f833" providerId="ADAL" clId="{284C9B43-49EE-43D9-A0A2-21A571F2DEC6}" dt="2025-03-19T02:12:04.645" v="348" actId="478"/>
          <ac:spMkLst>
            <pc:docMk/>
            <pc:sldMk cId="2074752889" sldId="329"/>
            <ac:spMk id="4" creationId="{9B147CE1-5F44-02BC-0B5C-57E43865B628}"/>
          </ac:spMkLst>
        </pc:spChg>
        <pc:spChg chg="add mod">
          <ac:chgData name="Jung, Sungkoo  (SK) MSG USARMY 411 CSB (USA)" userId="4d2e7357-f192-47ca-8497-82b90dc1f833" providerId="ADAL" clId="{284C9B43-49EE-43D9-A0A2-21A571F2DEC6}" dt="2025-03-19T02:14:07.498" v="408" actId="122"/>
          <ac:spMkLst>
            <pc:docMk/>
            <pc:sldMk cId="2074752889" sldId="329"/>
            <ac:spMk id="6" creationId="{8E5D9CCF-6AFB-F0A0-A5DE-74B32A0334D5}"/>
          </ac:spMkLst>
        </pc:spChg>
        <pc:spChg chg="del">
          <ac:chgData name="Jung, Sungkoo  (SK) MSG USARMY 411 CSB (USA)" userId="4d2e7357-f192-47ca-8497-82b90dc1f833" providerId="ADAL" clId="{284C9B43-49EE-43D9-A0A2-21A571F2DEC6}" dt="2025-03-19T02:12:19.592" v="353" actId="478"/>
          <ac:spMkLst>
            <pc:docMk/>
            <pc:sldMk cId="2074752889" sldId="329"/>
            <ac:spMk id="8" creationId="{F1CE32AC-B9FF-D4F5-0B90-E359BCE3D481}"/>
          </ac:spMkLst>
        </pc:spChg>
        <pc:spChg chg="del mod">
          <ac:chgData name="Jung, Sungkoo  (SK) MSG USARMY 411 CSB (USA)" userId="4d2e7357-f192-47ca-8497-82b90dc1f833" providerId="ADAL" clId="{284C9B43-49EE-43D9-A0A2-21A571F2DEC6}" dt="2025-03-19T02:12:32.015" v="358" actId="478"/>
          <ac:spMkLst>
            <pc:docMk/>
            <pc:sldMk cId="2074752889" sldId="329"/>
            <ac:spMk id="12" creationId="{92FC793F-9654-6C57-F93F-EAFA64281AE9}"/>
          </ac:spMkLst>
        </pc:spChg>
        <pc:picChg chg="del">
          <ac:chgData name="Jung, Sungkoo  (SK) MSG USARMY 411 CSB (USA)" userId="4d2e7357-f192-47ca-8497-82b90dc1f833" providerId="ADAL" clId="{284C9B43-49EE-43D9-A0A2-21A571F2DEC6}" dt="2025-03-19T02:12:22.591" v="355" actId="478"/>
          <ac:picMkLst>
            <pc:docMk/>
            <pc:sldMk cId="2074752889" sldId="329"/>
            <ac:picMk id="2" creationId="{575D46B9-3CA2-AAC2-5E47-5ABFEAFA0750}"/>
          </ac:picMkLst>
        </pc:picChg>
        <pc:picChg chg="del">
          <ac:chgData name="Jung, Sungkoo  (SK) MSG USARMY 411 CSB (USA)" userId="4d2e7357-f192-47ca-8497-82b90dc1f833" providerId="ADAL" clId="{284C9B43-49EE-43D9-A0A2-21A571F2DEC6}" dt="2025-03-19T02:12:21.788" v="354" actId="478"/>
          <ac:picMkLst>
            <pc:docMk/>
            <pc:sldMk cId="2074752889" sldId="329"/>
            <ac:picMk id="7" creationId="{973FA015-D5D3-472B-A42B-3B0EB239F867}"/>
          </ac:picMkLst>
        </pc:picChg>
        <pc:picChg chg="del">
          <ac:chgData name="Jung, Sungkoo  (SK) MSG USARMY 411 CSB (USA)" userId="4d2e7357-f192-47ca-8497-82b90dc1f833" providerId="ADAL" clId="{284C9B43-49EE-43D9-A0A2-21A571F2DEC6}" dt="2025-03-19T02:12:23.157" v="356" actId="478"/>
          <ac:picMkLst>
            <pc:docMk/>
            <pc:sldMk cId="2074752889" sldId="329"/>
            <ac:picMk id="11" creationId="{A5A7ED14-0A60-AC9D-CDFE-7ECF4A46BD55}"/>
          </ac:picMkLst>
        </pc:picChg>
        <pc:picChg chg="mod">
          <ac:chgData name="Jung, Sungkoo  (SK) MSG USARMY 411 CSB (USA)" userId="4d2e7357-f192-47ca-8497-82b90dc1f833" providerId="ADAL" clId="{284C9B43-49EE-43D9-A0A2-21A571F2DEC6}" dt="2025-03-19T02:13:27.429" v="371" actId="1076"/>
          <ac:picMkLst>
            <pc:docMk/>
            <pc:sldMk cId="2074752889" sldId="329"/>
            <ac:picMk id="14" creationId="{64A02543-F634-2882-90EF-F530E8CE1B9E}"/>
          </ac:picMkLst>
        </pc:picChg>
        <pc:picChg chg="mod">
          <ac:chgData name="Jung, Sungkoo  (SK) MSG USARMY 411 CSB (USA)" userId="4d2e7357-f192-47ca-8497-82b90dc1f833" providerId="ADAL" clId="{284C9B43-49EE-43D9-A0A2-21A571F2DEC6}" dt="2025-03-19T02:13:15.822" v="366" actId="1076"/>
          <ac:picMkLst>
            <pc:docMk/>
            <pc:sldMk cId="2074752889" sldId="329"/>
            <ac:picMk id="16" creationId="{4E7C8C89-2CC1-74AB-9BDF-EACC7E37EEDD}"/>
          </ac:picMkLst>
        </pc:picChg>
        <pc:picChg chg="mod">
          <ac:chgData name="Jung, Sungkoo  (SK) MSG USARMY 411 CSB (USA)" userId="4d2e7357-f192-47ca-8497-82b90dc1f833" providerId="ADAL" clId="{284C9B43-49EE-43D9-A0A2-21A571F2DEC6}" dt="2025-03-19T02:13:09.029" v="364" actId="1076"/>
          <ac:picMkLst>
            <pc:docMk/>
            <pc:sldMk cId="2074752889" sldId="329"/>
            <ac:picMk id="17" creationId="{DE9667E4-C99A-FCD5-08D4-4406A4F4668B}"/>
          </ac:picMkLst>
        </pc:picChg>
        <pc:picChg chg="mod">
          <ac:chgData name="Jung, Sungkoo  (SK) MSG USARMY 411 CSB (USA)" userId="4d2e7357-f192-47ca-8497-82b90dc1f833" providerId="ADAL" clId="{284C9B43-49EE-43D9-A0A2-21A571F2DEC6}" dt="2025-03-19T02:13:13.150" v="365" actId="1076"/>
          <ac:picMkLst>
            <pc:docMk/>
            <pc:sldMk cId="2074752889" sldId="329"/>
            <ac:picMk id="18" creationId="{7C99CE36-4908-5BAF-2DC2-284BCFB11CBB}"/>
          </ac:picMkLst>
        </pc:picChg>
        <pc:picChg chg="del">
          <ac:chgData name="Jung, Sungkoo  (SK) MSG USARMY 411 CSB (USA)" userId="4d2e7357-f192-47ca-8497-82b90dc1f833" providerId="ADAL" clId="{284C9B43-49EE-43D9-A0A2-21A571F2DEC6}" dt="2025-03-19T02:13:24.828" v="370" actId="478"/>
          <ac:picMkLst>
            <pc:docMk/>
            <pc:sldMk cId="2074752889" sldId="329"/>
            <ac:picMk id="1026" creationId="{F784E77C-52A5-E52C-9FF9-5705979929A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3175" tIns="46587" rIns="93175" bIns="4658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6435"/>
          </a:xfrm>
          <a:prstGeom prst="rect">
            <a:avLst/>
          </a:prstGeom>
        </p:spPr>
        <p:txBody>
          <a:bodyPr vert="horz" lIns="93175" tIns="46587" rIns="93175" bIns="46587" rtlCol="0"/>
          <a:lstStyle>
            <a:lvl1pPr algn="r">
              <a:defRPr sz="1200"/>
            </a:lvl1pPr>
          </a:lstStyle>
          <a:p>
            <a:fld id="{C1E4B8CC-50C6-460D-A937-1D42699A48E1}" type="datetimeFigureOut">
              <a:rPr lang="en-US" smtClean="0"/>
              <a:t>3/19/2025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5" tIns="46587" rIns="93175" bIns="4658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7"/>
          </a:xfrm>
          <a:prstGeom prst="rect">
            <a:avLst/>
          </a:prstGeom>
        </p:spPr>
        <p:txBody>
          <a:bodyPr vert="horz" lIns="93175" tIns="46587" rIns="93175" bIns="4658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3175" tIns="46587" rIns="93175" bIns="4658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6434"/>
          </a:xfrm>
          <a:prstGeom prst="rect">
            <a:avLst/>
          </a:prstGeom>
        </p:spPr>
        <p:txBody>
          <a:bodyPr vert="horz" lIns="93175" tIns="46587" rIns="93175" bIns="46587" rtlCol="0" anchor="b"/>
          <a:lstStyle>
            <a:lvl1pPr algn="r">
              <a:defRPr sz="1200"/>
            </a:lvl1pPr>
          </a:lstStyle>
          <a:p>
            <a:fld id="{13AFE1A4-0A45-453D-A823-FBDE329F22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485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FE1A4-0A45-453D-A823-FBDE329F22D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192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E7EE7-D26C-B156-8DCD-EBD9037C6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FA446-E398-8C77-0D3C-A404C1648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BDC4E-3D44-DE2B-91DD-19E826440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56C79-C7D7-E797-E88F-23E87EB605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AFE1A4-0A45-453D-A823-FBDE329F22D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409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 and Bum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7252" y="6193640"/>
            <a:ext cx="7352812" cy="369332"/>
          </a:xfrm>
        </p:spPr>
        <p:txBody>
          <a:bodyPr vert="horz" wrap="square" lIns="182880" tIns="45720" rIns="91440" bIns="45720" rtlCol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2000" b="1" i="1" smtClean="0">
                <a:solidFill>
                  <a:schemeClr val="tx1"/>
                </a:solidFill>
                <a:ea typeface="+mj-ea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add bumper</a:t>
            </a:r>
          </a:p>
        </p:txBody>
      </p:sp>
      <p:sp>
        <p:nvSpPr>
          <p:cNvPr id="32" name="Title Placeholder 1"/>
          <p:cNvSpPr>
            <a:spLocks noGrp="1"/>
          </p:cNvSpPr>
          <p:nvPr>
            <p:ph type="title" hasCustomPrompt="1"/>
          </p:nvPr>
        </p:nvSpPr>
        <p:spPr bwMode="gray">
          <a:xfrm>
            <a:off x="836761" y="99565"/>
            <a:ext cx="7955280" cy="480131"/>
          </a:xfrm>
          <a:prstGeom prst="rect">
            <a:avLst/>
          </a:prstGeom>
        </p:spPr>
        <p:txBody>
          <a:bodyPr vert="horz" lIns="182880" tIns="45720" rIns="91440" bIns="45720" rtlCol="0" anchor="t" anchorCtr="0">
            <a:spAutoFit/>
          </a:bodyPr>
          <a:lstStyle>
            <a:lvl1pPr marL="0">
              <a:defRPr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 dirty="0"/>
              <a:t>Slide Title — Arial 28 Bold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/>
          </p:nvPr>
        </p:nvSpPr>
        <p:spPr>
          <a:xfrm>
            <a:off x="836761" y="683879"/>
            <a:ext cx="7955280" cy="91440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ü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76700" y="6737503"/>
            <a:ext cx="990600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defRPr kumimoji="0" lang="en-US" sz="700" b="1" i="0" u="none" strike="noStrike" kern="6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C097D8A2-1060-445D-9A44-8315A403614E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5118100" y="6742889"/>
            <a:ext cx="2537995" cy="96950"/>
          </a:xfrm>
        </p:spPr>
        <p:txBody>
          <a:bodyPr wrap="square" lIns="0" tIns="0" rIns="18288" bIns="0" anchor="ctr" anchorCtr="0">
            <a:spAutoFit/>
          </a:bodyPr>
          <a:lstStyle>
            <a:lvl1pPr marL="0" indent="0" algn="r">
              <a:buFontTx/>
              <a:buNone/>
              <a:defRPr sz="700" b="0"/>
            </a:lvl1pPr>
            <a:lvl2pPr marL="457200" indent="0" algn="r">
              <a:buFontTx/>
              <a:buNone/>
              <a:defRPr sz="700" b="0"/>
            </a:lvl2pPr>
            <a:lvl3pPr marL="914400" indent="0" algn="r">
              <a:buFontTx/>
              <a:buNone/>
              <a:defRPr sz="700" b="0"/>
            </a:lvl3pPr>
            <a:lvl4pPr marL="1371600" indent="0" algn="r">
              <a:buFontTx/>
              <a:buNone/>
              <a:defRPr sz="700" b="0"/>
            </a:lvl4pPr>
            <a:lvl5pPr marL="1828800" indent="0" algn="r">
              <a:buFontTx/>
              <a:buNone/>
              <a:defRPr sz="700" b="0"/>
            </a:lvl5pPr>
          </a:lstStyle>
          <a:p>
            <a:pPr lvl="0"/>
            <a:r>
              <a:rPr lang="en-US" dirty="0"/>
              <a:t>POC Name/Phone Number – if necessary— Arial 7</a:t>
            </a:r>
          </a:p>
        </p:txBody>
      </p:sp>
    </p:spTree>
    <p:extLst>
      <p:ext uri="{BB962C8B-B14F-4D97-AF65-F5344CB8AC3E}">
        <p14:creationId xmlns:p14="http://schemas.microsoft.com/office/powerpoint/2010/main" val="2798656698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Subtitle, Content and Bum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7252" y="6193640"/>
            <a:ext cx="8307388" cy="369332"/>
          </a:xfrm>
        </p:spPr>
        <p:txBody>
          <a:bodyPr vert="horz" lIns="182880" tIns="45720" rIns="91440" bIns="45720" rtlCol="0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2000" b="1" i="1" smtClean="0">
                <a:solidFill>
                  <a:schemeClr val="tx1"/>
                </a:solidFill>
                <a:ea typeface="+mj-ea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add bumper</a:t>
            </a:r>
          </a:p>
        </p:txBody>
      </p:sp>
      <p:sp>
        <p:nvSpPr>
          <p:cNvPr id="32" name="Title Placeholder 1"/>
          <p:cNvSpPr>
            <a:spLocks noGrp="1"/>
          </p:cNvSpPr>
          <p:nvPr>
            <p:ph type="title" hasCustomPrompt="1"/>
          </p:nvPr>
        </p:nvSpPr>
        <p:spPr bwMode="gray">
          <a:xfrm>
            <a:off x="836761" y="99565"/>
            <a:ext cx="7955280" cy="480131"/>
          </a:xfrm>
          <a:prstGeom prst="rect">
            <a:avLst/>
          </a:prstGeom>
        </p:spPr>
        <p:txBody>
          <a:bodyPr vert="horz" lIns="182880" tIns="45720" rIns="91440" bIns="45720" rtlCol="0" anchor="t" anchorCtr="0">
            <a:spAutoFit/>
          </a:bodyPr>
          <a:lstStyle>
            <a:lvl1pPr marL="0">
              <a:defRPr>
                <a:solidFill>
                  <a:schemeClr val="tx1"/>
                </a:solidFill>
              </a:defRPr>
            </a:lvl1pPr>
          </a:lstStyle>
          <a:p>
            <a:pPr marL="0" lvl="0"/>
            <a:r>
              <a:rPr lang="en-US" dirty="0"/>
              <a:t>Slide Title — Arial 28 Bold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4"/>
          </p:nvPr>
        </p:nvSpPr>
        <p:spPr>
          <a:xfrm>
            <a:off x="836761" y="683879"/>
            <a:ext cx="7955280" cy="914400"/>
          </a:xfrm>
        </p:spPr>
        <p:txBody>
          <a:bodyPr>
            <a:noAutofit/>
          </a:bodyPr>
          <a:lstStyle>
            <a:lvl1pPr marL="228600" indent="-228600">
              <a:buFont typeface="Wingdings" panose="05000000000000000000" pitchFamily="2" charset="2"/>
              <a:buChar char="ü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26141" y="6737503"/>
            <a:ext cx="1091718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defRPr kumimoji="0" lang="en-US" sz="700" b="1" i="0" u="none" strike="noStrike" kern="6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C097D8A2-1060-445D-9A44-8315A403614E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5118100" y="6742889"/>
            <a:ext cx="3292475" cy="96950"/>
          </a:xfrm>
        </p:spPr>
        <p:txBody>
          <a:bodyPr lIns="0" tIns="0" rIns="18288" bIns="0" anchor="ctr" anchorCtr="0">
            <a:spAutoFit/>
          </a:bodyPr>
          <a:lstStyle>
            <a:lvl1pPr marL="0" indent="0" algn="r">
              <a:buFontTx/>
              <a:buNone/>
              <a:defRPr sz="700" b="0"/>
            </a:lvl1pPr>
            <a:lvl2pPr marL="457200" indent="0" algn="r">
              <a:buFontTx/>
              <a:buNone/>
              <a:defRPr sz="700" b="0"/>
            </a:lvl2pPr>
            <a:lvl3pPr marL="914400" indent="0" algn="r">
              <a:buFontTx/>
              <a:buNone/>
              <a:defRPr sz="700" b="0"/>
            </a:lvl3pPr>
            <a:lvl4pPr marL="1371600" indent="0" algn="r">
              <a:buFontTx/>
              <a:buNone/>
              <a:defRPr sz="700" b="0"/>
            </a:lvl4pPr>
            <a:lvl5pPr marL="1828800" indent="0" algn="r">
              <a:buFontTx/>
              <a:buNone/>
              <a:defRPr sz="700" b="0"/>
            </a:lvl5pPr>
          </a:lstStyle>
          <a:p>
            <a:pPr lvl="0"/>
            <a:r>
              <a:rPr lang="en-US" dirty="0"/>
              <a:t>POC Name/Phone Number – if necessary— Arial 7</a:t>
            </a:r>
          </a:p>
        </p:txBody>
      </p:sp>
    </p:spTree>
    <p:extLst>
      <p:ext uri="{BB962C8B-B14F-4D97-AF65-F5344CB8AC3E}">
        <p14:creationId xmlns:p14="http://schemas.microsoft.com/office/powerpoint/2010/main" val="2739365252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9068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296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950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894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C3F5D-9F0A-4D26-898B-10DC4C85EEE6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01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36760" y="99565"/>
            <a:ext cx="8232971" cy="480131"/>
          </a:xfrm>
          <a:prstGeom prst="rect">
            <a:avLst/>
          </a:prstGeom>
        </p:spPr>
        <p:txBody>
          <a:bodyPr vert="horz" wrap="square" lIns="182880" tIns="45720" rIns="91440" bIns="45720" rtlCol="0" anchor="t" anchorCtr="0">
            <a:spAutoFit/>
          </a:bodyPr>
          <a:lstStyle/>
          <a:p>
            <a:pPr marL="0" lvl="0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Click to edit Master title style – Arial 28pt Bold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761" y="711257"/>
            <a:ext cx="77724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  <a:p>
            <a:pPr lvl="4"/>
            <a:endParaRPr lang="en-US" dirty="0"/>
          </a:p>
        </p:txBody>
      </p:sp>
      <p:sp>
        <p:nvSpPr>
          <p:cNvPr id="7" name="Classification Top"/>
          <p:cNvSpPr txBox="1">
            <a:spLocks/>
          </p:cNvSpPr>
          <p:nvPr userDrawn="1"/>
        </p:nvSpPr>
        <p:spPr bwMode="white">
          <a:xfrm>
            <a:off x="781050" y="0"/>
            <a:ext cx="7886700" cy="10772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1" dirty="0">
                <a:solidFill>
                  <a:schemeClr val="tx1"/>
                </a:solidFill>
              </a:rPr>
              <a:t>CUI</a:t>
            </a:r>
          </a:p>
        </p:txBody>
      </p:sp>
      <p:sp>
        <p:nvSpPr>
          <p:cNvPr id="33" name="Classification bottom"/>
          <p:cNvSpPr txBox="1"/>
          <p:nvPr userDrawn="1"/>
        </p:nvSpPr>
        <p:spPr bwMode="black">
          <a:xfrm>
            <a:off x="0" y="6753453"/>
            <a:ext cx="1188720" cy="107722"/>
          </a:xfrm>
          <a:prstGeom prst="rect">
            <a:avLst/>
          </a:prstGeom>
          <a:noFill/>
        </p:spPr>
        <p:txBody>
          <a:bodyPr wrap="none" lIns="45720" tIns="0" rIns="0" bIns="0" anchor="b" anchorCtr="0">
            <a:noAutofit/>
          </a:bodyPr>
          <a:lstStyle/>
          <a:p>
            <a:pPr>
              <a:defRPr/>
            </a:pPr>
            <a:r>
              <a:rPr lang="en-US" sz="700" b="1" kern="600" dirty="0">
                <a:solidFill>
                  <a:prstClr val="black"/>
                </a:solidFill>
                <a:cs typeface="Arial" panose="020B0604020202020204" pitchFamily="34" charset="0"/>
              </a:rPr>
              <a:t>CUI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7740712" y="6146743"/>
            <a:ext cx="1330135" cy="713727"/>
            <a:chOff x="7662672" y="6108192"/>
            <a:chExt cx="1408176" cy="734917"/>
          </a:xfrm>
        </p:grpSpPr>
        <p:sp>
          <p:nvSpPr>
            <p:cNvPr id="60" name="Round Same Side Corner Rectangle 59"/>
            <p:cNvSpPr/>
            <p:nvPr userDrawn="1"/>
          </p:nvSpPr>
          <p:spPr>
            <a:xfrm>
              <a:off x="7662672" y="6135624"/>
              <a:ext cx="1408176" cy="706828"/>
            </a:xfrm>
            <a:prstGeom prst="round2SameRect">
              <a:avLst>
                <a:gd name="adj1" fmla="val 9581"/>
                <a:gd name="adj2" fmla="val 0"/>
              </a:avLst>
            </a:prstGeom>
            <a:gradFill>
              <a:gsLst>
                <a:gs pos="59000">
                  <a:sysClr val="window" lastClr="FFFFFF">
                    <a:alpha val="20000"/>
                    <a:lumMod val="60000"/>
                  </a:sysClr>
                </a:gs>
                <a:gs pos="67000">
                  <a:sysClr val="window" lastClr="FFFFFF">
                    <a:alpha val="20000"/>
                  </a:sysClr>
                </a:gs>
                <a:gs pos="100000">
                  <a:sysClr val="window" lastClr="FFFFFF">
                    <a:alpha val="20000"/>
                    <a:lumMod val="20000"/>
                  </a:sysClr>
                </a:gs>
                <a:gs pos="23000">
                  <a:sysClr val="windowText" lastClr="000000">
                    <a:lumMod val="52000"/>
                    <a:lumOff val="48000"/>
                    <a:alpha val="20000"/>
                  </a:sysClr>
                </a:gs>
                <a:gs pos="9000">
                  <a:sysClr val="windowText" lastClr="000000">
                    <a:alpha val="20000"/>
                    <a:lumMod val="0"/>
                    <a:lumOff val="100000"/>
                  </a:sysClr>
                </a:gs>
                <a:gs pos="35000">
                  <a:sysClr val="windowText" lastClr="000000">
                    <a:lumMod val="95000"/>
                    <a:lumOff val="5000"/>
                    <a:alpha val="20000"/>
                  </a:sysClr>
                </a:gs>
                <a:gs pos="43000">
                  <a:sysClr val="window" lastClr="FFFFFF">
                    <a:alpha val="20000"/>
                    <a:lumMod val="100000"/>
                  </a:sysClr>
                </a:gs>
              </a:gsLst>
              <a:lin ang="33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1" name="Round Same Side Corner Rectangle 70"/>
            <p:cNvSpPr/>
            <p:nvPr userDrawn="1"/>
          </p:nvSpPr>
          <p:spPr>
            <a:xfrm>
              <a:off x="7666210" y="6108192"/>
              <a:ext cx="1399032" cy="731520"/>
            </a:xfrm>
            <a:prstGeom prst="round2SameRect">
              <a:avLst>
                <a:gd name="adj1" fmla="val 9581"/>
                <a:gd name="adj2" fmla="val 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2" name="Round Same Side Corner Rectangle 71"/>
            <p:cNvSpPr/>
            <p:nvPr userDrawn="1"/>
          </p:nvSpPr>
          <p:spPr>
            <a:xfrm>
              <a:off x="7662672" y="6136281"/>
              <a:ext cx="1408176" cy="706828"/>
            </a:xfrm>
            <a:prstGeom prst="round2SameRect">
              <a:avLst>
                <a:gd name="adj1" fmla="val 9581"/>
                <a:gd name="adj2" fmla="val 0"/>
              </a:avLst>
            </a:prstGeom>
            <a:gradFill>
              <a:gsLst>
                <a:gs pos="0">
                  <a:sysClr val="windowText" lastClr="000000">
                    <a:lumMod val="52000"/>
                    <a:lumOff val="48000"/>
                    <a:alpha val="17000"/>
                  </a:sysClr>
                </a:gs>
                <a:gs pos="68000">
                  <a:sysClr val="windowText" lastClr="000000">
                    <a:lumMod val="95000"/>
                    <a:lumOff val="5000"/>
                    <a:alpha val="20000"/>
                  </a:sysClr>
                </a:gs>
                <a:gs pos="34000">
                  <a:sysClr val="windowText" lastClr="000000">
                    <a:lumMod val="85000"/>
                    <a:lumOff val="15000"/>
                    <a:alpha val="20000"/>
                  </a:sysClr>
                </a:gs>
              </a:gsLst>
              <a:lin ang="36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1" name="Round Same Side Corner Rectangle 60"/>
            <p:cNvSpPr/>
            <p:nvPr userDrawn="1"/>
          </p:nvSpPr>
          <p:spPr>
            <a:xfrm>
              <a:off x="7662672" y="6135624"/>
              <a:ext cx="1408176" cy="706828"/>
            </a:xfrm>
            <a:prstGeom prst="round2SameRect">
              <a:avLst>
                <a:gd name="adj1" fmla="val 9581"/>
                <a:gd name="adj2" fmla="val 0"/>
              </a:avLst>
            </a:prstGeom>
            <a:gradFill>
              <a:gsLst>
                <a:gs pos="73000">
                  <a:sysClr val="window" lastClr="FFFFFF">
                    <a:lumMod val="75000"/>
                  </a:sysClr>
                </a:gs>
                <a:gs pos="91000">
                  <a:srgbClr val="7F7F7F"/>
                </a:gs>
                <a:gs pos="0">
                  <a:sysClr val="window" lastClr="FFFFFF">
                    <a:lumMod val="85000"/>
                  </a:sysClr>
                </a:gs>
                <a:gs pos="13000">
                  <a:sysClr val="window" lastClr="FFFFFF">
                    <a:lumMod val="95000"/>
                  </a:sysClr>
                </a:gs>
                <a:gs pos="34000">
                  <a:sysClr val="window" lastClr="FFFFFF">
                    <a:lumMod val="75000"/>
                  </a:sysClr>
                </a:gs>
                <a:gs pos="100000">
                  <a:sysClr val="windowText" lastClr="000000">
                    <a:lumMod val="50000"/>
                    <a:lumOff val="50000"/>
                  </a:sysClr>
                </a:gs>
                <a:gs pos="48000">
                  <a:sysClr val="window" lastClr="FFFFFF">
                    <a:lumMod val="95000"/>
                  </a:sysClr>
                </a:gs>
              </a:gsLst>
              <a:lin ang="42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74" name="AMC"/>
            <p:cNvGrpSpPr>
              <a:grpSpLocks noChangeAspect="1"/>
            </p:cNvGrpSpPr>
            <p:nvPr userDrawn="1"/>
          </p:nvGrpSpPr>
          <p:grpSpPr bwMode="auto">
            <a:xfrm>
              <a:off x="7857433" y="6251059"/>
              <a:ext cx="398631" cy="467776"/>
              <a:chOff x="3311" y="1094"/>
              <a:chExt cx="1816" cy="2131"/>
            </a:xfrm>
          </p:grpSpPr>
          <p:sp>
            <p:nvSpPr>
              <p:cNvPr id="75" name="WHITE bkgrnd"/>
              <p:cNvSpPr>
                <a:spLocks/>
              </p:cNvSpPr>
              <p:nvPr/>
            </p:nvSpPr>
            <p:spPr bwMode="auto">
              <a:xfrm>
                <a:off x="3333" y="1116"/>
                <a:ext cx="1772" cy="2086"/>
              </a:xfrm>
              <a:custGeom>
                <a:avLst/>
                <a:gdLst>
                  <a:gd name="T0" fmla="*/ 1477 w 2954"/>
                  <a:gd name="T1" fmla="*/ 0 h 3479"/>
                  <a:gd name="T2" fmla="*/ 2954 w 2954"/>
                  <a:gd name="T3" fmla="*/ 356 h 3479"/>
                  <a:gd name="T4" fmla="*/ 2954 w 2954"/>
                  <a:gd name="T5" fmla="*/ 1377 h 3479"/>
                  <a:gd name="T6" fmla="*/ 1477 w 2954"/>
                  <a:gd name="T7" fmla="*/ 3479 h 3479"/>
                  <a:gd name="T8" fmla="*/ 0 w 2954"/>
                  <a:gd name="T9" fmla="*/ 1377 h 3479"/>
                  <a:gd name="T10" fmla="*/ 0 w 2954"/>
                  <a:gd name="T11" fmla="*/ 356 h 3479"/>
                  <a:gd name="T12" fmla="*/ 1477 w 2954"/>
                  <a:gd name="T13" fmla="*/ 0 h 3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54" h="3479">
                    <a:moveTo>
                      <a:pt x="1477" y="0"/>
                    </a:moveTo>
                    <a:cubicBezTo>
                      <a:pt x="2003" y="0"/>
                      <a:pt x="2609" y="127"/>
                      <a:pt x="2954" y="356"/>
                    </a:cubicBezTo>
                    <a:cubicBezTo>
                      <a:pt x="2954" y="1377"/>
                      <a:pt x="2954" y="1377"/>
                      <a:pt x="2954" y="1377"/>
                    </a:cubicBezTo>
                    <a:cubicBezTo>
                      <a:pt x="2954" y="2275"/>
                      <a:pt x="2402" y="3111"/>
                      <a:pt x="1477" y="3479"/>
                    </a:cubicBezTo>
                    <a:cubicBezTo>
                      <a:pt x="552" y="3111"/>
                      <a:pt x="0" y="2275"/>
                      <a:pt x="0" y="1377"/>
                    </a:cubicBezTo>
                    <a:cubicBezTo>
                      <a:pt x="0" y="356"/>
                      <a:pt x="0" y="356"/>
                      <a:pt x="0" y="356"/>
                    </a:cubicBezTo>
                    <a:cubicBezTo>
                      <a:pt x="345" y="127"/>
                      <a:pt x="951" y="0"/>
                      <a:pt x="14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prstClr val="black"/>
                  </a:solidFill>
                  <a:latin typeface="Adobe Garamond Pro" panose="02020502060506020403" pitchFamily="18" charset="0"/>
                </a:endParaRPr>
              </a:p>
            </p:txBody>
          </p:sp>
          <p:sp>
            <p:nvSpPr>
              <p:cNvPr id="76" name="BLACK outline"/>
              <p:cNvSpPr>
                <a:spLocks noEditPoints="1"/>
              </p:cNvSpPr>
              <p:nvPr/>
            </p:nvSpPr>
            <p:spPr bwMode="auto">
              <a:xfrm>
                <a:off x="3311" y="1094"/>
                <a:ext cx="1816" cy="2131"/>
              </a:xfrm>
              <a:custGeom>
                <a:avLst/>
                <a:gdLst>
                  <a:gd name="T0" fmla="*/ 3010 w 3026"/>
                  <a:gd name="T1" fmla="*/ 362 h 3554"/>
                  <a:gd name="T2" fmla="*/ 2328 w 3026"/>
                  <a:gd name="T3" fmla="*/ 93 h 3554"/>
                  <a:gd name="T4" fmla="*/ 1513 w 3026"/>
                  <a:gd name="T5" fmla="*/ 0 h 3554"/>
                  <a:gd name="T6" fmla="*/ 698 w 3026"/>
                  <a:gd name="T7" fmla="*/ 93 h 3554"/>
                  <a:gd name="T8" fmla="*/ 16 w 3026"/>
                  <a:gd name="T9" fmla="*/ 362 h 3554"/>
                  <a:gd name="T10" fmla="*/ 0 w 3026"/>
                  <a:gd name="T11" fmla="*/ 373 h 3554"/>
                  <a:gd name="T12" fmla="*/ 0 w 3026"/>
                  <a:gd name="T13" fmla="*/ 1413 h 3554"/>
                  <a:gd name="T14" fmla="*/ 398 w 3026"/>
                  <a:gd name="T15" fmla="*/ 2683 h 3554"/>
                  <a:gd name="T16" fmla="*/ 1500 w 3026"/>
                  <a:gd name="T17" fmla="*/ 3548 h 3554"/>
                  <a:gd name="T18" fmla="*/ 1513 w 3026"/>
                  <a:gd name="T19" fmla="*/ 3554 h 3554"/>
                  <a:gd name="T20" fmla="*/ 1526 w 3026"/>
                  <a:gd name="T21" fmla="*/ 3548 h 3554"/>
                  <a:gd name="T22" fmla="*/ 2628 w 3026"/>
                  <a:gd name="T23" fmla="*/ 2683 h 3554"/>
                  <a:gd name="T24" fmla="*/ 3026 w 3026"/>
                  <a:gd name="T25" fmla="*/ 1413 h 3554"/>
                  <a:gd name="T26" fmla="*/ 3026 w 3026"/>
                  <a:gd name="T27" fmla="*/ 373 h 3554"/>
                  <a:gd name="T28" fmla="*/ 3010 w 3026"/>
                  <a:gd name="T29" fmla="*/ 362 h 3554"/>
                  <a:gd name="T30" fmla="*/ 2954 w 3026"/>
                  <a:gd name="T31" fmla="*/ 1413 h 3554"/>
                  <a:gd name="T32" fmla="*/ 1513 w 3026"/>
                  <a:gd name="T33" fmla="*/ 3476 h 3554"/>
                  <a:gd name="T34" fmla="*/ 72 w 3026"/>
                  <a:gd name="T35" fmla="*/ 1413 h 3554"/>
                  <a:gd name="T36" fmla="*/ 72 w 3026"/>
                  <a:gd name="T37" fmla="*/ 412 h 3554"/>
                  <a:gd name="T38" fmla="*/ 1513 w 3026"/>
                  <a:gd name="T39" fmla="*/ 72 h 3554"/>
                  <a:gd name="T40" fmla="*/ 2954 w 3026"/>
                  <a:gd name="T41" fmla="*/ 412 h 3554"/>
                  <a:gd name="T42" fmla="*/ 2954 w 3026"/>
                  <a:gd name="T43" fmla="*/ 1413 h 3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026" h="3554">
                    <a:moveTo>
                      <a:pt x="3010" y="362"/>
                    </a:moveTo>
                    <a:cubicBezTo>
                      <a:pt x="2842" y="251"/>
                      <a:pt x="2606" y="158"/>
                      <a:pt x="2328" y="93"/>
                    </a:cubicBezTo>
                    <a:cubicBezTo>
                      <a:pt x="2069" y="33"/>
                      <a:pt x="1779" y="0"/>
                      <a:pt x="1513" y="0"/>
                    </a:cubicBezTo>
                    <a:cubicBezTo>
                      <a:pt x="1247" y="0"/>
                      <a:pt x="957" y="33"/>
                      <a:pt x="698" y="93"/>
                    </a:cubicBezTo>
                    <a:cubicBezTo>
                      <a:pt x="420" y="158"/>
                      <a:pt x="184" y="251"/>
                      <a:pt x="16" y="362"/>
                    </a:cubicBezTo>
                    <a:cubicBezTo>
                      <a:pt x="0" y="373"/>
                      <a:pt x="0" y="373"/>
                      <a:pt x="0" y="373"/>
                    </a:cubicBezTo>
                    <a:cubicBezTo>
                      <a:pt x="0" y="1413"/>
                      <a:pt x="0" y="1413"/>
                      <a:pt x="0" y="1413"/>
                    </a:cubicBezTo>
                    <a:cubicBezTo>
                      <a:pt x="0" y="1867"/>
                      <a:pt x="138" y="2306"/>
                      <a:pt x="398" y="2683"/>
                    </a:cubicBezTo>
                    <a:cubicBezTo>
                      <a:pt x="664" y="3068"/>
                      <a:pt x="1045" y="3368"/>
                      <a:pt x="1500" y="3548"/>
                    </a:cubicBezTo>
                    <a:cubicBezTo>
                      <a:pt x="1513" y="3554"/>
                      <a:pt x="1513" y="3554"/>
                      <a:pt x="1513" y="3554"/>
                    </a:cubicBezTo>
                    <a:cubicBezTo>
                      <a:pt x="1526" y="3548"/>
                      <a:pt x="1526" y="3548"/>
                      <a:pt x="1526" y="3548"/>
                    </a:cubicBezTo>
                    <a:cubicBezTo>
                      <a:pt x="1981" y="3368"/>
                      <a:pt x="2362" y="3068"/>
                      <a:pt x="2628" y="2683"/>
                    </a:cubicBezTo>
                    <a:cubicBezTo>
                      <a:pt x="2888" y="2306"/>
                      <a:pt x="3026" y="1867"/>
                      <a:pt x="3026" y="1413"/>
                    </a:cubicBezTo>
                    <a:cubicBezTo>
                      <a:pt x="3026" y="373"/>
                      <a:pt x="3026" y="373"/>
                      <a:pt x="3026" y="373"/>
                    </a:cubicBezTo>
                    <a:lnTo>
                      <a:pt x="3010" y="362"/>
                    </a:lnTo>
                    <a:close/>
                    <a:moveTo>
                      <a:pt x="2954" y="1413"/>
                    </a:moveTo>
                    <a:cubicBezTo>
                      <a:pt x="2954" y="2314"/>
                      <a:pt x="2389" y="3122"/>
                      <a:pt x="1513" y="3476"/>
                    </a:cubicBezTo>
                    <a:cubicBezTo>
                      <a:pt x="637" y="3122"/>
                      <a:pt x="72" y="2314"/>
                      <a:pt x="72" y="1413"/>
                    </a:cubicBezTo>
                    <a:cubicBezTo>
                      <a:pt x="72" y="412"/>
                      <a:pt x="72" y="412"/>
                      <a:pt x="72" y="412"/>
                    </a:cubicBezTo>
                    <a:cubicBezTo>
                      <a:pt x="391" y="208"/>
                      <a:pt x="966" y="72"/>
                      <a:pt x="1513" y="72"/>
                    </a:cubicBezTo>
                    <a:cubicBezTo>
                      <a:pt x="2060" y="72"/>
                      <a:pt x="2635" y="208"/>
                      <a:pt x="2954" y="412"/>
                    </a:cubicBezTo>
                    <a:lnTo>
                      <a:pt x="2954" y="14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prstClr val="black"/>
                  </a:solidFill>
                  <a:latin typeface="Adobe Garamond Pro" panose="02020502060506020403" pitchFamily="18" charset="0"/>
                </a:endParaRPr>
              </a:p>
            </p:txBody>
          </p:sp>
          <p:sp>
            <p:nvSpPr>
              <p:cNvPr id="77" name="BLUE"/>
              <p:cNvSpPr>
                <a:spLocks/>
              </p:cNvSpPr>
              <p:nvPr/>
            </p:nvSpPr>
            <p:spPr bwMode="auto">
              <a:xfrm>
                <a:off x="4219" y="1369"/>
                <a:ext cx="797" cy="1744"/>
              </a:xfrm>
              <a:custGeom>
                <a:avLst/>
                <a:gdLst>
                  <a:gd name="T0" fmla="*/ 1329 w 1329"/>
                  <a:gd name="T1" fmla="*/ 40 h 2908"/>
                  <a:gd name="T2" fmla="*/ 302 w 1329"/>
                  <a:gd name="T3" fmla="*/ 1068 h 2908"/>
                  <a:gd name="T4" fmla="*/ 544 w 1329"/>
                  <a:gd name="T5" fmla="*/ 1370 h 2908"/>
                  <a:gd name="T6" fmla="*/ 0 w 1329"/>
                  <a:gd name="T7" fmla="*/ 1991 h 2908"/>
                  <a:gd name="T8" fmla="*/ 0 w 1329"/>
                  <a:gd name="T9" fmla="*/ 2908 h 2908"/>
                  <a:gd name="T10" fmla="*/ 1329 w 1329"/>
                  <a:gd name="T11" fmla="*/ 930 h 2908"/>
                  <a:gd name="T12" fmla="*/ 1329 w 1329"/>
                  <a:gd name="T13" fmla="*/ 40 h 2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29" h="2908">
                    <a:moveTo>
                      <a:pt x="1329" y="40"/>
                    </a:moveTo>
                    <a:cubicBezTo>
                      <a:pt x="302" y="1068"/>
                      <a:pt x="302" y="1068"/>
                      <a:pt x="302" y="1068"/>
                    </a:cubicBezTo>
                    <a:cubicBezTo>
                      <a:pt x="544" y="1370"/>
                      <a:pt x="544" y="1370"/>
                      <a:pt x="544" y="1370"/>
                    </a:cubicBezTo>
                    <a:cubicBezTo>
                      <a:pt x="0" y="1991"/>
                      <a:pt x="0" y="1991"/>
                      <a:pt x="0" y="1991"/>
                    </a:cubicBezTo>
                    <a:cubicBezTo>
                      <a:pt x="0" y="2908"/>
                      <a:pt x="0" y="2908"/>
                      <a:pt x="0" y="2908"/>
                    </a:cubicBezTo>
                    <a:cubicBezTo>
                      <a:pt x="540" y="2665"/>
                      <a:pt x="1329" y="2054"/>
                      <a:pt x="1329" y="930"/>
                    </a:cubicBezTo>
                    <a:cubicBezTo>
                      <a:pt x="1329" y="0"/>
                      <a:pt x="1329" y="41"/>
                      <a:pt x="1329" y="40"/>
                    </a:cubicBezTo>
                    <a:close/>
                  </a:path>
                </a:pathLst>
              </a:custGeom>
              <a:solidFill>
                <a:srgbClr val="0056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prstClr val="black"/>
                  </a:solidFill>
                  <a:latin typeface="Adobe Garamond Pro" panose="02020502060506020403" pitchFamily="18" charset="0"/>
                </a:endParaRPr>
              </a:p>
            </p:txBody>
          </p:sp>
          <p:sp>
            <p:nvSpPr>
              <p:cNvPr id="78" name="RED"/>
              <p:cNvSpPr>
                <a:spLocks/>
              </p:cNvSpPr>
              <p:nvPr/>
            </p:nvSpPr>
            <p:spPr bwMode="auto">
              <a:xfrm>
                <a:off x="3422" y="1369"/>
                <a:ext cx="797" cy="1744"/>
              </a:xfrm>
              <a:custGeom>
                <a:avLst/>
                <a:gdLst>
                  <a:gd name="T0" fmla="*/ 0 w 1329"/>
                  <a:gd name="T1" fmla="*/ 40 h 2908"/>
                  <a:gd name="T2" fmla="*/ 1027 w 1329"/>
                  <a:gd name="T3" fmla="*/ 1068 h 2908"/>
                  <a:gd name="T4" fmla="*/ 785 w 1329"/>
                  <a:gd name="T5" fmla="*/ 1370 h 2908"/>
                  <a:gd name="T6" fmla="*/ 1329 w 1329"/>
                  <a:gd name="T7" fmla="*/ 1991 h 2908"/>
                  <a:gd name="T8" fmla="*/ 1329 w 1329"/>
                  <a:gd name="T9" fmla="*/ 2908 h 2908"/>
                  <a:gd name="T10" fmla="*/ 0 w 1329"/>
                  <a:gd name="T11" fmla="*/ 930 h 2908"/>
                  <a:gd name="T12" fmla="*/ 0 w 1329"/>
                  <a:gd name="T13" fmla="*/ 40 h 2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29" h="2908">
                    <a:moveTo>
                      <a:pt x="0" y="40"/>
                    </a:moveTo>
                    <a:cubicBezTo>
                      <a:pt x="1027" y="1068"/>
                      <a:pt x="1027" y="1068"/>
                      <a:pt x="1027" y="1068"/>
                    </a:cubicBezTo>
                    <a:cubicBezTo>
                      <a:pt x="785" y="1370"/>
                      <a:pt x="785" y="1370"/>
                      <a:pt x="785" y="1370"/>
                    </a:cubicBezTo>
                    <a:cubicBezTo>
                      <a:pt x="1329" y="1991"/>
                      <a:pt x="1329" y="1991"/>
                      <a:pt x="1329" y="1991"/>
                    </a:cubicBezTo>
                    <a:cubicBezTo>
                      <a:pt x="1329" y="2908"/>
                      <a:pt x="1329" y="2908"/>
                      <a:pt x="1329" y="2908"/>
                    </a:cubicBezTo>
                    <a:cubicBezTo>
                      <a:pt x="789" y="2665"/>
                      <a:pt x="0" y="2054"/>
                      <a:pt x="0" y="930"/>
                    </a:cubicBezTo>
                    <a:cubicBezTo>
                      <a:pt x="0" y="0"/>
                      <a:pt x="0" y="41"/>
                      <a:pt x="0" y="40"/>
                    </a:cubicBezTo>
                    <a:close/>
                  </a:path>
                </a:pathLst>
              </a:custGeom>
              <a:solidFill>
                <a:srgbClr val="C320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prstClr val="black"/>
                  </a:solidFill>
                  <a:latin typeface="Adobe Garamond Pro" panose="02020502060506020403" pitchFamily="18" charset="0"/>
                </a:endParaRPr>
              </a:p>
            </p:txBody>
          </p:sp>
        </p:grpSp>
      </p:grpSp>
      <p:sp>
        <p:nvSpPr>
          <p:cNvPr id="5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26141" y="6737503"/>
            <a:ext cx="1091718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defRPr kumimoji="0" lang="en-US" sz="700" b="1" i="0" u="none" strike="noStrike" kern="6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C097D8A2-1060-445D-9A44-8315A403614E}" type="slidenum">
              <a:rPr lang="en-US" smtClean="0"/>
              <a:pPr algn="ctr"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AD2BF9-B75A-8F12-FA3B-A75430D9079D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399333" y="6285491"/>
            <a:ext cx="519378" cy="467962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8868DBB-2960-BB2D-9CFE-3F6B651C3E5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9" y="0"/>
            <a:ext cx="636931" cy="711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C9E3E0-43FF-5FC9-F604-06FD9AFF0018}"/>
              </a:ext>
            </a:extLst>
          </p:cNvPr>
          <p:cNvSpPr txBox="1"/>
          <p:nvPr userDrawn="1"/>
        </p:nvSpPr>
        <p:spPr>
          <a:xfrm>
            <a:off x="-14304" y="6530315"/>
            <a:ext cx="40209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>
                <a:solidFill>
                  <a:srgbClr val="C00000"/>
                </a:solidFill>
              </a:rPr>
              <a:t>Level Up “Until The Job Is Done” – Winning Matters!</a:t>
            </a:r>
          </a:p>
        </p:txBody>
      </p:sp>
    </p:spTree>
    <p:extLst>
      <p:ext uri="{BB962C8B-B14F-4D97-AF65-F5344CB8AC3E}">
        <p14:creationId xmlns:p14="http://schemas.microsoft.com/office/powerpoint/2010/main" val="2878418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692" r:id="rId2"/>
    <p:sldLayoutId id="2147483716" r:id="rId3"/>
    <p:sldLayoutId id="2147483718" r:id="rId4"/>
    <p:sldLayoutId id="2147483719" r:id="rId5"/>
    <p:sldLayoutId id="2147483721" r:id="rId6"/>
    <p:sldLayoutId id="2147483735" r:id="rId7"/>
  </p:sldLayoutIdLst>
  <p:transition spd="slow">
    <p:fade/>
  </p:transition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 dirty="0">
          <a:solidFill>
            <a:srgbClr val="7F7F73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Wingdings" panose="05000000000000000000" pitchFamily="2" charset="2"/>
        <a:buChar char="ü"/>
        <a:tabLst/>
        <a:defRPr lang="en-US" sz="2400" b="1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574675" indent="-228600" algn="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792">
          <p15:clr>
            <a:srgbClr val="F26B43"/>
          </p15:clr>
        </p15:guide>
        <p15:guide id="3" pos="5352">
          <p15:clr>
            <a:srgbClr val="F26B43"/>
          </p15:clr>
        </p15:guide>
        <p15:guide id="4" orient="horz" pos="1104">
          <p15:clr>
            <a:srgbClr val="F26B43"/>
          </p15:clr>
        </p15:guide>
        <p15:guide id="5" orient="horz" pos="2376">
          <p15:clr>
            <a:srgbClr val="F26B43"/>
          </p15:clr>
        </p15:guide>
        <p15:guide id="6" orient="horz" pos="3432">
          <p15:clr>
            <a:srgbClr val="F26B43"/>
          </p15:clr>
        </p15:guide>
        <p15:guide id="7" pos="5760">
          <p15:clr>
            <a:srgbClr val="F26B43"/>
          </p15:clr>
        </p15:guide>
        <p15:guide id="8" orient="horz">
          <p15:clr>
            <a:srgbClr val="F26B43"/>
          </p15:clr>
        </p15:guide>
        <p15:guide id="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invitations.afit.edu/inv/anim.cfm?i=1061328&amp;k=03614408785575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usg01.safelinks.protection.office365.us/?url=https%3A%2F%2Fnaver.me%2FxnhRHq5N&amp;data=05%7C02%7Csungkoo.jung.mil%40army.mil%7C9db9aa5a2a2a4640752208dd61ce6d8e%7Cfae6d70f954b481192b60530d6f84c43%7C0%7C0%7C638774261407482183%7CUnknown%7CTWFpbGZsb3d8eyJFbXB0eU1hcGkiOnRydWUsIlYiOiIwLjAuMDAwMCIsIlAiOiJXaW4zMiIsIkFOIjoiTWFpbCIsIldUIjoyfQ%3D%3D%7C0%7C%7C%7C&amp;sdata=O3%2FHQ9k5Tu8o3J5OOqV9yE28nfmxEa%2FrIVVTKef7koI%3D&amp;reserved=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60914" y="210311"/>
            <a:ext cx="7955280" cy="480131"/>
          </a:xfrm>
        </p:spPr>
        <p:txBody>
          <a:bodyPr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 906</a:t>
            </a:r>
            <a:r>
              <a:rPr lang="en-US" u="sng" baseline="30000" dirty="0">
                <a:solidFill>
                  <a:schemeClr val="tx1"/>
                </a:solidFill>
              </a:rPr>
              <a:t>th</a:t>
            </a:r>
            <a:r>
              <a:rPr lang="en-US" u="sng" dirty="0">
                <a:solidFill>
                  <a:schemeClr val="tx1"/>
                </a:solidFill>
              </a:rPr>
              <a:t> CBn Industry Day - Flyer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1" y="690442"/>
            <a:ext cx="9143999" cy="640762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0" dirty="0"/>
          </a:p>
          <a:p>
            <a:pPr marL="0" indent="0">
              <a:buNone/>
            </a:pPr>
            <a:endParaRPr lang="en-US" sz="1800" b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BF0C5A-F679-35EC-FC9E-2C53223EB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70" y="1039601"/>
            <a:ext cx="1240204" cy="6810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00BD6B-419B-041F-7918-F051D070B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676" y="1050993"/>
            <a:ext cx="1240204" cy="6810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BD5530BC-2C26-00ED-C95C-E50EE8AB4A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109" y="896093"/>
            <a:ext cx="968058" cy="9680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9452CDE-E02F-05F8-00C3-72D6C5897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666" y="1035057"/>
            <a:ext cx="1240204" cy="6810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007AF9B-786C-09D8-8CC5-BED3B3585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406" y="1004252"/>
            <a:ext cx="1240204" cy="6810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4CB254A-31BC-2587-BA80-55032EE061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222" y="896093"/>
            <a:ext cx="968058" cy="96805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D1C92CD-36E0-AE4D-CFEE-451B14A6B1F2}"/>
              </a:ext>
            </a:extLst>
          </p:cNvPr>
          <p:cNvSpPr/>
          <p:nvPr/>
        </p:nvSpPr>
        <p:spPr>
          <a:xfrm>
            <a:off x="139337" y="818606"/>
            <a:ext cx="4458939" cy="52686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873166-4555-0CB1-ADFC-18AEAA24E91E}"/>
              </a:ext>
            </a:extLst>
          </p:cNvPr>
          <p:cNvSpPr/>
          <p:nvPr/>
        </p:nvSpPr>
        <p:spPr>
          <a:xfrm>
            <a:off x="4628529" y="818606"/>
            <a:ext cx="4458939" cy="526868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D49ED18-AC42-D491-53AA-9F3786E9B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53" t="9915" r="-2097" b="1360"/>
          <a:stretch>
            <a:fillRect/>
          </a:stretch>
        </p:blipFill>
        <p:spPr bwMode="auto">
          <a:xfrm>
            <a:off x="1861700" y="5102789"/>
            <a:ext cx="1075101" cy="944935"/>
          </a:xfrm>
          <a:prstGeom prst="triangle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9CD661EB-5373-053C-B078-DA8EF2AE4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53" t="9915" r="-2097" b="1360"/>
          <a:stretch>
            <a:fillRect/>
          </a:stretch>
        </p:blipFill>
        <p:spPr bwMode="auto">
          <a:xfrm>
            <a:off x="6320639" y="5094459"/>
            <a:ext cx="1075101" cy="944935"/>
          </a:xfrm>
          <a:prstGeom prst="triangle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130DAD-C4C4-93F8-7A23-949F6AA1BB45}"/>
              </a:ext>
            </a:extLst>
          </p:cNvPr>
          <p:cNvSpPr txBox="1"/>
          <p:nvPr/>
        </p:nvSpPr>
        <p:spPr>
          <a:xfrm>
            <a:off x="326615" y="1964416"/>
            <a:ext cx="4145272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Regional Contracting Office- Daegu Industry Day</a:t>
            </a:r>
          </a:p>
          <a:p>
            <a:pPr algn="ctr"/>
            <a:r>
              <a:rPr lang="en-US" sz="1000" b="1" dirty="0"/>
              <a:t>906</a:t>
            </a:r>
            <a:r>
              <a:rPr lang="en-US" sz="1000" b="1" baseline="30000" dirty="0"/>
              <a:t>th</a:t>
            </a:r>
            <a:r>
              <a:rPr lang="en-US" sz="1000" b="1" dirty="0"/>
              <a:t> Contracting Battalion</a:t>
            </a:r>
          </a:p>
          <a:p>
            <a:endParaRPr lang="en-US" sz="1000" b="1" dirty="0"/>
          </a:p>
          <a:p>
            <a:r>
              <a:rPr lang="en-US" sz="800" b="1" dirty="0"/>
              <a:t>Come join 906</a:t>
            </a:r>
            <a:r>
              <a:rPr lang="en-US" sz="800" b="1" baseline="30000" dirty="0"/>
              <a:t>th</a:t>
            </a:r>
            <a:r>
              <a:rPr lang="en-US" sz="800" b="1" dirty="0"/>
              <a:t> Contracting Battalion (CBn) to gain valuable knowledge on how to conduct business with the United States Government. </a:t>
            </a:r>
          </a:p>
          <a:p>
            <a:endParaRPr lang="en-US" sz="800" b="1" dirty="0"/>
          </a:p>
          <a:p>
            <a:r>
              <a:rPr lang="en-US" sz="800" b="1" dirty="0"/>
              <a:t>When</a:t>
            </a:r>
            <a:r>
              <a:rPr lang="en-US" sz="800" dirty="0"/>
              <a:t>: 1000-1200 15</a:t>
            </a:r>
            <a:r>
              <a:rPr lang="en-US" sz="800" baseline="30000" dirty="0"/>
              <a:t>th</a:t>
            </a:r>
            <a:r>
              <a:rPr lang="en-US" sz="800" dirty="0"/>
              <a:t> April 2025</a:t>
            </a:r>
          </a:p>
          <a:p>
            <a:endParaRPr lang="en-US" sz="800" dirty="0"/>
          </a:p>
          <a:p>
            <a:r>
              <a:rPr lang="en-US" sz="800" b="1" dirty="0"/>
              <a:t>Where</a:t>
            </a:r>
            <a:r>
              <a:rPr lang="en-US" sz="800" dirty="0"/>
              <a:t>: Busan Industry-Academia Convergence Institute, </a:t>
            </a:r>
          </a:p>
          <a:p>
            <a:r>
              <a:rPr lang="en-US" sz="800" dirty="0"/>
              <a:t>BLDG 100</a:t>
            </a:r>
          </a:p>
          <a:p>
            <a:endParaRPr lang="en-US" sz="800" dirty="0"/>
          </a:p>
          <a:p>
            <a:r>
              <a:rPr lang="en-US" sz="800" b="1" dirty="0"/>
              <a:t>Address</a:t>
            </a:r>
            <a:r>
              <a:rPr lang="en-US" sz="800" dirty="0"/>
              <a:t>: Room 100, Lecture Hall, 77 Mieumsandan 5-Ro, </a:t>
            </a:r>
          </a:p>
          <a:p>
            <a:r>
              <a:rPr lang="en-US" sz="800" dirty="0"/>
              <a:t>41 Beon-Gil, Gangseo-Gu, Busan City</a:t>
            </a:r>
          </a:p>
          <a:p>
            <a:r>
              <a:rPr lang="en-US" altLang="ko-KR" sz="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  <a:hlinkClick r:id="rId7"/>
              </a:rPr>
              <a:t>CLICK HERE FOR THE LOCATION: </a:t>
            </a:r>
            <a:r>
              <a:rPr lang="ko-KR" sz="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  <a:hlinkClick r:id="rId7"/>
              </a:rPr>
              <a:t>산학 융합원 강당 위치</a:t>
            </a:r>
            <a:r>
              <a:rPr lang="en-US" altLang="ko-KR" sz="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 </a:t>
            </a:r>
            <a:endParaRPr lang="en-US" altLang="ko-KR" sz="5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b="1" dirty="0"/>
              <a:t>R.S.V.P: </a:t>
            </a:r>
            <a:r>
              <a:rPr lang="en-US" sz="9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  <a:hlinkClick r:id="rId8"/>
              </a:rPr>
              <a:t>https://einvitations.afit.edu/inv/anim.cfm?i=1061328&amp;k=03614408785575</a:t>
            </a:r>
            <a:endParaRPr lang="en-US" sz="800" dirty="0"/>
          </a:p>
          <a:p>
            <a:endParaRPr lang="en-US" sz="800" b="1" u="sng" dirty="0"/>
          </a:p>
          <a:p>
            <a:pPr algn="ctr"/>
            <a:r>
              <a:rPr lang="en-US" sz="800" b="1" u="sng" dirty="0"/>
              <a:t>Topics of Discussion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Gain a basic understanding of the 906</a:t>
            </a:r>
            <a:r>
              <a:rPr lang="en-US" sz="800" baseline="30000" dirty="0"/>
              <a:t>th</a:t>
            </a:r>
            <a:r>
              <a:rPr lang="en-US" sz="800" dirty="0"/>
              <a:t> CBn (Daegu Team) Mission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Understand common USFK Contract Requirement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Assist in System Award Management (SAM.gov) registration for new vendors</a:t>
            </a:r>
          </a:p>
          <a:p>
            <a:endParaRPr lang="en-US" sz="800" b="1" dirty="0"/>
          </a:p>
          <a:p>
            <a:endParaRPr lang="en-US" sz="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F06C10-CA7E-6F23-8716-2055ED634824}"/>
              </a:ext>
            </a:extLst>
          </p:cNvPr>
          <p:cNvSpPr txBox="1"/>
          <p:nvPr/>
        </p:nvSpPr>
        <p:spPr>
          <a:xfrm>
            <a:off x="4859391" y="1992315"/>
            <a:ext cx="4145272" cy="3235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atin typeface="times" panose="02020603050405020304" pitchFamily="18" charset="0"/>
                <a:cs typeface="times" panose="02020603050405020304" pitchFamily="18" charset="0"/>
              </a:rPr>
              <a:t>주한 미군 </a:t>
            </a:r>
            <a:r>
              <a:rPr lang="en-US" altLang="ko-KR" sz="1000" b="1" dirty="0">
                <a:latin typeface="times" panose="02020603050405020304" pitchFamily="18" charset="0"/>
                <a:cs typeface="times" panose="02020603050405020304" pitchFamily="18" charset="0"/>
              </a:rPr>
              <a:t>906 </a:t>
            </a:r>
            <a:r>
              <a:rPr lang="ko-KR" altLang="en-US" sz="1000" b="1" dirty="0">
                <a:latin typeface="times" panose="02020603050405020304" pitchFamily="18" charset="0"/>
                <a:cs typeface="times" panose="02020603050405020304" pitchFamily="18" charset="0"/>
              </a:rPr>
              <a:t>계약 대대</a:t>
            </a:r>
            <a:r>
              <a:rPr lang="en-US" altLang="ko-KR" sz="1000" b="1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ko-KR" altLang="en-US" sz="1000" b="1" dirty="0">
                <a:latin typeface="times" panose="02020603050405020304" pitchFamily="18" charset="0"/>
                <a:cs typeface="times" panose="02020603050405020304" pitchFamily="18" charset="0"/>
              </a:rPr>
              <a:t>대구 계약팀</a:t>
            </a:r>
            <a:r>
              <a:rPr lang="en-US" altLang="ko-KR" sz="1000" b="1" dirty="0">
                <a:latin typeface="times" panose="02020603050405020304" pitchFamily="18" charset="0"/>
                <a:cs typeface="times" panose="02020603050405020304" pitchFamily="18" charset="0"/>
              </a:rPr>
              <a:t>,</a:t>
            </a:r>
          </a:p>
          <a:p>
            <a:pPr algn="ctr"/>
            <a:r>
              <a:rPr lang="ko-KR" altLang="en-US" sz="1000" b="1" dirty="0">
                <a:latin typeface="times" panose="02020603050405020304" pitchFamily="18" charset="0"/>
                <a:cs typeface="times" panose="02020603050405020304" pitchFamily="18" charset="0"/>
              </a:rPr>
              <a:t>계약과정 설명회</a:t>
            </a:r>
            <a:endParaRPr lang="en-US" sz="10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10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ko-KR" altLang="en-US" sz="800" b="1" dirty="0">
                <a:latin typeface="times" panose="02020603050405020304" pitchFamily="18" charset="0"/>
                <a:cs typeface="times" panose="02020603050405020304" pitchFamily="18" charset="0"/>
              </a:rPr>
              <a:t>주한  미군 </a:t>
            </a:r>
            <a:r>
              <a:rPr lang="en-US" altLang="ko-KR" sz="800" b="1" dirty="0">
                <a:latin typeface="times" panose="02020603050405020304" pitchFamily="18" charset="0"/>
                <a:cs typeface="times" panose="02020603050405020304" pitchFamily="18" charset="0"/>
              </a:rPr>
              <a:t>906 </a:t>
            </a:r>
            <a:r>
              <a:rPr lang="ko-KR" altLang="en-US" sz="800" b="1" dirty="0">
                <a:latin typeface="times" panose="02020603050405020304" pitchFamily="18" charset="0"/>
                <a:cs typeface="times" panose="02020603050405020304" pitchFamily="18" charset="0"/>
              </a:rPr>
              <a:t>계약 대대 에서 진행 하는 미국 정부 와의 계약 설명회에 참여함으로써</a:t>
            </a:r>
            <a:r>
              <a:rPr lang="en-US" altLang="ko-KR" sz="800" b="1" dirty="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ko-KR" altLang="en-US" sz="800" b="1" dirty="0">
                <a:latin typeface="times" panose="02020603050405020304" pitchFamily="18" charset="0"/>
                <a:cs typeface="times" panose="02020603050405020304" pitchFamily="18" charset="0"/>
              </a:rPr>
              <a:t>계약 절차에 관한 전반적인 정보를 얻으실수 있는 좋은 기회 입니다</a:t>
            </a:r>
            <a:r>
              <a:rPr lang="en-US" altLang="ko-KR" sz="800" b="1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endParaRPr lang="en-US" sz="800" b="1" dirty="0"/>
          </a:p>
          <a:p>
            <a:r>
              <a:rPr lang="ko-KR" altLang="en-US" sz="800" b="1" dirty="0"/>
              <a:t>일시</a:t>
            </a:r>
            <a:r>
              <a:rPr lang="en-US" sz="800" dirty="0"/>
              <a:t>: 2025 </a:t>
            </a:r>
            <a:r>
              <a:rPr lang="ko-KR" altLang="en-US" sz="800" dirty="0"/>
              <a:t>년 </a:t>
            </a:r>
            <a:r>
              <a:rPr lang="en-US" altLang="ko-KR" sz="800" dirty="0"/>
              <a:t>4 </a:t>
            </a:r>
            <a:r>
              <a:rPr lang="ko-KR" altLang="en-US" sz="800" dirty="0"/>
              <a:t>월 </a:t>
            </a:r>
            <a:r>
              <a:rPr lang="en-US" altLang="ko-KR" sz="800" dirty="0"/>
              <a:t>15</a:t>
            </a:r>
            <a:r>
              <a:rPr lang="ko-KR" altLang="en-US" sz="800" dirty="0"/>
              <a:t>일 오전 </a:t>
            </a:r>
            <a:r>
              <a:rPr lang="en-US" altLang="ko-KR" sz="800" dirty="0"/>
              <a:t>10</a:t>
            </a:r>
            <a:r>
              <a:rPr lang="ko-KR" altLang="en-US" sz="800" dirty="0"/>
              <a:t>시 에서 </a:t>
            </a:r>
            <a:r>
              <a:rPr lang="en-US" altLang="ko-KR" sz="800" dirty="0"/>
              <a:t>12</a:t>
            </a:r>
            <a:r>
              <a:rPr lang="ko-KR" altLang="en-US" sz="800" dirty="0"/>
              <a:t>시 까지</a:t>
            </a:r>
            <a:endParaRPr lang="en-US" sz="800" dirty="0"/>
          </a:p>
          <a:p>
            <a:endParaRPr lang="en-US" sz="800" dirty="0"/>
          </a:p>
          <a:p>
            <a:r>
              <a:rPr lang="ko-KR" altLang="en-US" sz="800" b="1" dirty="0"/>
              <a:t>장소</a:t>
            </a:r>
            <a:r>
              <a:rPr lang="en-US" sz="800" dirty="0"/>
              <a:t>: </a:t>
            </a:r>
            <a:r>
              <a:rPr lang="ko-KR" altLang="en-US" sz="800" dirty="0"/>
              <a:t>부산 산학 융합원 강당 </a:t>
            </a:r>
            <a:r>
              <a:rPr lang="en-US" altLang="ko-KR" sz="800" dirty="0"/>
              <a:t>(</a:t>
            </a:r>
            <a:r>
              <a:rPr lang="ko-KR" altLang="en-US" sz="800" dirty="0"/>
              <a:t>빌딩 </a:t>
            </a:r>
            <a:r>
              <a:rPr lang="en-US" altLang="ko-KR" sz="800" dirty="0"/>
              <a:t>100)</a:t>
            </a:r>
          </a:p>
          <a:p>
            <a:endParaRPr lang="en-US" sz="800" dirty="0"/>
          </a:p>
          <a:p>
            <a:r>
              <a:rPr lang="ko-KR" altLang="en-US" sz="800" b="1" dirty="0"/>
              <a:t>주소</a:t>
            </a:r>
            <a:r>
              <a:rPr lang="en-US" sz="800" dirty="0"/>
              <a:t>: </a:t>
            </a:r>
            <a:r>
              <a:rPr lang="ko-KR" altLang="en-US" sz="800" dirty="0"/>
              <a:t>부산 강서구 마음산단 </a:t>
            </a:r>
            <a:r>
              <a:rPr lang="en-US" altLang="ko-KR" sz="800" dirty="0"/>
              <a:t>5</a:t>
            </a:r>
            <a:r>
              <a:rPr lang="ko-KR" altLang="en-US" sz="800" dirty="0"/>
              <a:t>로 </a:t>
            </a:r>
            <a:r>
              <a:rPr lang="en-US" altLang="ko-KR" sz="800" dirty="0"/>
              <a:t>41</a:t>
            </a:r>
            <a:r>
              <a:rPr lang="ko-KR" altLang="en-US" sz="800" dirty="0"/>
              <a:t>번길 </a:t>
            </a:r>
            <a:r>
              <a:rPr lang="en-US" altLang="ko-KR" sz="800" dirty="0"/>
              <a:t>77 </a:t>
            </a:r>
            <a:r>
              <a:rPr lang="ko-KR" altLang="en-US" sz="800" dirty="0"/>
              <a:t>캠퍼스관 </a:t>
            </a:r>
            <a:r>
              <a:rPr lang="en-US" altLang="ko-KR" sz="800" dirty="0"/>
              <a:t>100 </a:t>
            </a:r>
            <a:r>
              <a:rPr lang="ko-KR" altLang="en-US" sz="800" dirty="0"/>
              <a:t>호 강의실</a:t>
            </a:r>
            <a:endParaRPr lang="en-US" altLang="ko-KR" sz="800" dirty="0"/>
          </a:p>
          <a:p>
            <a:endParaRPr lang="en-US" altLang="ko-KR" sz="1050" u="sng" kern="100" dirty="0">
              <a:solidFill>
                <a:srgbClr val="467886"/>
              </a:solidFill>
              <a:effectLst/>
              <a:latin typeface="Aptos" panose="020B0004020202020204" pitchFamily="34" charset="0"/>
              <a:ea typeface="Malgun Gothic" panose="020B0503020000020004" pitchFamily="34" charset="-127"/>
              <a:cs typeface="Times New Roman" panose="02020603050405020304" pitchFamily="18" charset="0"/>
              <a:hlinkClick r:id="rId7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ko-KR" altLang="en-US" sz="105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  <a:hlinkClick r:id="rId7"/>
              </a:rPr>
              <a:t>네비케이션</a:t>
            </a:r>
            <a:r>
              <a:rPr lang="en-US" altLang="ko-KR" sz="105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  <a:hlinkClick r:id="rId7"/>
              </a:rPr>
              <a:t>: </a:t>
            </a:r>
            <a:r>
              <a:rPr lang="ko-KR" sz="105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  <a:hlinkClick r:id="rId7"/>
              </a:rPr>
              <a:t>산학 융합원 강당 위치</a:t>
            </a:r>
            <a:r>
              <a:rPr lang="en-US" altLang="ko-KR" sz="105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 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ko-KR" altLang="en-US" sz="900" b="1" dirty="0"/>
              <a:t>신청 링크</a:t>
            </a:r>
            <a:r>
              <a:rPr lang="en-US" altLang="ko-KR" sz="900" b="1" dirty="0"/>
              <a:t>:</a:t>
            </a:r>
            <a:endParaRPr lang="en-US" sz="900" b="1" dirty="0"/>
          </a:p>
          <a:p>
            <a:r>
              <a:rPr lang="en-US" sz="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  <a:hlinkClick r:id="rId8"/>
              </a:rPr>
              <a:t>https://einvitations.afit.edu/inv/anim.cfm?i=1061328&amp;k=03614408785575</a:t>
            </a:r>
            <a:endParaRPr lang="en-US" sz="700" dirty="0"/>
          </a:p>
          <a:p>
            <a:endParaRPr lang="en-US" sz="800" b="1" u="sng" dirty="0"/>
          </a:p>
          <a:p>
            <a:pPr algn="ctr"/>
            <a:r>
              <a:rPr lang="en-US" sz="800" b="1" u="sng" dirty="0"/>
              <a:t>Topics of Discussion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/>
              <a:t>주한  미군 </a:t>
            </a:r>
            <a:r>
              <a:rPr lang="en-US" altLang="ko-KR" sz="800" dirty="0"/>
              <a:t>906 </a:t>
            </a:r>
            <a:r>
              <a:rPr lang="ko-KR" altLang="en-US" sz="800" dirty="0"/>
              <a:t>계약 대대 미션에 관한 기본적인 이해</a:t>
            </a:r>
            <a:endParaRPr lang="en-US" altLang="ko-KR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/>
              <a:t>일반적인 주한 미군 계약 요건</a:t>
            </a:r>
            <a:endParaRPr lang="en-US" altLang="ko-KR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/>
              <a:t>신규 업체를 위한 미국 계약 시스템 </a:t>
            </a:r>
            <a:r>
              <a:rPr lang="en-US" altLang="ko-KR" sz="800" dirty="0"/>
              <a:t>(sam.gov)  </a:t>
            </a:r>
            <a:r>
              <a:rPr lang="ko-KR" altLang="en-US" sz="800" dirty="0"/>
              <a:t>등록 방법</a:t>
            </a:r>
            <a:endParaRPr lang="en-US" sz="800" b="1" dirty="0"/>
          </a:p>
          <a:p>
            <a:endParaRPr lang="en-US" sz="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E489EB-AB89-B951-0DDE-AA2A175D3E1D}"/>
              </a:ext>
            </a:extLst>
          </p:cNvPr>
          <p:cNvSpPr txBox="1"/>
          <p:nvPr/>
        </p:nvSpPr>
        <p:spPr>
          <a:xfrm>
            <a:off x="113374" y="5551875"/>
            <a:ext cx="1398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/>
              <a:t>POC: </a:t>
            </a:r>
          </a:p>
          <a:p>
            <a:r>
              <a:rPr lang="en-US" sz="700" b="1"/>
              <a:t>MSG </a:t>
            </a:r>
            <a:r>
              <a:rPr lang="en-US" sz="700" b="1" dirty="0"/>
              <a:t>Jung, Sungkoo</a:t>
            </a:r>
          </a:p>
          <a:p>
            <a:r>
              <a:rPr lang="en-US" sz="700" b="1" dirty="0"/>
              <a:t>010-9729-5546</a:t>
            </a:r>
          </a:p>
          <a:p>
            <a:r>
              <a:rPr lang="en-US" sz="700" b="1" dirty="0"/>
              <a:t>Sungkoo.jung.mil@army.mil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90AF01-91FA-54EA-3655-ACC5C18BFDCD}"/>
              </a:ext>
            </a:extLst>
          </p:cNvPr>
          <p:cNvSpPr txBox="1"/>
          <p:nvPr/>
        </p:nvSpPr>
        <p:spPr>
          <a:xfrm>
            <a:off x="4638554" y="5551875"/>
            <a:ext cx="1398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 dirty="0"/>
              <a:t>담당자</a:t>
            </a:r>
            <a:r>
              <a:rPr lang="en-US" sz="700" b="1" dirty="0"/>
              <a:t>: </a:t>
            </a:r>
          </a:p>
          <a:p>
            <a:r>
              <a:rPr lang="ko-KR" altLang="en-US" sz="700" b="1" dirty="0"/>
              <a:t>상사</a:t>
            </a:r>
            <a:r>
              <a:rPr lang="en-US" altLang="ko-KR" sz="700" b="1" dirty="0"/>
              <a:t>/</a:t>
            </a:r>
            <a:r>
              <a:rPr lang="ko-KR" altLang="en-US" sz="700" b="1" dirty="0"/>
              <a:t>계약관 정성구</a:t>
            </a:r>
            <a:endParaRPr lang="en-US" altLang="ko-KR" sz="700" b="1" dirty="0"/>
          </a:p>
          <a:p>
            <a:r>
              <a:rPr lang="en-US" sz="700" b="1" dirty="0"/>
              <a:t>010-9729-5546</a:t>
            </a:r>
          </a:p>
          <a:p>
            <a:r>
              <a:rPr lang="en-US" sz="700" b="1" dirty="0"/>
              <a:t>Sungkoo.jung.mil@army.mil</a:t>
            </a:r>
          </a:p>
        </p:txBody>
      </p:sp>
    </p:spTree>
    <p:extLst>
      <p:ext uri="{BB962C8B-B14F-4D97-AF65-F5344CB8AC3E}">
        <p14:creationId xmlns:p14="http://schemas.microsoft.com/office/powerpoint/2010/main" val="2512551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037FD-575E-D887-52D0-0C5D54C35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DC1665-DB2B-99CD-53EA-E2197E530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14" y="210311"/>
            <a:ext cx="7955280" cy="480131"/>
          </a:xfrm>
        </p:spPr>
        <p:txBody>
          <a:bodyPr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 906</a:t>
            </a:r>
            <a:r>
              <a:rPr lang="en-US" u="sng" baseline="30000" dirty="0">
                <a:solidFill>
                  <a:schemeClr val="tx1"/>
                </a:solidFill>
              </a:rPr>
              <a:t>th</a:t>
            </a:r>
            <a:r>
              <a:rPr lang="en-US" u="sng" dirty="0">
                <a:solidFill>
                  <a:schemeClr val="tx1"/>
                </a:solidFill>
              </a:rPr>
              <a:t> CBn Industry Day - Flyer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AF7AC99-4AD2-DF3A-2431-18FEEBDB7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690442"/>
            <a:ext cx="9143999" cy="640762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0" dirty="0"/>
          </a:p>
          <a:p>
            <a:pPr marL="0" indent="0">
              <a:buNone/>
            </a:pPr>
            <a:endParaRPr lang="en-US" sz="1800" b="0" dirty="0"/>
          </a:p>
        </p:txBody>
      </p: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4E7C8C89-2CC1-74AB-9BDF-EACC7E37E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543" y="686544"/>
            <a:ext cx="968058" cy="9680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E9667E4-C99A-FCD5-08D4-4406A4F46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799" y="690442"/>
            <a:ext cx="1240204" cy="6810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C99CE36-4908-5BAF-2DC2-284BCFB11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5167" y="685901"/>
            <a:ext cx="1240204" cy="6810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64A02543-F634-2882-90EF-F530E8CE1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53" t="9915" r="-2097" b="1360"/>
          <a:stretch>
            <a:fillRect/>
          </a:stretch>
        </p:blipFill>
        <p:spPr bwMode="auto">
          <a:xfrm>
            <a:off x="4247999" y="5707655"/>
            <a:ext cx="1075101" cy="944935"/>
          </a:xfrm>
          <a:prstGeom prst="triangle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5D9CCF-6AFB-F0A0-A5DE-74B32A0334D5}"/>
              </a:ext>
            </a:extLst>
          </p:cNvPr>
          <p:cNvSpPr txBox="1"/>
          <p:nvPr/>
        </p:nvSpPr>
        <p:spPr>
          <a:xfrm>
            <a:off x="1724486" y="1803691"/>
            <a:ext cx="612212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en-US" sz="2000" b="1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FOCUSED INDUSTRY</a:t>
            </a:r>
          </a:p>
          <a:p>
            <a:pPr marL="0" marR="0"/>
            <a:endParaRPr lang="en-US" sz="1400" dirty="0">
              <a:effectLst/>
              <a:latin typeface="Aptos" panose="020B0004020202020204" pitchFamily="34" charset="0"/>
              <a:ea typeface="Gulim" panose="020B0600000101010101" pitchFamily="34" charset="-127"/>
              <a:cs typeface="Arial" panose="020B0604020202020204" pitchFamily="34" charset="0"/>
            </a:endParaRPr>
          </a:p>
          <a:p>
            <a:pPr marL="0" marR="0"/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Food &amp; Catering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음식</a:t>
            </a:r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/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케이더링</a:t>
            </a:r>
            <a:endParaRPr lang="en-US" sz="1400" dirty="0">
              <a:effectLst/>
              <a:latin typeface="Aptos" panose="020B000402020202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 marL="0" marR="0"/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Tents 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텐트</a:t>
            </a:r>
            <a:endParaRPr lang="en-US" sz="1400" dirty="0">
              <a:effectLst/>
              <a:latin typeface="Aptos" panose="020B000402020202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 marL="0" marR="0"/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Generators 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발전기</a:t>
            </a:r>
            <a:endParaRPr lang="en-US" sz="1400" dirty="0">
              <a:effectLst/>
              <a:latin typeface="Aptos" panose="020B000402020202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 marL="0" marR="0"/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Showers/latrines/hand washing station </a:t>
            </a:r>
            <a:r>
              <a:rPr lang="ko-KR" sz="1400" dirty="0">
                <a:effectLst/>
                <a:latin typeface="Aptos" panose="020B00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샤워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ko-KR" sz="1400" dirty="0">
                <a:effectLst/>
                <a:latin typeface="Aptos" panose="020B00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시설</a:t>
            </a:r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/</a:t>
            </a:r>
            <a:r>
              <a:rPr lang="ko-KR" sz="1400" dirty="0">
                <a:effectLst/>
                <a:latin typeface="Aptos" panose="020B00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화장실</a:t>
            </a:r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/</a:t>
            </a:r>
            <a:r>
              <a:rPr lang="ko-KR" sz="1400" dirty="0">
                <a:effectLst/>
                <a:latin typeface="Aptos" panose="020B00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손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ko-KR" sz="1400" dirty="0">
                <a:effectLst/>
                <a:latin typeface="Aptos" panose="020B00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씻기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ko-KR" sz="1400" dirty="0">
                <a:effectLst/>
                <a:latin typeface="Aptos" panose="020B00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스테이션</a:t>
            </a:r>
            <a:endParaRPr lang="en-US" sz="1400" dirty="0">
              <a:effectLst/>
              <a:latin typeface="Aptos" panose="020B000402020202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 marL="0" marR="0"/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Grey-Black Water Removal 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폐수처리</a:t>
            </a:r>
            <a:endParaRPr lang="en-US" sz="1400" dirty="0">
              <a:effectLst/>
              <a:latin typeface="Aptos" panose="020B000402020202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 marL="0" marR="0"/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Laundering service 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세탁</a:t>
            </a:r>
            <a:endParaRPr lang="en-US" sz="1400" dirty="0">
              <a:effectLst/>
              <a:latin typeface="Aptos" panose="020B000402020202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 marL="0" marR="0"/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Cold storage 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냉장시설</a:t>
            </a:r>
            <a:endParaRPr lang="en-US" sz="1400" dirty="0">
              <a:effectLst/>
              <a:latin typeface="Aptos" panose="020B000402020202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 marL="0" marR="0"/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General contractors 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일반 건축</a:t>
            </a:r>
            <a:endParaRPr lang="en-US" sz="1400" dirty="0">
              <a:effectLst/>
              <a:latin typeface="Aptos" panose="020B000402020202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 marL="0" marR="0"/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Trucking (freight) 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화물 운송</a:t>
            </a:r>
            <a:endParaRPr lang="en-US" sz="1400" dirty="0">
              <a:effectLst/>
              <a:latin typeface="Aptos" panose="020B000402020202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 marL="0" marR="0"/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Non-Tactical Vehicle 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비전술 차량 승용차</a:t>
            </a:r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,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밴</a:t>
            </a:r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, SUV</a:t>
            </a:r>
            <a:endParaRPr lang="en-US" sz="1400" dirty="0">
              <a:effectLst/>
              <a:latin typeface="Aptos" panose="020B000402020202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 marL="0" marR="0"/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Asphalt &amp; concrete contractors 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아스팔트</a:t>
            </a:r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, 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콘크리트 공사</a:t>
            </a:r>
            <a:endParaRPr lang="en-US" sz="1400" dirty="0">
              <a:effectLst/>
              <a:latin typeface="Aptos" panose="020B000402020202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 marL="0" marR="0"/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General construction material 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건축 자재</a:t>
            </a:r>
            <a:endParaRPr lang="en-US" sz="1400" dirty="0">
              <a:effectLst/>
              <a:latin typeface="Aptos" panose="020B000402020202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 marL="0" marR="0"/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Heavy equipment 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중장비 </a:t>
            </a:r>
            <a:endParaRPr lang="en-US" sz="1400" dirty="0">
              <a:effectLst/>
              <a:latin typeface="Aptos" panose="020B000402020202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 marL="0" marR="0"/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Potable water 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마시는 물</a:t>
            </a:r>
            <a:endParaRPr lang="en-US" sz="1400" dirty="0">
              <a:effectLst/>
              <a:latin typeface="Aptos" panose="020B000402020202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  <a:p>
            <a:pPr marL="0" marR="0"/>
            <a:r>
              <a:rPr lang="en-US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Cell Phone </a:t>
            </a:r>
            <a:r>
              <a:rPr lang="ko-KR" sz="1400" dirty="0">
                <a:effectLst/>
                <a:latin typeface="Aptos" panose="020B00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휴대전화</a:t>
            </a:r>
            <a:r>
              <a:rPr lang="ko-KR" sz="1400" dirty="0">
                <a:effectLst/>
                <a:latin typeface="Aptos" panose="020B0004020202020204" pitchFamily="34" charset="0"/>
                <a:ea typeface="Gulim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ko-KR" sz="1400" dirty="0">
                <a:effectLst/>
                <a:latin typeface="Aptos" panose="020B00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서비스</a:t>
            </a:r>
            <a:endParaRPr lang="en-US" sz="1400" dirty="0">
              <a:effectLst/>
              <a:latin typeface="Aptos" panose="020B0004020202020204" pitchFamily="34" charset="0"/>
              <a:ea typeface="Gulim" panose="020B0600000101010101" pitchFamily="34" charset="-127"/>
              <a:cs typeface="Guli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4752889"/>
      </p:ext>
    </p:extLst>
  </p:cSld>
  <p:clrMapOvr>
    <a:masterClrMapping/>
  </p:clrMapOvr>
</p:sld>
</file>

<file path=ppt/theme/theme1.xml><?xml version="1.0" encoding="utf-8"?>
<a:theme xmlns:a="http://schemas.openxmlformats.org/drawingml/2006/main" name="1_AMC MSC Theme">
  <a:themeElements>
    <a:clrScheme name="AMC Branding">
      <a:dk1>
        <a:sysClr val="windowText" lastClr="000000"/>
      </a:dk1>
      <a:lt1>
        <a:sysClr val="window" lastClr="FFFFFF"/>
      </a:lt1>
      <a:dk2>
        <a:srgbClr val="525349"/>
      </a:dk2>
      <a:lt2>
        <a:srgbClr val="7F7F73"/>
      </a:lt2>
      <a:accent1>
        <a:srgbClr val="B8B09C"/>
      </a:accent1>
      <a:accent2>
        <a:srgbClr val="DE1F27"/>
      </a:accent2>
      <a:accent3>
        <a:srgbClr val="214292"/>
      </a:accent3>
      <a:accent4>
        <a:srgbClr val="FFC425"/>
      </a:accent4>
      <a:accent5>
        <a:srgbClr val="F26522"/>
      </a:accent5>
      <a:accent6>
        <a:srgbClr val="70AD47"/>
      </a:accent6>
      <a:hlink>
        <a:srgbClr val="0563C1"/>
      </a:hlink>
      <a:folHlink>
        <a:srgbClr val="7F3F9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ns:customPropertyEditors xmlns:tns="http://schemas.microsoft.com/office/2006/customDocumentInformationPanel">
  <tns:showOnOpen>false</tns:showOnOpen>
  <tns:defaultPropertyEditorNamespace>Standard properties</tns:defaultPropertyEditorNamespace>
</tns:customPropertyEdito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95ABF7FC01D143BB8789EAF9232FEB" ma:contentTypeVersion="" ma:contentTypeDescription="Create a new document." ma:contentTypeScope="" ma:versionID="57008f83418869f7b493dbbda2095da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2384c6cc0088fcedbaf6edaf557def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9B490E-0250-4FC5-A478-10AD24AAD525}">
  <ds:schemaRefs>
    <ds:schemaRef ds:uri="http://schemas.microsoft.com/office/2006/customDocumentInformationPanel"/>
  </ds:schemaRefs>
</ds:datastoreItem>
</file>

<file path=customXml/itemProps2.xml><?xml version="1.0" encoding="utf-8"?>
<ds:datastoreItem xmlns:ds="http://schemas.openxmlformats.org/officeDocument/2006/customXml" ds:itemID="{EE87DDFF-D288-43B3-9099-279B39DE6806}">
  <ds:schemaRefs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C6486FF-65CB-499E-AA83-1D0A1646FE5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0BCD1C9-069A-4C2C-BE86-2FBEADB876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fae6d70f-954b-4811-92b6-0530d6f84c43}" enabled="0" method="" siteId="{fae6d70f-954b-4811-92b6-0530d6f84c4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5509</TotalTime>
  <Words>404</Words>
  <Application>Microsoft Office PowerPoint</Application>
  <PresentationFormat>On-screen Show (4:3)</PresentationFormat>
  <Paragraphs>72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Adobe Garamond Pro</vt:lpstr>
      <vt:lpstr>Aptos</vt:lpstr>
      <vt:lpstr>Arial</vt:lpstr>
      <vt:lpstr>Calibri</vt:lpstr>
      <vt:lpstr>times</vt:lpstr>
      <vt:lpstr>Wingdings</vt:lpstr>
      <vt:lpstr>1_AMC MSC Theme</vt:lpstr>
      <vt:lpstr> 906th CBn Industry Day - Flyer</vt:lpstr>
      <vt:lpstr> 906th CBn Industry Day - Flyer</vt:lpstr>
    </vt:vector>
  </TitlesOfParts>
  <Company>United States Army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AMC PowerPoint Presentation Template</dc:title>
  <dc:subject>Presentation</dc:subject>
  <dc:creator>LTC Liliu Moody</dc:creator>
  <cp:keywords>AMC  &amp; MSC PowerPoint Presentation Template</cp:keywords>
  <cp:lastModifiedBy>Jung, Sungkoo  (SK) MSG USARMY 411 CSB (USA)</cp:lastModifiedBy>
  <cp:revision>218</cp:revision>
  <cp:lastPrinted>2024-06-12T05:09:55Z</cp:lastPrinted>
  <dcterms:created xsi:type="dcterms:W3CDTF">2017-05-18T14:22:46Z</dcterms:created>
  <dcterms:modified xsi:type="dcterms:W3CDTF">2025-03-19T02:17:32Z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0x010100F295ABF7FC01D143BB8789EAF9232FEB</vt:lpwstr>
  </property>
</Properties>
</file>