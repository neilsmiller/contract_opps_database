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6"/>
  </p:notesMasterIdLst>
  <p:handoutMasterIdLst>
    <p:handoutMasterId r:id="rId7"/>
  </p:handoutMasterIdLst>
  <p:sldIdLst>
    <p:sldId id="266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C1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66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74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FC282A-89E1-4E53-AC05-1CC0E24B9BE3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17B1F-7A11-49AD-A1F0-A8CB755F30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047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64AD0-9276-4EA9-92E4-979383A0490E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FB4FD-CCAD-46CA-9AB0-27C81486A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4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ua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 userDrawn="1"/>
        </p:nvCxnSpPr>
        <p:spPr bwMode="auto">
          <a:xfrm flipH="1">
            <a:off x="4565130" y="981649"/>
            <a:ext cx="0" cy="570970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 userDrawn="1"/>
        </p:nvCxnSpPr>
        <p:spPr bwMode="auto">
          <a:xfrm>
            <a:off x="152400" y="3733800"/>
            <a:ext cx="886968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TextBox 4"/>
          <p:cNvSpPr txBox="1"/>
          <p:nvPr userDrawn="1"/>
        </p:nvSpPr>
        <p:spPr>
          <a:xfrm>
            <a:off x="4552789" y="969074"/>
            <a:ext cx="4578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091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Description of Technology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23553" y="969074"/>
            <a:ext cx="4567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091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Contribution to </a:t>
            </a:r>
            <a:r>
              <a:rPr kumimoji="0" lang="en-US" sz="1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Missile Defense System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1307507" y="373882"/>
            <a:ext cx="6528986" cy="347266"/>
          </a:xfrm>
        </p:spPr>
        <p:txBody>
          <a:bodyPr>
            <a:noAutofit/>
          </a:bodyPr>
          <a:lstStyle>
            <a:lvl1pPr marL="0" indent="0" algn="ctr">
              <a:buNone/>
              <a:defRPr sz="2400" baseline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WHITE PAPER TITLE</a:t>
            </a:r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4549358" y="3690992"/>
            <a:ext cx="4585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091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Program Execution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17810" y="3690992"/>
            <a:ext cx="4578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091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 Level Tasks and Milestones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 userDrawn="1"/>
        </p:nvSpPr>
        <p:spPr>
          <a:xfrm>
            <a:off x="7315201" y="0"/>
            <a:ext cx="99578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Last Update: </a:t>
            </a:r>
            <a:endParaRPr lang="en-US" sz="180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 flipV="1">
            <a:off x="0" y="974230"/>
            <a:ext cx="91440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006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B9887-EF6D-4378-AAF6-BD1F06439CD8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2606B5-11A7-4E06-A6B8-449CB6C36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27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4572002" y="1285837"/>
            <a:ext cx="4571998" cy="2511226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Picture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or graphic illustrating proposed technology development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4294967295"/>
          </p:nvPr>
        </p:nvSpPr>
        <p:spPr>
          <a:xfrm>
            <a:off x="-6873" y="4102531"/>
            <a:ext cx="4571994" cy="2078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 or accomplishments in chronological order (max of ten (10)</a:t>
            </a: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4294967295"/>
          </p:nvPr>
        </p:nvSpPr>
        <p:spPr>
          <a:xfrm>
            <a:off x="-6873" y="1285837"/>
            <a:ext cx="4572000" cy="2443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Summary statement indicating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significant contribution to the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Missile Defense System,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overall system performance improvements, cost reduction, regret statement if not funded, enabler of certain mission, etc.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 txBox="1">
            <a:spLocks/>
          </p:cNvSpPr>
          <p:nvPr/>
        </p:nvSpPr>
        <p:spPr>
          <a:xfrm>
            <a:off x="53974" y="76200"/>
            <a:ext cx="1253533" cy="9054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Company format / logo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4102531"/>
            <a:ext cx="457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Company Name:</a:t>
            </a:r>
          </a:p>
          <a:p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Period of Performance (for each phase):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Estimated Cost (for each phase):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Transition Strategy Summary:</a:t>
            </a:r>
          </a:p>
        </p:txBody>
      </p:sp>
    </p:spTree>
    <p:extLst>
      <p:ext uri="{BB962C8B-B14F-4D97-AF65-F5344CB8AC3E}">
        <p14:creationId xmlns:p14="http://schemas.microsoft.com/office/powerpoint/2010/main" val="1038384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E8AE996772934893A081B12CB44062" ma:contentTypeVersion="0" ma:contentTypeDescription="Create a new document." ma:contentTypeScope="" ma:versionID="b1fbbd6b7e3ce2351dc6e2d4f274024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738c8654d67c4f68a6ab8dcd42e946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A9E350-34FE-4C24-8CCD-C4C4989249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906FE91-85B9-444D-8C71-7D80268424E4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FD38907-CB1F-4438-AC02-F9D536A07B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1331</TotalTime>
  <Words>84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Missile Defense 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Glenn, Mark A CIV MDA/DEM/DV/DVR</dc:creator>
  <cp:lastModifiedBy>Martinez-Medina, Luisa CIV MDA DV-K (USA)</cp:lastModifiedBy>
  <cp:revision>48</cp:revision>
  <dcterms:created xsi:type="dcterms:W3CDTF">2020-09-25T18:34:09Z</dcterms:created>
  <dcterms:modified xsi:type="dcterms:W3CDTF">2025-04-02T17:19:48Z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0x01010026E8AE996772934893A081B12CB44062</vt:lpwstr>
  </property>
</Properties>
</file>