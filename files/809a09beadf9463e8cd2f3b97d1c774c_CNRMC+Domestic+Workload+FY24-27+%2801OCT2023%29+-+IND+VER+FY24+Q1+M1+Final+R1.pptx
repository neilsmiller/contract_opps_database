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notesSlides/notesSlide3.xml" ContentType="application/vnd.openxmlformats-officedocument.presentationml.notesSlide+xml"/>
  <Override PartName="/ppt/theme/themeOverride4.xml" ContentType="application/vnd.openxmlformats-officedocument.themeOverride+xml"/>
  <Override PartName="/ppt/notesSlides/notesSlide4.xml" ContentType="application/vnd.openxmlformats-officedocument.presentationml.notesSlide+xml"/>
  <Override PartName="/ppt/theme/themeOverride5.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heme/themeOverride6.xml" ContentType="application/vnd.openxmlformats-officedocument.themeOverride+xml"/>
  <Override PartName="/ppt/notesSlides/notesSlide9.xml" ContentType="application/vnd.openxmlformats-officedocument.presentationml.notesSlide+xml"/>
  <Override PartName="/ppt/theme/themeOverride7.xml" ContentType="application/vnd.openxmlformats-officedocument.themeOverride+xml"/>
  <Override PartName="/ppt/notesSlides/notesSlide10.xml" ContentType="application/vnd.openxmlformats-officedocument.presentationml.notesSlide+xml"/>
  <Override PartName="/ppt/theme/themeOverride8.xml" ContentType="application/vnd.openxmlformats-officedocument.themeOverr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heme/themeOverride9.xml" ContentType="application/vnd.openxmlformats-officedocument.themeOverride+xml"/>
  <Override PartName="/ppt/notesSlides/notesSlide14.xml" ContentType="application/vnd.openxmlformats-officedocument.presentationml.notesSlide+xml"/>
  <Override PartName="/ppt/theme/themeOverride10.xml" ContentType="application/vnd.openxmlformats-officedocument.themeOverride+xml"/>
  <Override PartName="/ppt/notesSlides/notesSlide15.xml" ContentType="application/vnd.openxmlformats-officedocument.presentationml.notesSlide+xml"/>
  <Override PartName="/ppt/theme/themeOverride11.xml" ContentType="application/vnd.openxmlformats-officedocument.themeOverride+xml"/>
  <Override PartName="/ppt/notesSlides/notesSlide16.xml" ContentType="application/vnd.openxmlformats-officedocument.presentationml.notesSlide+xml"/>
  <Override PartName="/ppt/theme/themeOverride12.xml" ContentType="application/vnd.openxmlformats-officedocument.themeOverride+xml"/>
  <Override PartName="/ppt/notesSlides/notesSlide17.xml" ContentType="application/vnd.openxmlformats-officedocument.presentationml.notesSlide+xml"/>
  <Override PartName="/ppt/theme/themeOverride13.xml" ContentType="application/vnd.openxmlformats-officedocument.themeOverride+xml"/>
  <Override PartName="/ppt/notesSlides/notesSlide18.xml" ContentType="application/vnd.openxmlformats-officedocument.presentationml.notesSlide+xml"/>
  <Override PartName="/ppt/theme/themeOverride14.xml" ContentType="application/vnd.openxmlformats-officedocument.themeOverride+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 id="2147483752" r:id="rId2"/>
    <p:sldMasterId id="2147486440" r:id="rId3"/>
    <p:sldMasterId id="2147486450" r:id="rId4"/>
  </p:sldMasterIdLst>
  <p:notesMasterIdLst>
    <p:notesMasterId r:id="rId25"/>
  </p:notesMasterIdLst>
  <p:handoutMasterIdLst>
    <p:handoutMasterId r:id="rId26"/>
  </p:handoutMasterIdLst>
  <p:sldIdLst>
    <p:sldId id="663" r:id="rId5"/>
    <p:sldId id="748" r:id="rId6"/>
    <p:sldId id="747" r:id="rId7"/>
    <p:sldId id="752" r:id="rId8"/>
    <p:sldId id="664" r:id="rId9"/>
    <p:sldId id="665" r:id="rId10"/>
    <p:sldId id="750" r:id="rId11"/>
    <p:sldId id="753" r:id="rId12"/>
    <p:sldId id="670" r:id="rId13"/>
    <p:sldId id="715" r:id="rId14"/>
    <p:sldId id="742" r:id="rId15"/>
    <p:sldId id="754" r:id="rId16"/>
    <p:sldId id="676" r:id="rId17"/>
    <p:sldId id="749" r:id="rId18"/>
    <p:sldId id="744" r:id="rId19"/>
    <p:sldId id="755" r:id="rId20"/>
    <p:sldId id="718" r:id="rId21"/>
    <p:sldId id="746" r:id="rId22"/>
    <p:sldId id="756" r:id="rId23"/>
    <p:sldId id="740" r:id="rId24"/>
  </p:sldIdLst>
  <p:sldSz cx="9144000" cy="6858000" type="screen4x3"/>
  <p:notesSz cx="9309100" cy="7023100"/>
  <p:defaultTextStyle>
    <a:defPPr>
      <a:defRPr lang="en-US"/>
    </a:defPPr>
    <a:lvl1pPr algn="l" rtl="0" fontAlgn="base">
      <a:spcBef>
        <a:spcPct val="0"/>
      </a:spcBef>
      <a:spcAft>
        <a:spcPct val="0"/>
      </a:spcAft>
      <a:defRPr sz="4400" b="1" i="1" kern="1200">
        <a:solidFill>
          <a:schemeClr val="tx2"/>
        </a:solidFill>
        <a:latin typeface="Arial" charset="0"/>
        <a:ea typeface="+mn-ea"/>
        <a:cs typeface="Arial" charset="0"/>
      </a:defRPr>
    </a:lvl1pPr>
    <a:lvl2pPr marL="457200" algn="l" rtl="0" fontAlgn="base">
      <a:spcBef>
        <a:spcPct val="0"/>
      </a:spcBef>
      <a:spcAft>
        <a:spcPct val="0"/>
      </a:spcAft>
      <a:defRPr sz="4400" b="1" i="1" kern="1200">
        <a:solidFill>
          <a:schemeClr val="tx2"/>
        </a:solidFill>
        <a:latin typeface="Arial" charset="0"/>
        <a:ea typeface="+mn-ea"/>
        <a:cs typeface="Arial" charset="0"/>
      </a:defRPr>
    </a:lvl2pPr>
    <a:lvl3pPr marL="914400" algn="l" rtl="0" fontAlgn="base">
      <a:spcBef>
        <a:spcPct val="0"/>
      </a:spcBef>
      <a:spcAft>
        <a:spcPct val="0"/>
      </a:spcAft>
      <a:defRPr sz="4400" b="1" i="1" kern="1200">
        <a:solidFill>
          <a:schemeClr val="tx2"/>
        </a:solidFill>
        <a:latin typeface="Arial" charset="0"/>
        <a:ea typeface="+mn-ea"/>
        <a:cs typeface="Arial" charset="0"/>
      </a:defRPr>
    </a:lvl3pPr>
    <a:lvl4pPr marL="1371600" algn="l" rtl="0" fontAlgn="base">
      <a:spcBef>
        <a:spcPct val="0"/>
      </a:spcBef>
      <a:spcAft>
        <a:spcPct val="0"/>
      </a:spcAft>
      <a:defRPr sz="4400" b="1" i="1" kern="1200">
        <a:solidFill>
          <a:schemeClr val="tx2"/>
        </a:solidFill>
        <a:latin typeface="Arial" charset="0"/>
        <a:ea typeface="+mn-ea"/>
        <a:cs typeface="Arial" charset="0"/>
      </a:defRPr>
    </a:lvl4pPr>
    <a:lvl5pPr marL="1828800" algn="l" rtl="0" fontAlgn="base">
      <a:spcBef>
        <a:spcPct val="0"/>
      </a:spcBef>
      <a:spcAft>
        <a:spcPct val="0"/>
      </a:spcAft>
      <a:defRPr sz="4400" b="1" i="1" kern="1200">
        <a:solidFill>
          <a:schemeClr val="tx2"/>
        </a:solidFill>
        <a:latin typeface="Arial" charset="0"/>
        <a:ea typeface="+mn-ea"/>
        <a:cs typeface="Arial" charset="0"/>
      </a:defRPr>
    </a:lvl5pPr>
    <a:lvl6pPr marL="2286000" algn="l" defTabSz="914400" rtl="0" eaLnBrk="1" latinLnBrk="0" hangingPunct="1">
      <a:defRPr sz="4400" b="1" i="1" kern="1200">
        <a:solidFill>
          <a:schemeClr val="tx2"/>
        </a:solidFill>
        <a:latin typeface="Arial" charset="0"/>
        <a:ea typeface="+mn-ea"/>
        <a:cs typeface="Arial" charset="0"/>
      </a:defRPr>
    </a:lvl6pPr>
    <a:lvl7pPr marL="2743200" algn="l" defTabSz="914400" rtl="0" eaLnBrk="1" latinLnBrk="0" hangingPunct="1">
      <a:defRPr sz="4400" b="1" i="1" kern="1200">
        <a:solidFill>
          <a:schemeClr val="tx2"/>
        </a:solidFill>
        <a:latin typeface="Arial" charset="0"/>
        <a:ea typeface="+mn-ea"/>
        <a:cs typeface="Arial" charset="0"/>
      </a:defRPr>
    </a:lvl7pPr>
    <a:lvl8pPr marL="3200400" algn="l" defTabSz="914400" rtl="0" eaLnBrk="1" latinLnBrk="0" hangingPunct="1">
      <a:defRPr sz="4400" b="1" i="1" kern="1200">
        <a:solidFill>
          <a:schemeClr val="tx2"/>
        </a:solidFill>
        <a:latin typeface="Arial" charset="0"/>
        <a:ea typeface="+mn-ea"/>
        <a:cs typeface="Arial" charset="0"/>
      </a:defRPr>
    </a:lvl8pPr>
    <a:lvl9pPr marL="3657600" algn="l" defTabSz="914400" rtl="0" eaLnBrk="1" latinLnBrk="0" hangingPunct="1">
      <a:defRPr sz="4400" b="1" i="1" kern="1200">
        <a:solidFill>
          <a:schemeClr val="tx2"/>
        </a:solidFill>
        <a:latin typeface="Arial" charset="0"/>
        <a:ea typeface="+mn-ea"/>
        <a:cs typeface="Arial" charset="0"/>
      </a:defRPr>
    </a:lvl9pPr>
  </p:defaultTextStyle>
  <p:extLst>
    <p:ext uri="{EFAFB233-063F-42B5-8137-9DF3F51BA10A}">
      <p15:sldGuideLst xmlns:p15="http://schemas.microsoft.com/office/powerpoint/2012/main">
        <p15:guide id="1" orient="horz" pos="480">
          <p15:clr>
            <a:srgbClr val="A4A3A4"/>
          </p15:clr>
        </p15:guide>
        <p15:guide id="2" pos="1344">
          <p15:clr>
            <a:srgbClr val="A4A3A4"/>
          </p15:clr>
        </p15:guide>
        <p15:guide id="3" orient="horz" pos="576">
          <p15:clr>
            <a:srgbClr val="A4A3A4"/>
          </p15:clr>
        </p15:guide>
        <p15:guide id="4" pos="1632">
          <p15:clr>
            <a:srgbClr val="A4A3A4"/>
          </p15:clr>
        </p15:guide>
      </p15:sldGuideLst>
    </p:ext>
    <p:ext uri="{2D200454-40CA-4A62-9FC3-DE9A4176ACB9}">
      <p15:notesGuideLst xmlns:p15="http://schemas.microsoft.com/office/powerpoint/2012/main">
        <p15:guide id="1" orient="horz" pos="2932">
          <p15:clr>
            <a:srgbClr val="A4A3A4"/>
          </p15:clr>
        </p15:guide>
        <p15:guide id="2" pos="2213">
          <p15:clr>
            <a:srgbClr val="A4A3A4"/>
          </p15:clr>
        </p15:guide>
        <p15:guide id="3" orient="horz" pos="2212">
          <p15:clr>
            <a:srgbClr val="A4A3A4"/>
          </p15:clr>
        </p15:guide>
        <p15:guide id="4" pos="2933">
          <p15:clr>
            <a:srgbClr val="A4A3A4"/>
          </p15:clr>
        </p15:guide>
        <p15:guide id="5" orient="horz" pos="2927">
          <p15:clr>
            <a:srgbClr val="A4A3A4"/>
          </p15:clr>
        </p15:guide>
        <p15:guide id="6" orient="horz" pos="2208">
          <p15:clr>
            <a:srgbClr val="A4A3A4"/>
          </p15:clr>
        </p15:guide>
        <p15:guide id="7" pos="2210">
          <p15:clr>
            <a:srgbClr val="A4A3A4"/>
          </p15:clr>
        </p15:guide>
        <p15:guide id="8" pos="2929">
          <p15:clr>
            <a:srgbClr val="A4A3A4"/>
          </p15:clr>
        </p15:guide>
        <p15:guide id="9" orient="horz" pos="2937">
          <p15:clr>
            <a:srgbClr val="A4A3A4"/>
          </p15:clr>
        </p15:guide>
        <p15:guide id="10" orient="horz" pos="2216">
          <p15:clr>
            <a:srgbClr val="A4A3A4"/>
          </p15:clr>
        </p15:guide>
        <p15:guide id="11" pos="2216">
          <p15:clr>
            <a:srgbClr val="A4A3A4"/>
          </p15:clr>
        </p15:guide>
        <p15:guide id="12" pos="2937">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FF0000"/>
    <a:srgbClr val="FF9900"/>
    <a:srgbClr val="0000FF"/>
    <a:srgbClr val="FFE89F"/>
    <a:srgbClr val="FFFF99"/>
    <a:srgbClr val="FFD653"/>
    <a:srgbClr val="FFFFCC"/>
    <a:srgbClr val="FFCC00"/>
    <a:srgbClr val="FEC8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EE47B2-7B8E-466A-8CF0-9AFBBE6DFF9D}" v="20" dt="2023-10-26T14:04:48.4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87482" autoAdjust="0"/>
  </p:normalViewPr>
  <p:slideViewPr>
    <p:cSldViewPr>
      <p:cViewPr varScale="1">
        <p:scale>
          <a:sx n="86" d="100"/>
          <a:sy n="86" d="100"/>
        </p:scale>
        <p:origin x="1291" y="48"/>
      </p:cViewPr>
      <p:guideLst>
        <p:guide orient="horz" pos="480"/>
        <p:guide pos="1344"/>
        <p:guide orient="horz" pos="576"/>
        <p:guide pos="1632"/>
      </p:guideLst>
    </p:cSldViewPr>
  </p:slideViewPr>
  <p:outlineViewPr>
    <p:cViewPr>
      <p:scale>
        <a:sx n="33" d="100"/>
        <a:sy n="33" d="100"/>
      </p:scale>
      <p:origin x="0" y="0"/>
    </p:cViewPr>
  </p:outlineViewPr>
  <p:notesTextViewPr>
    <p:cViewPr>
      <p:scale>
        <a:sx n="3" d="2"/>
        <a:sy n="3" d="2"/>
      </p:scale>
      <p:origin x="0" y="0"/>
    </p:cViewPr>
  </p:notesTextViewPr>
  <p:sorterViewPr>
    <p:cViewPr>
      <p:scale>
        <a:sx n="175" d="100"/>
        <a:sy n="175" d="100"/>
      </p:scale>
      <p:origin x="0" y="-12760"/>
    </p:cViewPr>
  </p:sorterViewPr>
  <p:notesViewPr>
    <p:cSldViewPr>
      <p:cViewPr>
        <p:scale>
          <a:sx n="60" d="100"/>
          <a:sy n="60" d="100"/>
        </p:scale>
        <p:origin x="-2550" y="-768"/>
      </p:cViewPr>
      <p:guideLst>
        <p:guide orient="horz" pos="2932"/>
        <p:guide pos="2213"/>
        <p:guide orient="horz" pos="2212"/>
        <p:guide pos="2933"/>
        <p:guide orient="horz" pos="2927"/>
        <p:guide orient="horz" pos="2208"/>
        <p:guide pos="2210"/>
        <p:guide pos="2929"/>
        <p:guide orient="horz" pos="2937"/>
        <p:guide orient="horz" pos="2216"/>
        <p:guide pos="2216"/>
        <p:guide pos="2937"/>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1410" name="Rectangle 2"/>
          <p:cNvSpPr>
            <a:spLocks noGrp="1" noChangeArrowheads="1"/>
          </p:cNvSpPr>
          <p:nvPr>
            <p:ph type="hdr" sz="quarter"/>
          </p:nvPr>
        </p:nvSpPr>
        <p:spPr bwMode="auto">
          <a:xfrm>
            <a:off x="1" y="1"/>
            <a:ext cx="4033804" cy="350916"/>
          </a:xfrm>
          <a:prstGeom prst="rect">
            <a:avLst/>
          </a:prstGeom>
          <a:noFill/>
          <a:ln w="9525">
            <a:noFill/>
            <a:miter lim="800000"/>
            <a:headEnd/>
            <a:tailEnd/>
          </a:ln>
          <a:effectLst/>
        </p:spPr>
        <p:txBody>
          <a:bodyPr vert="horz" wrap="square" lIns="91378" tIns="45690" rIns="91378" bIns="45690" numCol="1" anchor="t" anchorCtr="0" compatLnSpc="1">
            <a:prstTxWarp prst="textNoShape">
              <a:avLst/>
            </a:prstTxWarp>
          </a:bodyPr>
          <a:lstStyle>
            <a:lvl1pPr>
              <a:defRPr sz="1200" b="0" i="0">
                <a:solidFill>
                  <a:schemeClr val="tx1"/>
                </a:solidFill>
                <a:effectLst/>
                <a:latin typeface="Arial" charset="0"/>
                <a:cs typeface="+mn-cs"/>
              </a:defRPr>
            </a:lvl1pPr>
          </a:lstStyle>
          <a:p>
            <a:pPr>
              <a:defRPr/>
            </a:pPr>
            <a:endParaRPr lang="en-US" dirty="0"/>
          </a:p>
        </p:txBody>
      </p:sp>
      <p:sp>
        <p:nvSpPr>
          <p:cNvPr id="401411" name="Rectangle 3"/>
          <p:cNvSpPr>
            <a:spLocks noGrp="1" noChangeArrowheads="1"/>
          </p:cNvSpPr>
          <p:nvPr>
            <p:ph type="dt" sz="quarter" idx="1"/>
          </p:nvPr>
        </p:nvSpPr>
        <p:spPr bwMode="auto">
          <a:xfrm>
            <a:off x="5273194" y="1"/>
            <a:ext cx="4033804" cy="350916"/>
          </a:xfrm>
          <a:prstGeom prst="rect">
            <a:avLst/>
          </a:prstGeom>
          <a:noFill/>
          <a:ln w="9525">
            <a:noFill/>
            <a:miter lim="800000"/>
            <a:headEnd/>
            <a:tailEnd/>
          </a:ln>
          <a:effectLst/>
        </p:spPr>
        <p:txBody>
          <a:bodyPr vert="horz" wrap="square" lIns="91378" tIns="45690" rIns="91378" bIns="45690" numCol="1" anchor="t" anchorCtr="0" compatLnSpc="1">
            <a:prstTxWarp prst="textNoShape">
              <a:avLst/>
            </a:prstTxWarp>
          </a:bodyPr>
          <a:lstStyle>
            <a:lvl1pPr algn="r">
              <a:defRPr sz="1200" b="0" i="0">
                <a:solidFill>
                  <a:schemeClr val="tx1"/>
                </a:solidFill>
                <a:effectLst/>
                <a:latin typeface="Arial" charset="0"/>
                <a:cs typeface="+mn-cs"/>
              </a:defRPr>
            </a:lvl1pPr>
          </a:lstStyle>
          <a:p>
            <a:pPr>
              <a:defRPr/>
            </a:pPr>
            <a:endParaRPr lang="en-US" dirty="0"/>
          </a:p>
        </p:txBody>
      </p:sp>
      <p:sp>
        <p:nvSpPr>
          <p:cNvPr id="401412" name="Rectangle 4"/>
          <p:cNvSpPr>
            <a:spLocks noGrp="1" noChangeArrowheads="1"/>
          </p:cNvSpPr>
          <p:nvPr>
            <p:ph type="ftr" sz="quarter" idx="2"/>
          </p:nvPr>
        </p:nvSpPr>
        <p:spPr bwMode="auto">
          <a:xfrm>
            <a:off x="1" y="6670989"/>
            <a:ext cx="4033804" cy="350916"/>
          </a:xfrm>
          <a:prstGeom prst="rect">
            <a:avLst/>
          </a:prstGeom>
          <a:noFill/>
          <a:ln w="9525">
            <a:noFill/>
            <a:miter lim="800000"/>
            <a:headEnd/>
            <a:tailEnd/>
          </a:ln>
          <a:effectLst/>
        </p:spPr>
        <p:txBody>
          <a:bodyPr vert="horz" wrap="square" lIns="91378" tIns="45690" rIns="91378" bIns="45690" numCol="1" anchor="b" anchorCtr="0" compatLnSpc="1">
            <a:prstTxWarp prst="textNoShape">
              <a:avLst/>
            </a:prstTxWarp>
          </a:bodyPr>
          <a:lstStyle>
            <a:lvl1pPr>
              <a:defRPr sz="1200" b="0" i="0">
                <a:solidFill>
                  <a:schemeClr val="tx1"/>
                </a:solidFill>
                <a:effectLst/>
                <a:latin typeface="Arial" charset="0"/>
                <a:cs typeface="+mn-cs"/>
              </a:defRPr>
            </a:lvl1pPr>
          </a:lstStyle>
          <a:p>
            <a:pPr>
              <a:defRPr/>
            </a:pPr>
            <a:endParaRPr lang="en-US" dirty="0"/>
          </a:p>
        </p:txBody>
      </p:sp>
      <p:sp>
        <p:nvSpPr>
          <p:cNvPr id="401413" name="Rectangle 5"/>
          <p:cNvSpPr>
            <a:spLocks noGrp="1" noChangeArrowheads="1"/>
          </p:cNvSpPr>
          <p:nvPr>
            <p:ph type="sldNum" sz="quarter" idx="3"/>
          </p:nvPr>
        </p:nvSpPr>
        <p:spPr bwMode="auto">
          <a:xfrm>
            <a:off x="5273194" y="6670989"/>
            <a:ext cx="4033804" cy="350916"/>
          </a:xfrm>
          <a:prstGeom prst="rect">
            <a:avLst/>
          </a:prstGeom>
          <a:noFill/>
          <a:ln w="9525">
            <a:noFill/>
            <a:miter lim="800000"/>
            <a:headEnd/>
            <a:tailEnd/>
          </a:ln>
          <a:effectLst/>
        </p:spPr>
        <p:txBody>
          <a:bodyPr vert="horz" wrap="square" lIns="91378" tIns="45690" rIns="91378" bIns="45690" numCol="1" anchor="b" anchorCtr="0" compatLnSpc="1">
            <a:prstTxWarp prst="textNoShape">
              <a:avLst/>
            </a:prstTxWarp>
          </a:bodyPr>
          <a:lstStyle>
            <a:lvl1pPr algn="r">
              <a:defRPr sz="1200" b="0" i="0">
                <a:solidFill>
                  <a:schemeClr val="tx1"/>
                </a:solidFill>
                <a:effectLst/>
                <a:latin typeface="Arial" charset="0"/>
                <a:cs typeface="+mn-cs"/>
              </a:defRPr>
            </a:lvl1pPr>
          </a:lstStyle>
          <a:p>
            <a:pPr>
              <a:defRPr/>
            </a:pPr>
            <a:fld id="{E17C80C2-F867-4EA6-B3EF-445E1A5CB11E}" type="slidenum">
              <a:rPr lang="en-US"/>
              <a:pPr>
                <a:defRPr/>
              </a:pPr>
              <a:t>‹#›</a:t>
            </a:fld>
            <a:endParaRPr lang="en-US" dirty="0"/>
          </a:p>
        </p:txBody>
      </p:sp>
    </p:spTree>
    <p:extLst>
      <p:ext uri="{BB962C8B-B14F-4D97-AF65-F5344CB8AC3E}">
        <p14:creationId xmlns:p14="http://schemas.microsoft.com/office/powerpoint/2010/main" val="196254364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bwMode="auto">
          <a:xfrm>
            <a:off x="1" y="1"/>
            <a:ext cx="4031699" cy="349718"/>
          </a:xfrm>
          <a:prstGeom prst="rect">
            <a:avLst/>
          </a:prstGeom>
          <a:noFill/>
          <a:ln w="9525">
            <a:noFill/>
            <a:miter lim="800000"/>
            <a:headEnd/>
            <a:tailEnd/>
          </a:ln>
          <a:effectLst/>
        </p:spPr>
        <p:txBody>
          <a:bodyPr vert="horz" wrap="square" lIns="93254" tIns="46628" rIns="93254" bIns="46628" numCol="1" anchor="t" anchorCtr="0" compatLnSpc="1">
            <a:prstTxWarp prst="textNoShape">
              <a:avLst/>
            </a:prstTxWarp>
          </a:bodyPr>
          <a:lstStyle>
            <a:lvl1pPr defTabSz="932925">
              <a:defRPr sz="1200" b="0" i="0">
                <a:solidFill>
                  <a:schemeClr val="tx1"/>
                </a:solidFill>
                <a:effectLst/>
                <a:latin typeface="Arial" charset="0"/>
                <a:cs typeface="+mn-cs"/>
              </a:defRPr>
            </a:lvl1pPr>
          </a:lstStyle>
          <a:p>
            <a:pPr>
              <a:defRPr/>
            </a:pPr>
            <a:endParaRPr lang="en-US" dirty="0"/>
          </a:p>
        </p:txBody>
      </p:sp>
      <p:sp>
        <p:nvSpPr>
          <p:cNvPr id="47107" name="Rectangle 3"/>
          <p:cNvSpPr>
            <a:spLocks noGrp="1" noChangeArrowheads="1"/>
          </p:cNvSpPr>
          <p:nvPr>
            <p:ph type="dt" idx="1"/>
          </p:nvPr>
        </p:nvSpPr>
        <p:spPr bwMode="auto">
          <a:xfrm>
            <a:off x="5275300" y="1"/>
            <a:ext cx="4031699" cy="349718"/>
          </a:xfrm>
          <a:prstGeom prst="rect">
            <a:avLst/>
          </a:prstGeom>
          <a:noFill/>
          <a:ln w="9525">
            <a:noFill/>
            <a:miter lim="800000"/>
            <a:headEnd/>
            <a:tailEnd/>
          </a:ln>
          <a:effectLst/>
        </p:spPr>
        <p:txBody>
          <a:bodyPr vert="horz" wrap="square" lIns="93254" tIns="46628" rIns="93254" bIns="46628" numCol="1" anchor="t" anchorCtr="0" compatLnSpc="1">
            <a:prstTxWarp prst="textNoShape">
              <a:avLst/>
            </a:prstTxWarp>
          </a:bodyPr>
          <a:lstStyle>
            <a:lvl1pPr algn="r" defTabSz="932925">
              <a:defRPr sz="1200" b="0" i="0">
                <a:solidFill>
                  <a:schemeClr val="tx1"/>
                </a:solidFill>
                <a:effectLst/>
                <a:latin typeface="Arial" charset="0"/>
                <a:cs typeface="+mn-cs"/>
              </a:defRPr>
            </a:lvl1pPr>
          </a:lstStyle>
          <a:p>
            <a:pPr>
              <a:defRPr/>
            </a:pPr>
            <a:endParaRPr lang="en-US" dirty="0"/>
          </a:p>
        </p:txBody>
      </p:sp>
      <p:sp>
        <p:nvSpPr>
          <p:cNvPr id="9220" name="Rectangle 4"/>
          <p:cNvSpPr>
            <a:spLocks noGrp="1" noRot="1" noChangeAspect="1" noChangeArrowheads="1" noTextEdit="1"/>
          </p:cNvSpPr>
          <p:nvPr>
            <p:ph type="sldImg" idx="2"/>
          </p:nvPr>
        </p:nvSpPr>
        <p:spPr bwMode="auto">
          <a:xfrm>
            <a:off x="2895600" y="528638"/>
            <a:ext cx="3513138" cy="263366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9" name="Rectangle 5"/>
          <p:cNvSpPr>
            <a:spLocks noGrp="1" noChangeArrowheads="1"/>
          </p:cNvSpPr>
          <p:nvPr>
            <p:ph type="body" sz="quarter" idx="3"/>
          </p:nvPr>
        </p:nvSpPr>
        <p:spPr bwMode="auto">
          <a:xfrm>
            <a:off x="932176" y="3336692"/>
            <a:ext cx="7444755" cy="3158240"/>
          </a:xfrm>
          <a:prstGeom prst="rect">
            <a:avLst/>
          </a:prstGeom>
          <a:noFill/>
          <a:ln w="9525">
            <a:noFill/>
            <a:miter lim="800000"/>
            <a:headEnd/>
            <a:tailEnd/>
          </a:ln>
          <a:effectLst/>
        </p:spPr>
        <p:txBody>
          <a:bodyPr vert="horz" wrap="square" lIns="93254" tIns="46628" rIns="93254" bIns="4662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7110" name="Rectangle 6"/>
          <p:cNvSpPr>
            <a:spLocks noGrp="1" noChangeArrowheads="1"/>
          </p:cNvSpPr>
          <p:nvPr>
            <p:ph type="ftr" sz="quarter" idx="4"/>
          </p:nvPr>
        </p:nvSpPr>
        <p:spPr bwMode="auto">
          <a:xfrm>
            <a:off x="1" y="6672186"/>
            <a:ext cx="4031699" cy="349718"/>
          </a:xfrm>
          <a:prstGeom prst="rect">
            <a:avLst/>
          </a:prstGeom>
          <a:noFill/>
          <a:ln w="9525">
            <a:noFill/>
            <a:miter lim="800000"/>
            <a:headEnd/>
            <a:tailEnd/>
          </a:ln>
          <a:effectLst/>
        </p:spPr>
        <p:txBody>
          <a:bodyPr vert="horz" wrap="square" lIns="93254" tIns="46628" rIns="93254" bIns="46628" numCol="1" anchor="b" anchorCtr="0" compatLnSpc="1">
            <a:prstTxWarp prst="textNoShape">
              <a:avLst/>
            </a:prstTxWarp>
          </a:bodyPr>
          <a:lstStyle>
            <a:lvl1pPr defTabSz="932925">
              <a:defRPr sz="1200" b="0" i="0">
                <a:solidFill>
                  <a:schemeClr val="tx1"/>
                </a:solidFill>
                <a:effectLst/>
                <a:latin typeface="Arial" charset="0"/>
                <a:cs typeface="+mn-cs"/>
              </a:defRPr>
            </a:lvl1pPr>
          </a:lstStyle>
          <a:p>
            <a:pPr>
              <a:defRPr/>
            </a:pPr>
            <a:endParaRPr lang="en-US" dirty="0"/>
          </a:p>
        </p:txBody>
      </p:sp>
      <p:sp>
        <p:nvSpPr>
          <p:cNvPr id="47111" name="Rectangle 7"/>
          <p:cNvSpPr>
            <a:spLocks noGrp="1" noChangeArrowheads="1"/>
          </p:cNvSpPr>
          <p:nvPr>
            <p:ph type="sldNum" sz="quarter" idx="5"/>
          </p:nvPr>
        </p:nvSpPr>
        <p:spPr bwMode="auto">
          <a:xfrm>
            <a:off x="5275300" y="6672186"/>
            <a:ext cx="4031699" cy="349718"/>
          </a:xfrm>
          <a:prstGeom prst="rect">
            <a:avLst/>
          </a:prstGeom>
          <a:noFill/>
          <a:ln w="9525">
            <a:noFill/>
            <a:miter lim="800000"/>
            <a:headEnd/>
            <a:tailEnd/>
          </a:ln>
          <a:effectLst/>
        </p:spPr>
        <p:txBody>
          <a:bodyPr vert="horz" wrap="square" lIns="93254" tIns="46628" rIns="93254" bIns="46628" numCol="1" anchor="b" anchorCtr="0" compatLnSpc="1">
            <a:prstTxWarp prst="textNoShape">
              <a:avLst/>
            </a:prstTxWarp>
          </a:bodyPr>
          <a:lstStyle>
            <a:lvl1pPr algn="r" defTabSz="932925">
              <a:defRPr sz="1200" b="0" i="0">
                <a:solidFill>
                  <a:schemeClr val="tx1"/>
                </a:solidFill>
                <a:effectLst/>
                <a:latin typeface="Arial" charset="0"/>
                <a:cs typeface="+mn-cs"/>
              </a:defRPr>
            </a:lvl1pPr>
          </a:lstStyle>
          <a:p>
            <a:pPr>
              <a:defRPr/>
            </a:pPr>
            <a:fld id="{6F1DD13C-20EB-4407-A0C4-3A6783AC11FD}" type="slidenum">
              <a:rPr lang="en-US"/>
              <a:pPr>
                <a:defRPr/>
              </a:pPr>
              <a:t>‹#›</a:t>
            </a:fld>
            <a:endParaRPr lang="en-US" dirty="0"/>
          </a:p>
        </p:txBody>
      </p:sp>
    </p:spTree>
    <p:extLst>
      <p:ext uri="{BB962C8B-B14F-4D97-AF65-F5344CB8AC3E}">
        <p14:creationId xmlns:p14="http://schemas.microsoft.com/office/powerpoint/2010/main" val="1091506729"/>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52143"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52143" rtl="0" eaLnBrk="1" fontAlgn="base" latinLnBrk="0" hangingPunct="1">
                <a:lnSpc>
                  <a:spcPct val="100000"/>
                </a:lnSpc>
                <a:spcBef>
                  <a:spcPct val="0"/>
                </a:spcBef>
                <a:spcAft>
                  <a:spcPct val="0"/>
                </a:spcAft>
                <a:buClrTx/>
                <a:buSzTx/>
                <a:buFontTx/>
                <a:buNone/>
                <a:tabLst/>
                <a:defRPr/>
              </a:pPr>
              <a:t>2</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1603810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52143"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52143" rtl="0" eaLnBrk="1" fontAlgn="base" latinLnBrk="0" hangingPunct="1">
                <a:lnSpc>
                  <a:spcPct val="100000"/>
                </a:lnSpc>
                <a:spcBef>
                  <a:spcPct val="0"/>
                </a:spcBef>
                <a:spcAft>
                  <a:spcPct val="0"/>
                </a:spcAft>
                <a:buClrTx/>
                <a:buSzTx/>
                <a:buFontTx/>
                <a:buNone/>
                <a:tabLst/>
                <a:defRPr/>
              </a:pPr>
              <a:t>3</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3473618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52143"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52143"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8051013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F1DD13C-20EB-4407-A0C4-3A6783AC11FD}" type="slidenum">
              <a:rPr lang="en-US" smtClean="0"/>
              <a:pPr>
                <a:defRPr/>
              </a:pPr>
              <a:t>5</a:t>
            </a:fld>
            <a:endParaRPr lang="en-US" dirty="0"/>
          </a:p>
        </p:txBody>
      </p:sp>
    </p:spTree>
    <p:extLst>
      <p:ext uri="{BB962C8B-B14F-4D97-AF65-F5344CB8AC3E}">
        <p14:creationId xmlns:p14="http://schemas.microsoft.com/office/powerpoint/2010/main" val="17055728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F1DD13C-20EB-4407-A0C4-3A6783AC11FD}" type="slidenum">
              <a:rPr lang="en-US" smtClean="0"/>
              <a:pPr>
                <a:defRPr/>
              </a:pPr>
              <a:t>6</a:t>
            </a:fld>
            <a:endParaRPr lang="en-US" dirty="0"/>
          </a:p>
        </p:txBody>
      </p:sp>
    </p:spTree>
    <p:extLst>
      <p:ext uri="{BB962C8B-B14F-4D97-AF65-F5344CB8AC3E}">
        <p14:creationId xmlns:p14="http://schemas.microsoft.com/office/powerpoint/2010/main" val="17055728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7638" y="1163638"/>
            <a:ext cx="4187825" cy="3141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52143"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52143" rtl="0" eaLnBrk="1" fontAlgn="base" latinLnBrk="0" hangingPunct="1">
                <a:lnSpc>
                  <a:spcPct val="100000"/>
                </a:lnSpc>
                <a:spcBef>
                  <a:spcPct val="0"/>
                </a:spcBef>
                <a:spcAft>
                  <a:spcPct val="0"/>
                </a:spcAft>
                <a:buClrTx/>
                <a:buSzTx/>
                <a:buFontTx/>
                <a:buNone/>
                <a:tabLst/>
                <a:defRPr/>
              </a:pPr>
              <a:t>7</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9490502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7638" y="1163638"/>
            <a:ext cx="4187825" cy="3141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52143"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52143" rtl="0" eaLnBrk="1" fontAlgn="base" latinLnBrk="0" hangingPunct="1">
                <a:lnSpc>
                  <a:spcPct val="100000"/>
                </a:lnSpc>
                <a:spcBef>
                  <a:spcPct val="0"/>
                </a:spcBef>
                <a:spcAft>
                  <a:spcPct val="0"/>
                </a:spcAft>
                <a:buClrTx/>
                <a:buSzTx/>
                <a:buFontTx/>
                <a:buNone/>
                <a:tabLst/>
                <a:defRPr/>
              </a:pPr>
              <a:t>8</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3370928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F1DD13C-20EB-4407-A0C4-3A6783AC11FD}" type="slidenum">
              <a:rPr lang="en-US" smtClean="0"/>
              <a:pPr>
                <a:defRPr/>
              </a:pPr>
              <a:t>9</a:t>
            </a:fld>
            <a:endParaRPr lang="en-US" dirty="0"/>
          </a:p>
        </p:txBody>
      </p:sp>
    </p:spTree>
    <p:extLst>
      <p:ext uri="{BB962C8B-B14F-4D97-AF65-F5344CB8AC3E}">
        <p14:creationId xmlns:p14="http://schemas.microsoft.com/office/powerpoint/2010/main" val="17055728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F1DD13C-20EB-4407-A0C4-3A6783AC11FD}" type="slidenum">
              <a:rPr lang="en-US" smtClean="0"/>
              <a:pPr>
                <a:defRPr/>
              </a:pPr>
              <a:t>10</a:t>
            </a:fld>
            <a:endParaRPr lang="en-US" dirty="0"/>
          </a:p>
        </p:txBody>
      </p:sp>
    </p:spTree>
    <p:extLst>
      <p:ext uri="{BB962C8B-B14F-4D97-AF65-F5344CB8AC3E}">
        <p14:creationId xmlns:p14="http://schemas.microsoft.com/office/powerpoint/2010/main" val="17055728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52143"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52143" rtl="0" eaLnBrk="1" fontAlgn="base" latinLnBrk="0" hangingPunct="1">
                <a:lnSpc>
                  <a:spcPct val="100000"/>
                </a:lnSpc>
                <a:spcBef>
                  <a:spcPct val="0"/>
                </a:spcBef>
                <a:spcAft>
                  <a:spcPct val="0"/>
                </a:spcAft>
                <a:buClrTx/>
                <a:buSzTx/>
                <a:buFontTx/>
                <a:buNone/>
                <a:tabLst/>
                <a:defRPr/>
              </a:pPr>
              <a:t>11</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2797819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52143"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52143" rtl="0" eaLnBrk="1" fontAlgn="base" latinLnBrk="0" hangingPunct="1">
                <a:lnSpc>
                  <a:spcPct val="100000"/>
                </a:lnSpc>
                <a:spcBef>
                  <a:spcPct val="0"/>
                </a:spcBef>
                <a:spcAft>
                  <a:spcPct val="0"/>
                </a:spcAft>
                <a:buClrTx/>
                <a:buSzTx/>
                <a:buFontTx/>
                <a:buNone/>
                <a:tabLst/>
                <a:defRPr/>
              </a:pPr>
              <a:t>12</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41451114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F1DD13C-20EB-4407-A0C4-3A6783AC11FD}" type="slidenum">
              <a:rPr lang="en-US" smtClean="0"/>
              <a:pPr>
                <a:defRPr/>
              </a:pPr>
              <a:t>13</a:t>
            </a:fld>
            <a:endParaRPr lang="en-US" dirty="0"/>
          </a:p>
        </p:txBody>
      </p:sp>
    </p:spTree>
    <p:extLst>
      <p:ext uri="{BB962C8B-B14F-4D97-AF65-F5344CB8AC3E}">
        <p14:creationId xmlns:p14="http://schemas.microsoft.com/office/powerpoint/2010/main" val="17055728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32925"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32925" rtl="0" eaLnBrk="1" fontAlgn="base" latinLnBrk="0" hangingPunct="1">
                <a:lnSpc>
                  <a:spcPct val="100000"/>
                </a:lnSpc>
                <a:spcBef>
                  <a:spcPct val="0"/>
                </a:spcBef>
                <a:spcAft>
                  <a:spcPct val="0"/>
                </a:spcAft>
                <a:buClrTx/>
                <a:buSzTx/>
                <a:buFontTx/>
                <a:buNone/>
                <a:tabLst/>
                <a:defRPr/>
              </a:pPr>
              <a:t>14</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8936914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32925"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32925" rtl="0" eaLnBrk="1" fontAlgn="base" latinLnBrk="0" hangingPunct="1">
                <a:lnSpc>
                  <a:spcPct val="100000"/>
                </a:lnSpc>
                <a:spcBef>
                  <a:spcPct val="0"/>
                </a:spcBef>
                <a:spcAft>
                  <a:spcPct val="0"/>
                </a:spcAft>
                <a:buClrTx/>
                <a:buSzTx/>
                <a:buFontTx/>
                <a:buNone/>
                <a:tabLst/>
                <a:defRPr/>
              </a:pPr>
              <a:t>15</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9706140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32925"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32925" rtl="0" eaLnBrk="1" fontAlgn="base" latinLnBrk="0" hangingPunct="1">
                <a:lnSpc>
                  <a:spcPct val="100000"/>
                </a:lnSpc>
                <a:spcBef>
                  <a:spcPct val="0"/>
                </a:spcBef>
                <a:spcAft>
                  <a:spcPct val="0"/>
                </a:spcAft>
                <a:buClrTx/>
                <a:buSzTx/>
                <a:buFontTx/>
                <a:buNone/>
                <a:tabLst/>
                <a:defRPr/>
              </a:pPr>
              <a:t>16</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4492280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F1DD13C-20EB-4407-A0C4-3A6783AC11FD}" type="slidenum">
              <a:rPr lang="en-US" smtClean="0"/>
              <a:pPr>
                <a:defRPr/>
              </a:pPr>
              <a:t>17</a:t>
            </a:fld>
            <a:endParaRPr lang="en-US" dirty="0"/>
          </a:p>
        </p:txBody>
      </p:sp>
    </p:spTree>
    <p:extLst>
      <p:ext uri="{BB962C8B-B14F-4D97-AF65-F5344CB8AC3E}">
        <p14:creationId xmlns:p14="http://schemas.microsoft.com/office/powerpoint/2010/main" val="17055728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7638" y="1163638"/>
            <a:ext cx="4187825" cy="3141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52143"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52143" rtl="0" eaLnBrk="1" fontAlgn="base" latinLnBrk="0" hangingPunct="1">
                <a:lnSpc>
                  <a:spcPct val="100000"/>
                </a:lnSpc>
                <a:spcBef>
                  <a:spcPct val="0"/>
                </a:spcBef>
                <a:spcAft>
                  <a:spcPct val="0"/>
                </a:spcAft>
                <a:buClrTx/>
                <a:buSzTx/>
                <a:buFontTx/>
                <a:buNone/>
                <a:tabLst/>
                <a:defRPr/>
              </a:pPr>
              <a:t>18</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30139169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7638" y="1163638"/>
            <a:ext cx="4187825" cy="3141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52143"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52143" rtl="0" eaLnBrk="1" fontAlgn="base" latinLnBrk="0" hangingPunct="1">
                <a:lnSpc>
                  <a:spcPct val="100000"/>
                </a:lnSpc>
                <a:spcBef>
                  <a:spcPct val="0"/>
                </a:spcBef>
                <a:spcAft>
                  <a:spcPct val="0"/>
                </a:spcAft>
                <a:buClrTx/>
                <a:buSzTx/>
                <a:buFontTx/>
                <a:buNone/>
                <a:tabLst/>
                <a:defRPr/>
              </a:pPr>
              <a:t>19</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742624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32925"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32925" rtl="0" eaLnBrk="1" fontAlgn="base" latinLnBrk="0" hangingPunct="1">
                <a:lnSpc>
                  <a:spcPct val="100000"/>
                </a:lnSpc>
                <a:spcBef>
                  <a:spcPct val="0"/>
                </a:spcBef>
                <a:spcAft>
                  <a:spcPct val="0"/>
                </a:spcAft>
                <a:buClrTx/>
                <a:buSzTx/>
                <a:buFontTx/>
                <a:buNone/>
                <a:tabLst/>
                <a:defRPr/>
              </a:pPr>
              <a:t>20</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5988133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51425110-F257-47D4-B669-D4B1EC95549B}" type="slidenum">
              <a:rPr lang="en-US"/>
              <a:pPr>
                <a:defRPr/>
              </a:pPr>
              <a:t>‹#›</a:t>
            </a:fld>
            <a:endParaRPr lang="en-US" dirty="0"/>
          </a:p>
        </p:txBody>
      </p:sp>
    </p:spTree>
    <p:extLst>
      <p:ext uri="{BB962C8B-B14F-4D97-AF65-F5344CB8AC3E}">
        <p14:creationId xmlns:p14="http://schemas.microsoft.com/office/powerpoint/2010/main" val="1128056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4BFECA55-F5B8-446E-BF8F-AFBA1CDD4126}" type="slidenum">
              <a:rPr lang="en-US"/>
              <a:pPr>
                <a:defRPr/>
              </a:pPr>
              <a:t>‹#›</a:t>
            </a:fld>
            <a:endParaRPr lang="en-US" dirty="0"/>
          </a:p>
        </p:txBody>
      </p:sp>
    </p:spTree>
    <p:extLst>
      <p:ext uri="{BB962C8B-B14F-4D97-AF65-F5344CB8AC3E}">
        <p14:creationId xmlns:p14="http://schemas.microsoft.com/office/powerpoint/2010/main" val="1927724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F44EFCCD-4187-4ED8-989C-8B5BCD6B107B}" type="slidenum">
              <a:rPr lang="en-US"/>
              <a:pPr>
                <a:defRPr/>
              </a:pPr>
              <a:t>‹#›</a:t>
            </a:fld>
            <a:endParaRPr lang="en-US" dirty="0"/>
          </a:p>
        </p:txBody>
      </p:sp>
    </p:spTree>
    <p:extLst>
      <p:ext uri="{BB962C8B-B14F-4D97-AF65-F5344CB8AC3E}">
        <p14:creationId xmlns:p14="http://schemas.microsoft.com/office/powerpoint/2010/main" val="1633231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E261EAF7-A536-4695-AEBC-DA5A4B4DC9E2}" type="slidenum">
              <a:rPr lang="en-US"/>
              <a:pPr>
                <a:defRPr/>
              </a:pPr>
              <a:t>‹#›</a:t>
            </a:fld>
            <a:endParaRPr lang="en-US" dirty="0"/>
          </a:p>
        </p:txBody>
      </p:sp>
    </p:spTree>
    <p:extLst>
      <p:ext uri="{BB962C8B-B14F-4D97-AF65-F5344CB8AC3E}">
        <p14:creationId xmlns:p14="http://schemas.microsoft.com/office/powerpoint/2010/main" val="487757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dirty="0"/>
          </a:p>
        </p:txBody>
      </p:sp>
      <p:sp>
        <p:nvSpPr>
          <p:cNvPr id="8"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9" name="Rectangle 6"/>
          <p:cNvSpPr>
            <a:spLocks noGrp="1" noChangeArrowheads="1"/>
          </p:cNvSpPr>
          <p:nvPr>
            <p:ph type="sldNum" sz="quarter" idx="12"/>
          </p:nvPr>
        </p:nvSpPr>
        <p:spPr>
          <a:ln/>
        </p:spPr>
        <p:txBody>
          <a:bodyPr/>
          <a:lstStyle>
            <a:lvl1pPr>
              <a:defRPr/>
            </a:lvl1pPr>
          </a:lstStyle>
          <a:p>
            <a:pPr>
              <a:defRPr/>
            </a:pPr>
            <a:fld id="{C1A3E6D7-B729-47E0-8B2A-45AD547464A3}" type="slidenum">
              <a:rPr lang="en-US"/>
              <a:pPr>
                <a:defRPr/>
              </a:pPr>
              <a:t>‹#›</a:t>
            </a:fld>
            <a:endParaRPr lang="en-US" dirty="0"/>
          </a:p>
        </p:txBody>
      </p:sp>
    </p:spTree>
    <p:extLst>
      <p:ext uri="{BB962C8B-B14F-4D97-AF65-F5344CB8AC3E}">
        <p14:creationId xmlns:p14="http://schemas.microsoft.com/office/powerpoint/2010/main" val="23100417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dirty="0"/>
          </a:p>
        </p:txBody>
      </p:sp>
      <p:sp>
        <p:nvSpPr>
          <p:cNvPr id="4"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5" name="Rectangle 6"/>
          <p:cNvSpPr>
            <a:spLocks noGrp="1" noChangeArrowheads="1"/>
          </p:cNvSpPr>
          <p:nvPr>
            <p:ph type="sldNum" sz="quarter" idx="12"/>
          </p:nvPr>
        </p:nvSpPr>
        <p:spPr>
          <a:ln/>
        </p:spPr>
        <p:txBody>
          <a:bodyPr/>
          <a:lstStyle>
            <a:lvl1pPr>
              <a:defRPr/>
            </a:lvl1pPr>
          </a:lstStyle>
          <a:p>
            <a:pPr>
              <a:defRPr/>
            </a:pPr>
            <a:fld id="{8CA4F1F1-1BF5-4FAC-AC97-9AAB7B8A917B}" type="slidenum">
              <a:rPr lang="en-US"/>
              <a:pPr>
                <a:defRPr/>
              </a:pPr>
              <a:t>‹#›</a:t>
            </a:fld>
            <a:endParaRPr lang="en-US" dirty="0"/>
          </a:p>
        </p:txBody>
      </p:sp>
    </p:spTree>
    <p:extLst>
      <p:ext uri="{BB962C8B-B14F-4D97-AF65-F5344CB8AC3E}">
        <p14:creationId xmlns:p14="http://schemas.microsoft.com/office/powerpoint/2010/main" val="2146940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dirty="0"/>
          </a:p>
        </p:txBody>
      </p:sp>
      <p:sp>
        <p:nvSpPr>
          <p:cNvPr id="3"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4" name="Rectangle 6"/>
          <p:cNvSpPr>
            <a:spLocks noGrp="1" noChangeArrowheads="1"/>
          </p:cNvSpPr>
          <p:nvPr>
            <p:ph type="sldNum" sz="quarter" idx="12"/>
          </p:nvPr>
        </p:nvSpPr>
        <p:spPr>
          <a:ln/>
        </p:spPr>
        <p:txBody>
          <a:bodyPr/>
          <a:lstStyle>
            <a:lvl1pPr>
              <a:defRPr/>
            </a:lvl1pPr>
          </a:lstStyle>
          <a:p>
            <a:pPr>
              <a:defRPr/>
            </a:pPr>
            <a:fld id="{5F0AC147-FC03-4D52-A907-7F30D370791C}" type="slidenum">
              <a:rPr lang="en-US"/>
              <a:pPr>
                <a:defRPr/>
              </a:pPr>
              <a:t>‹#›</a:t>
            </a:fld>
            <a:endParaRPr lang="en-US" dirty="0"/>
          </a:p>
        </p:txBody>
      </p:sp>
    </p:spTree>
    <p:extLst>
      <p:ext uri="{BB962C8B-B14F-4D97-AF65-F5344CB8AC3E}">
        <p14:creationId xmlns:p14="http://schemas.microsoft.com/office/powerpoint/2010/main" val="4040356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1F84F7CD-7076-4B24-A374-80DC19E83763}" type="slidenum">
              <a:rPr lang="en-US"/>
              <a:pPr>
                <a:defRPr/>
              </a:pPr>
              <a:t>‹#›</a:t>
            </a:fld>
            <a:endParaRPr lang="en-US" dirty="0"/>
          </a:p>
        </p:txBody>
      </p:sp>
    </p:spTree>
    <p:extLst>
      <p:ext uri="{BB962C8B-B14F-4D97-AF65-F5344CB8AC3E}">
        <p14:creationId xmlns:p14="http://schemas.microsoft.com/office/powerpoint/2010/main" val="36168317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E0C2811B-BE67-4878-8AFC-ADA9D3FF29AB}" type="slidenum">
              <a:rPr lang="en-US"/>
              <a:pPr>
                <a:defRPr/>
              </a:pPr>
              <a:t>‹#›</a:t>
            </a:fld>
            <a:endParaRPr lang="en-US" dirty="0"/>
          </a:p>
        </p:txBody>
      </p:sp>
    </p:spTree>
    <p:extLst>
      <p:ext uri="{BB962C8B-B14F-4D97-AF65-F5344CB8AC3E}">
        <p14:creationId xmlns:p14="http://schemas.microsoft.com/office/powerpoint/2010/main" val="11853058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1C98292F-3726-4132-BDB2-5E84AEFFB5F9}" type="slidenum">
              <a:rPr lang="en-US"/>
              <a:pPr>
                <a:defRPr/>
              </a:pPr>
              <a:t>‹#›</a:t>
            </a:fld>
            <a:endParaRPr lang="en-US" dirty="0"/>
          </a:p>
        </p:txBody>
      </p:sp>
    </p:spTree>
    <p:extLst>
      <p:ext uri="{BB962C8B-B14F-4D97-AF65-F5344CB8AC3E}">
        <p14:creationId xmlns:p14="http://schemas.microsoft.com/office/powerpoint/2010/main" val="403851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D101B17E-C80A-4E9D-945E-A40F95895641}" type="slidenum">
              <a:rPr lang="en-US"/>
              <a:pPr>
                <a:defRPr/>
              </a:pPr>
              <a:t>‹#›</a:t>
            </a:fld>
            <a:endParaRPr lang="en-US" dirty="0"/>
          </a:p>
        </p:txBody>
      </p:sp>
    </p:spTree>
    <p:extLst>
      <p:ext uri="{BB962C8B-B14F-4D97-AF65-F5344CB8AC3E}">
        <p14:creationId xmlns:p14="http://schemas.microsoft.com/office/powerpoint/2010/main" val="28485217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6" name="Rectangle 23"/>
          <p:cNvSpPr>
            <a:spLocks noChangeArrowheads="1"/>
          </p:cNvSpPr>
          <p:nvPr/>
        </p:nvSpPr>
        <p:spPr bwMode="auto">
          <a:xfrm>
            <a:off x="152400" y="152400"/>
            <a:ext cx="8839200" cy="6553200"/>
          </a:xfrm>
          <a:prstGeom prst="rect">
            <a:avLst/>
          </a:prstGeom>
          <a:solidFill>
            <a:schemeClr val="bg1"/>
          </a:solidFill>
          <a:ln w="9525" algn="ctr">
            <a:solidFill>
              <a:srgbClr val="000064"/>
            </a:solidFill>
            <a:miter lim="800000"/>
            <a:headEnd/>
            <a:tailEnd/>
          </a:ln>
          <a:effectLst/>
        </p:spPr>
        <p:txBody>
          <a:bodyPr wrap="none" anchor="ctr"/>
          <a:lstStyle/>
          <a:p>
            <a:pPr>
              <a:defRPr/>
            </a:pPr>
            <a:endParaRPr lang="en-US" dirty="0">
              <a:solidFill>
                <a:schemeClr val="accent1"/>
              </a:solidFill>
              <a:effectLst>
                <a:outerShdw blurRad="38100" dist="38100" dir="2700000" algn="tl">
                  <a:srgbClr val="000000">
                    <a:alpha val="43137"/>
                  </a:srgbClr>
                </a:outerShdw>
              </a:effectLst>
              <a:latin typeface="Arial" pitchFamily="34" charset="0"/>
              <a:cs typeface="+mn-cs"/>
            </a:endParaRPr>
          </a:p>
        </p:txBody>
      </p:sp>
      <p:sp>
        <p:nvSpPr>
          <p:cNvPr id="7" name="Rectangle 3"/>
          <p:cNvSpPr>
            <a:spLocks noChangeArrowheads="1"/>
          </p:cNvSpPr>
          <p:nvPr/>
        </p:nvSpPr>
        <p:spPr bwMode="auto">
          <a:xfrm>
            <a:off x="228600" y="1219200"/>
            <a:ext cx="8763000" cy="488950"/>
          </a:xfrm>
          <a:prstGeom prst="rect">
            <a:avLst/>
          </a:prstGeom>
          <a:noFill/>
          <a:ln w="9525">
            <a:noFill/>
            <a:miter lim="800000"/>
            <a:headEnd/>
            <a:tailEnd/>
          </a:ln>
        </p:spPr>
        <p:txBody>
          <a:bodyPr>
            <a:spAutoFit/>
          </a:bodyPr>
          <a:lstStyle/>
          <a:p>
            <a:pPr>
              <a:spcBef>
                <a:spcPct val="50000"/>
              </a:spcBef>
              <a:buFontTx/>
              <a:buChar char="•"/>
              <a:defRPr/>
            </a:pPr>
            <a:endParaRPr lang="en-US" sz="2600" b="0" i="0" dirty="0">
              <a:solidFill>
                <a:srgbClr val="A50021"/>
              </a:solidFill>
            </a:endParaRPr>
          </a:p>
        </p:txBody>
      </p:sp>
      <p:sp>
        <p:nvSpPr>
          <p:cNvPr id="8" name="Text Box 9"/>
          <p:cNvSpPr txBox="1">
            <a:spLocks noChangeArrowheads="1"/>
          </p:cNvSpPr>
          <p:nvPr/>
        </p:nvSpPr>
        <p:spPr bwMode="auto">
          <a:xfrm>
            <a:off x="4572000" y="2133600"/>
            <a:ext cx="184150" cy="762000"/>
          </a:xfrm>
          <a:prstGeom prst="rect">
            <a:avLst/>
          </a:prstGeom>
          <a:noFill/>
          <a:ln w="9525">
            <a:noFill/>
            <a:miter lim="800000"/>
            <a:headEnd/>
            <a:tailEnd/>
          </a:ln>
          <a:effectLst/>
        </p:spPr>
        <p:txBody>
          <a:bodyPr wrap="none">
            <a:spAutoFit/>
          </a:bodyPr>
          <a:lstStyle/>
          <a:p>
            <a:pPr>
              <a:defRPr/>
            </a:pPr>
            <a:endParaRPr lang="en-US" dirty="0">
              <a:solidFill>
                <a:schemeClr val="tx1"/>
              </a:solidFill>
              <a:effectLst>
                <a:outerShdw blurRad="38100" dist="38100" dir="2700000" algn="tl">
                  <a:srgbClr val="C0C0C0"/>
                </a:outerShdw>
              </a:effectLst>
              <a:latin typeface="Arial" pitchFamily="34" charset="0"/>
              <a:cs typeface="+mn-cs"/>
            </a:endParaRPr>
          </a:p>
        </p:txBody>
      </p:sp>
      <p:sp>
        <p:nvSpPr>
          <p:cNvPr id="9" name="Text Box 11"/>
          <p:cNvSpPr txBox="1">
            <a:spLocks noChangeArrowheads="1"/>
          </p:cNvSpPr>
          <p:nvPr/>
        </p:nvSpPr>
        <p:spPr bwMode="auto">
          <a:xfrm>
            <a:off x="4632325" y="2763838"/>
            <a:ext cx="184150" cy="762000"/>
          </a:xfrm>
          <a:prstGeom prst="rect">
            <a:avLst/>
          </a:prstGeom>
          <a:noFill/>
          <a:ln w="9525">
            <a:noFill/>
            <a:miter lim="800000"/>
            <a:headEnd/>
            <a:tailEnd/>
          </a:ln>
          <a:effectLst/>
        </p:spPr>
        <p:txBody>
          <a:bodyPr wrap="none">
            <a:spAutoFit/>
          </a:bodyPr>
          <a:lstStyle/>
          <a:p>
            <a:pPr>
              <a:defRPr/>
            </a:pPr>
            <a:endParaRPr lang="en-US" dirty="0">
              <a:effectLst>
                <a:outerShdw blurRad="38100" dist="38100" dir="2700000" algn="tl">
                  <a:srgbClr val="C0C0C0"/>
                </a:outerShdw>
              </a:effectLst>
              <a:latin typeface="Arial" pitchFamily="34" charset="0"/>
              <a:cs typeface="+mn-cs"/>
            </a:endParaRPr>
          </a:p>
        </p:txBody>
      </p:sp>
      <p:sp>
        <p:nvSpPr>
          <p:cNvPr id="16" name="Title 1"/>
          <p:cNvSpPr>
            <a:spLocks noGrp="1"/>
          </p:cNvSpPr>
          <p:nvPr>
            <p:ph type="title"/>
          </p:nvPr>
        </p:nvSpPr>
        <p:spPr>
          <a:xfrm>
            <a:off x="152400" y="4114800"/>
            <a:ext cx="8839200" cy="1752600"/>
          </a:xfrm>
        </p:spPr>
        <p:txBody>
          <a:bodyPr/>
          <a:lstStyle>
            <a:lvl1pPr algn="ctr">
              <a:defRPr sz="3600">
                <a:solidFill>
                  <a:schemeClr val="accent1"/>
                </a:solidFill>
              </a:defRPr>
            </a:lvl1pPr>
          </a:lstStyle>
          <a:p>
            <a:r>
              <a:rPr lang="en-US"/>
              <a:t>Click to edit Master title style</a:t>
            </a:r>
            <a:endParaRPr lang="en-US" dirty="0"/>
          </a:p>
        </p:txBody>
      </p:sp>
      <p:sp>
        <p:nvSpPr>
          <p:cNvPr id="17" name="Picture Placeholder 2"/>
          <p:cNvSpPr>
            <a:spLocks noGrp="1"/>
          </p:cNvSpPr>
          <p:nvPr>
            <p:ph type="pic" idx="1"/>
          </p:nvPr>
        </p:nvSpPr>
        <p:spPr>
          <a:xfrm>
            <a:off x="2266950" y="1710813"/>
            <a:ext cx="4533900" cy="26325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18" name="Text Placeholder 3"/>
          <p:cNvSpPr>
            <a:spLocks noGrp="1"/>
          </p:cNvSpPr>
          <p:nvPr>
            <p:ph type="body" sz="half" idx="2"/>
          </p:nvPr>
        </p:nvSpPr>
        <p:spPr>
          <a:xfrm>
            <a:off x="152400" y="5410200"/>
            <a:ext cx="8839200" cy="685800"/>
          </a:xfrm>
        </p:spPr>
        <p:txBody>
          <a:bodyPr/>
          <a:lstStyle>
            <a:lvl1pPr marL="0" indent="0" algn="ctr">
              <a:buNone/>
              <a:defRPr sz="2000" b="1">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0" name="Text Placeholder 3"/>
          <p:cNvSpPr>
            <a:spLocks noGrp="1"/>
          </p:cNvSpPr>
          <p:nvPr>
            <p:ph type="body" sz="half" idx="12"/>
          </p:nvPr>
        </p:nvSpPr>
        <p:spPr>
          <a:xfrm>
            <a:off x="152400" y="6324600"/>
            <a:ext cx="8839200" cy="381000"/>
          </a:xfrm>
        </p:spPr>
        <p:txBody>
          <a:bodyPr/>
          <a:lstStyle>
            <a:lvl1pPr marL="0" indent="0" algn="ctr">
              <a:buNone/>
              <a:defRPr sz="1400" b="1">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Date Placeholder 20"/>
          <p:cNvSpPr>
            <a:spLocks noGrp="1"/>
          </p:cNvSpPr>
          <p:nvPr>
            <p:ph type="dt" sz="half" idx="13"/>
          </p:nvPr>
        </p:nvSpPr>
        <p:spPr/>
        <p:txBody>
          <a:bodyPr/>
          <a:lstStyle>
            <a:lvl1pPr>
              <a:defRPr/>
            </a:lvl1pPr>
          </a:lstStyle>
          <a:p>
            <a:pPr>
              <a:defRPr/>
            </a:pPr>
            <a:endParaRPr lang="en-US" dirty="0"/>
          </a:p>
        </p:txBody>
      </p:sp>
      <p:sp>
        <p:nvSpPr>
          <p:cNvPr id="11" name="Slide Number Placeholder 21"/>
          <p:cNvSpPr>
            <a:spLocks noGrp="1"/>
          </p:cNvSpPr>
          <p:nvPr>
            <p:ph type="sldNum" sz="quarter" idx="14"/>
          </p:nvPr>
        </p:nvSpPr>
        <p:spPr/>
        <p:txBody>
          <a:bodyPr/>
          <a:lstStyle>
            <a:lvl1pPr>
              <a:defRPr/>
            </a:lvl1pPr>
          </a:lstStyle>
          <a:p>
            <a:pPr>
              <a:defRPr/>
            </a:pPr>
            <a:fld id="{98F27B85-E03F-4385-AADD-8FB949E84069}" type="slidenum">
              <a:rPr lang="en-US"/>
              <a:pPr>
                <a:defRPr/>
              </a:pPr>
              <a:t>‹#›</a:t>
            </a:fld>
            <a:endParaRPr lang="en-US" dirty="0"/>
          </a:p>
        </p:txBody>
      </p:sp>
    </p:spTree>
    <p:extLst>
      <p:ext uri="{BB962C8B-B14F-4D97-AF65-F5344CB8AC3E}">
        <p14:creationId xmlns:p14="http://schemas.microsoft.com/office/powerpoint/2010/main" val="4266931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Rectangle 16"/>
          <p:cNvSpPr>
            <a:spLocks noGrp="1" noChangeArrowheads="1"/>
          </p:cNvSpPr>
          <p:nvPr>
            <p:ph type="dt" sz="half" idx="10"/>
          </p:nvPr>
        </p:nvSpPr>
        <p:spPr>
          <a:ln/>
        </p:spPr>
        <p:txBody>
          <a:bodyPr/>
          <a:lstStyle>
            <a:lvl1pPr>
              <a:defRPr/>
            </a:lvl1pPr>
          </a:lstStyle>
          <a:p>
            <a:pPr>
              <a:defRPr/>
            </a:pPr>
            <a:endParaRPr lang="en-US" dirty="0"/>
          </a:p>
        </p:txBody>
      </p:sp>
      <p:sp>
        <p:nvSpPr>
          <p:cNvPr id="4" name="Rectangle 18"/>
          <p:cNvSpPr>
            <a:spLocks noGrp="1" noChangeArrowheads="1"/>
          </p:cNvSpPr>
          <p:nvPr>
            <p:ph type="sldNum" sz="quarter" idx="11"/>
          </p:nvPr>
        </p:nvSpPr>
        <p:spPr>
          <a:ln/>
        </p:spPr>
        <p:txBody>
          <a:bodyPr/>
          <a:lstStyle>
            <a:lvl1pPr>
              <a:defRPr/>
            </a:lvl1pPr>
          </a:lstStyle>
          <a:p>
            <a:pPr>
              <a:defRPr/>
            </a:pPr>
            <a:fld id="{C6FFFDF7-475E-4D47-8720-BC1BB1C94DBD}" type="slidenum">
              <a:rPr lang="en-US"/>
              <a:pPr>
                <a:defRPr/>
              </a:pPr>
              <a:t>‹#›</a:t>
            </a:fld>
            <a:endParaRPr lang="en-US" dirty="0"/>
          </a:p>
        </p:txBody>
      </p:sp>
    </p:spTree>
    <p:extLst>
      <p:ext uri="{BB962C8B-B14F-4D97-AF65-F5344CB8AC3E}">
        <p14:creationId xmlns:p14="http://schemas.microsoft.com/office/powerpoint/2010/main" val="33861492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295400"/>
            <a:ext cx="82296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16"/>
          <p:cNvSpPr>
            <a:spLocks noGrp="1" noChangeArrowheads="1"/>
          </p:cNvSpPr>
          <p:nvPr>
            <p:ph type="dt" sz="half" idx="10"/>
          </p:nvPr>
        </p:nvSpPr>
        <p:spPr>
          <a:ln/>
        </p:spPr>
        <p:txBody>
          <a:bodyPr/>
          <a:lstStyle>
            <a:lvl1pPr>
              <a:defRPr/>
            </a:lvl1pPr>
          </a:lstStyle>
          <a:p>
            <a:pPr>
              <a:defRPr/>
            </a:pPr>
            <a:endParaRPr lang="en-US" dirty="0"/>
          </a:p>
        </p:txBody>
      </p:sp>
      <p:sp>
        <p:nvSpPr>
          <p:cNvPr id="5" name="Rectangle 18"/>
          <p:cNvSpPr>
            <a:spLocks noGrp="1" noChangeArrowheads="1"/>
          </p:cNvSpPr>
          <p:nvPr>
            <p:ph type="sldNum" sz="quarter" idx="11"/>
          </p:nvPr>
        </p:nvSpPr>
        <p:spPr>
          <a:ln/>
        </p:spPr>
        <p:txBody>
          <a:bodyPr/>
          <a:lstStyle>
            <a:lvl1pPr>
              <a:defRPr/>
            </a:lvl1pPr>
          </a:lstStyle>
          <a:p>
            <a:pPr>
              <a:defRPr/>
            </a:pPr>
            <a:fld id="{895EF1CA-CA2B-4409-8361-3A65541BB5C3}" type="slidenum">
              <a:rPr lang="en-US"/>
              <a:pPr>
                <a:defRPr/>
              </a:pPr>
              <a:t>‹#›</a:t>
            </a:fld>
            <a:endParaRPr lang="en-US" dirty="0"/>
          </a:p>
        </p:txBody>
      </p:sp>
    </p:spTree>
    <p:extLst>
      <p:ext uri="{BB962C8B-B14F-4D97-AF65-F5344CB8AC3E}">
        <p14:creationId xmlns:p14="http://schemas.microsoft.com/office/powerpoint/2010/main" val="22004450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133600"/>
          </a:xfrm>
        </p:spPr>
        <p:txBody>
          <a:bodyPr/>
          <a:lstStyle>
            <a:lvl1pPr algn="ctr">
              <a:lnSpc>
                <a:spcPct val="100000"/>
              </a:lnSpc>
              <a:defRPr sz="4400" b="1" cap="none" baseline="0">
                <a:solidFill>
                  <a:schemeClr val="accent1"/>
                </a:solidFill>
              </a:defRPr>
            </a:lvl1pPr>
          </a:lstStyle>
          <a:p>
            <a:r>
              <a:rPr lang="en-US"/>
              <a:t>Click to edit Master title style</a:t>
            </a:r>
            <a:endParaRPr lang="en-US" dirty="0"/>
          </a:p>
        </p:txBody>
      </p:sp>
      <p:sp>
        <p:nvSpPr>
          <p:cNvPr id="3" name="Rectangle 16"/>
          <p:cNvSpPr>
            <a:spLocks noGrp="1" noChangeArrowheads="1"/>
          </p:cNvSpPr>
          <p:nvPr>
            <p:ph type="dt" sz="half" idx="10"/>
          </p:nvPr>
        </p:nvSpPr>
        <p:spPr>
          <a:ln/>
        </p:spPr>
        <p:txBody>
          <a:bodyPr/>
          <a:lstStyle>
            <a:lvl1pPr>
              <a:defRPr/>
            </a:lvl1pPr>
          </a:lstStyle>
          <a:p>
            <a:pPr>
              <a:defRPr/>
            </a:pPr>
            <a:endParaRPr lang="en-US" dirty="0"/>
          </a:p>
        </p:txBody>
      </p:sp>
      <p:sp>
        <p:nvSpPr>
          <p:cNvPr id="4" name="Rectangle 18"/>
          <p:cNvSpPr>
            <a:spLocks noGrp="1" noChangeArrowheads="1"/>
          </p:cNvSpPr>
          <p:nvPr>
            <p:ph type="sldNum" sz="quarter" idx="11"/>
          </p:nvPr>
        </p:nvSpPr>
        <p:spPr>
          <a:ln/>
        </p:spPr>
        <p:txBody>
          <a:bodyPr/>
          <a:lstStyle>
            <a:lvl1pPr>
              <a:defRPr/>
            </a:lvl1pPr>
          </a:lstStyle>
          <a:p>
            <a:pPr>
              <a:defRPr/>
            </a:pPr>
            <a:fld id="{96E0B1AE-8D7B-4B59-BAEC-E7775F62D3CF}" type="slidenum">
              <a:rPr lang="en-US"/>
              <a:pPr>
                <a:defRPr/>
              </a:pPr>
              <a:t>‹#›</a:t>
            </a:fld>
            <a:endParaRPr lang="en-US" dirty="0"/>
          </a:p>
        </p:txBody>
      </p:sp>
    </p:spTree>
    <p:extLst>
      <p:ext uri="{BB962C8B-B14F-4D97-AF65-F5344CB8AC3E}">
        <p14:creationId xmlns:p14="http://schemas.microsoft.com/office/powerpoint/2010/main" val="3304193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2954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954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16"/>
          <p:cNvSpPr>
            <a:spLocks noGrp="1" noChangeArrowheads="1"/>
          </p:cNvSpPr>
          <p:nvPr>
            <p:ph type="dt" sz="half" idx="10"/>
          </p:nvPr>
        </p:nvSpPr>
        <p:spPr>
          <a:ln/>
        </p:spPr>
        <p:txBody>
          <a:bodyPr/>
          <a:lstStyle>
            <a:lvl1pPr>
              <a:defRPr/>
            </a:lvl1pPr>
          </a:lstStyle>
          <a:p>
            <a:pPr>
              <a:defRPr/>
            </a:pPr>
            <a:endParaRPr lang="en-US" dirty="0"/>
          </a:p>
        </p:txBody>
      </p:sp>
      <p:sp>
        <p:nvSpPr>
          <p:cNvPr id="6" name="Rectangle 18"/>
          <p:cNvSpPr>
            <a:spLocks noGrp="1" noChangeArrowheads="1"/>
          </p:cNvSpPr>
          <p:nvPr>
            <p:ph type="sldNum" sz="quarter" idx="11"/>
          </p:nvPr>
        </p:nvSpPr>
        <p:spPr>
          <a:ln/>
        </p:spPr>
        <p:txBody>
          <a:bodyPr/>
          <a:lstStyle>
            <a:lvl1pPr>
              <a:defRPr/>
            </a:lvl1pPr>
          </a:lstStyle>
          <a:p>
            <a:pPr>
              <a:defRPr/>
            </a:pPr>
            <a:fld id="{DC60905E-D9B4-451D-9D91-3D2AAA42ECA6}" type="slidenum">
              <a:rPr lang="en-US"/>
              <a:pPr>
                <a:defRPr/>
              </a:pPr>
              <a:t>‹#›</a:t>
            </a:fld>
            <a:endParaRPr lang="en-US" dirty="0"/>
          </a:p>
        </p:txBody>
      </p:sp>
    </p:spTree>
    <p:extLst>
      <p:ext uri="{BB962C8B-B14F-4D97-AF65-F5344CB8AC3E}">
        <p14:creationId xmlns:p14="http://schemas.microsoft.com/office/powerpoint/2010/main" val="26170221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724607" y="217717"/>
            <a:ext cx="5943600" cy="438538"/>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219200"/>
            <a:ext cx="404018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05000"/>
            <a:ext cx="4040188" cy="42211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219200"/>
            <a:ext cx="4041775"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905000"/>
            <a:ext cx="4041775" cy="42211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16"/>
          <p:cNvSpPr>
            <a:spLocks noGrp="1" noChangeArrowheads="1"/>
          </p:cNvSpPr>
          <p:nvPr>
            <p:ph type="dt" sz="half" idx="10"/>
          </p:nvPr>
        </p:nvSpPr>
        <p:spPr>
          <a:ln/>
        </p:spPr>
        <p:txBody>
          <a:bodyPr/>
          <a:lstStyle>
            <a:lvl1pPr>
              <a:defRPr/>
            </a:lvl1pPr>
          </a:lstStyle>
          <a:p>
            <a:pPr>
              <a:defRPr/>
            </a:pPr>
            <a:endParaRPr lang="en-US" dirty="0"/>
          </a:p>
        </p:txBody>
      </p:sp>
      <p:sp>
        <p:nvSpPr>
          <p:cNvPr id="8" name="Rectangle 18"/>
          <p:cNvSpPr>
            <a:spLocks noGrp="1" noChangeArrowheads="1"/>
          </p:cNvSpPr>
          <p:nvPr>
            <p:ph type="sldNum" sz="quarter" idx="11"/>
          </p:nvPr>
        </p:nvSpPr>
        <p:spPr>
          <a:ln/>
        </p:spPr>
        <p:txBody>
          <a:bodyPr/>
          <a:lstStyle>
            <a:lvl1pPr>
              <a:defRPr/>
            </a:lvl1pPr>
          </a:lstStyle>
          <a:p>
            <a:pPr>
              <a:defRPr/>
            </a:pPr>
            <a:fld id="{70B77B73-1CAD-466D-A387-199B16D58C83}" type="slidenum">
              <a:rPr lang="en-US"/>
              <a:pPr>
                <a:defRPr/>
              </a:pPr>
              <a:t>‹#›</a:t>
            </a:fld>
            <a:endParaRPr lang="en-US" dirty="0"/>
          </a:p>
        </p:txBody>
      </p:sp>
    </p:spTree>
    <p:extLst>
      <p:ext uri="{BB962C8B-B14F-4D97-AF65-F5344CB8AC3E}">
        <p14:creationId xmlns:p14="http://schemas.microsoft.com/office/powerpoint/2010/main" val="18411898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24607" y="219075"/>
            <a:ext cx="5943600" cy="447675"/>
          </a:xfrm>
        </p:spPr>
        <p:txBody>
          <a:bodyPr/>
          <a:lstStyle/>
          <a:p>
            <a:r>
              <a:rPr lang="en-US"/>
              <a:t>Click to edit Master title style</a:t>
            </a:r>
            <a:endParaRPr lang="en-US" dirty="0"/>
          </a:p>
        </p:txBody>
      </p:sp>
      <p:sp>
        <p:nvSpPr>
          <p:cNvPr id="13" name="Content Placeholder 2"/>
          <p:cNvSpPr>
            <a:spLocks noGrp="1"/>
          </p:cNvSpPr>
          <p:nvPr>
            <p:ph idx="1"/>
          </p:nvPr>
        </p:nvSpPr>
        <p:spPr>
          <a:xfrm>
            <a:off x="3575050" y="1143000"/>
            <a:ext cx="5111750" cy="49831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3"/>
          <p:cNvSpPr>
            <a:spLocks noGrp="1"/>
          </p:cNvSpPr>
          <p:nvPr>
            <p:ph type="body" sz="half" idx="2"/>
          </p:nvPr>
        </p:nvSpPr>
        <p:spPr>
          <a:xfrm>
            <a:off x="457200" y="2286000"/>
            <a:ext cx="3008313" cy="38401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5" name="Text Placeholder 2"/>
          <p:cNvSpPr>
            <a:spLocks noGrp="1"/>
          </p:cNvSpPr>
          <p:nvPr>
            <p:ph type="body" idx="12"/>
          </p:nvPr>
        </p:nvSpPr>
        <p:spPr>
          <a:xfrm>
            <a:off x="457200" y="1143000"/>
            <a:ext cx="3008376" cy="1143000"/>
          </a:xfrm>
        </p:spPr>
        <p:txBody>
          <a:bodyPr anchor="b"/>
          <a:lstStyle>
            <a:lvl1pPr marL="0" indent="0">
              <a:buNone/>
              <a:defRPr sz="2000" b="1" i="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Date Placeholder 4"/>
          <p:cNvSpPr>
            <a:spLocks noGrp="1"/>
          </p:cNvSpPr>
          <p:nvPr>
            <p:ph type="dt" sz="half" idx="13"/>
          </p:nvPr>
        </p:nvSpPr>
        <p:spPr/>
        <p:txBody>
          <a:bodyPr/>
          <a:lstStyle>
            <a:lvl1pPr>
              <a:defRPr/>
            </a:lvl1pPr>
          </a:lstStyle>
          <a:p>
            <a:pPr>
              <a:defRPr/>
            </a:pPr>
            <a:endParaRPr lang="en-US" dirty="0"/>
          </a:p>
        </p:txBody>
      </p:sp>
      <p:sp>
        <p:nvSpPr>
          <p:cNvPr id="7" name="Slide Number Placeholder 5"/>
          <p:cNvSpPr>
            <a:spLocks noGrp="1"/>
          </p:cNvSpPr>
          <p:nvPr>
            <p:ph type="sldNum" sz="quarter" idx="14"/>
          </p:nvPr>
        </p:nvSpPr>
        <p:spPr>
          <a:xfrm>
            <a:off x="8686800" y="6534150"/>
            <a:ext cx="457200" cy="476250"/>
          </a:xfrm>
        </p:spPr>
        <p:txBody>
          <a:bodyPr/>
          <a:lstStyle>
            <a:lvl1pPr>
              <a:defRPr/>
            </a:lvl1pPr>
          </a:lstStyle>
          <a:p>
            <a:pPr>
              <a:defRPr/>
            </a:pPr>
            <a:fld id="{56FA4DC4-5C5A-477D-94A7-892E41FC3640}" type="slidenum">
              <a:rPr lang="en-US"/>
              <a:pPr>
                <a:defRPr/>
              </a:pPr>
              <a:t>‹#›</a:t>
            </a:fld>
            <a:endParaRPr lang="en-US" dirty="0"/>
          </a:p>
        </p:txBody>
      </p:sp>
    </p:spTree>
    <p:extLst>
      <p:ext uri="{BB962C8B-B14F-4D97-AF65-F5344CB8AC3E}">
        <p14:creationId xmlns:p14="http://schemas.microsoft.com/office/powerpoint/2010/main" val="4821347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24607" y="219075"/>
            <a:ext cx="5943600" cy="447675"/>
          </a:xfrm>
        </p:spPr>
        <p:txBody>
          <a:bodyPr/>
          <a:lstStyle>
            <a:lvl1pPr>
              <a:defRPr>
                <a:solidFill>
                  <a:schemeClr val="accent1"/>
                </a:solidFill>
              </a:defRPr>
            </a:lvl1pPr>
          </a:lstStyle>
          <a:p>
            <a:r>
              <a:rPr lang="en-US"/>
              <a:t>Click to edit Master title style</a:t>
            </a:r>
            <a:endParaRPr lang="en-US" dirty="0"/>
          </a:p>
        </p:txBody>
      </p:sp>
      <p:sp>
        <p:nvSpPr>
          <p:cNvPr id="10" name="Picture Placeholder 2"/>
          <p:cNvSpPr>
            <a:spLocks noGrp="1"/>
          </p:cNvSpPr>
          <p:nvPr>
            <p:ph type="pic" idx="1"/>
          </p:nvPr>
        </p:nvSpPr>
        <p:spPr>
          <a:xfrm>
            <a:off x="685800" y="1752600"/>
            <a:ext cx="7696200" cy="3962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11" name="Text Placeholder 3"/>
          <p:cNvSpPr>
            <a:spLocks noGrp="1"/>
          </p:cNvSpPr>
          <p:nvPr>
            <p:ph type="body" sz="half" idx="2"/>
          </p:nvPr>
        </p:nvSpPr>
        <p:spPr>
          <a:xfrm>
            <a:off x="685800" y="5791200"/>
            <a:ext cx="7696200" cy="685800"/>
          </a:xfrm>
        </p:spPr>
        <p:txBody>
          <a:bodyPr/>
          <a:lstStyle>
            <a:lvl1pPr marL="0" indent="0" algn="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3" name="Text Placeholder 2"/>
          <p:cNvSpPr>
            <a:spLocks noGrp="1"/>
          </p:cNvSpPr>
          <p:nvPr>
            <p:ph type="body" idx="12"/>
          </p:nvPr>
        </p:nvSpPr>
        <p:spPr>
          <a:xfrm>
            <a:off x="304800" y="1143000"/>
            <a:ext cx="8458200" cy="533400"/>
          </a:xfrm>
        </p:spPr>
        <p:txBody>
          <a:bodyPr anchor="b"/>
          <a:lstStyle>
            <a:lvl1pPr marL="0" indent="0" algn="ctr">
              <a:buNone/>
              <a:defRPr sz="2400" b="0" i="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Date Placeholder 4"/>
          <p:cNvSpPr>
            <a:spLocks noGrp="1"/>
          </p:cNvSpPr>
          <p:nvPr>
            <p:ph type="dt" sz="half" idx="13"/>
          </p:nvPr>
        </p:nvSpPr>
        <p:spPr/>
        <p:txBody>
          <a:bodyPr/>
          <a:lstStyle>
            <a:lvl1pPr>
              <a:defRPr/>
            </a:lvl1pPr>
          </a:lstStyle>
          <a:p>
            <a:pPr>
              <a:defRPr/>
            </a:pPr>
            <a:endParaRPr lang="en-US" dirty="0"/>
          </a:p>
        </p:txBody>
      </p:sp>
      <p:sp>
        <p:nvSpPr>
          <p:cNvPr id="7" name="Slide Number Placeholder 5"/>
          <p:cNvSpPr>
            <a:spLocks noGrp="1"/>
          </p:cNvSpPr>
          <p:nvPr>
            <p:ph type="sldNum" sz="quarter" idx="14"/>
          </p:nvPr>
        </p:nvSpPr>
        <p:spPr>
          <a:xfrm>
            <a:off x="8686800" y="6534150"/>
            <a:ext cx="457200" cy="476250"/>
          </a:xfrm>
        </p:spPr>
        <p:txBody>
          <a:bodyPr/>
          <a:lstStyle>
            <a:lvl1pPr>
              <a:defRPr/>
            </a:lvl1pPr>
          </a:lstStyle>
          <a:p>
            <a:pPr>
              <a:defRPr/>
            </a:pPr>
            <a:fld id="{82299AD4-0832-4267-9874-7B0521C2B68C}" type="slidenum">
              <a:rPr lang="en-US"/>
              <a:pPr>
                <a:defRPr/>
              </a:pPr>
              <a:t>‹#›</a:t>
            </a:fld>
            <a:endParaRPr lang="en-US" dirty="0"/>
          </a:p>
        </p:txBody>
      </p:sp>
    </p:spTree>
    <p:extLst>
      <p:ext uri="{BB962C8B-B14F-4D97-AF65-F5344CB8AC3E}">
        <p14:creationId xmlns:p14="http://schemas.microsoft.com/office/powerpoint/2010/main" val="37936937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AndObj" preserve="1">
  <p:cSld name="1_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24607" y="219075"/>
            <a:ext cx="5943600" cy="447675"/>
          </a:xfrm>
        </p:spPr>
        <p:txBody>
          <a:bodyPr/>
          <a:lstStyle/>
          <a:p>
            <a:r>
              <a:rPr lang="en-US"/>
              <a:t>Click to edit Master title style</a:t>
            </a:r>
            <a:endParaRPr lang="en-US" dirty="0"/>
          </a:p>
        </p:txBody>
      </p:sp>
      <p:sp>
        <p:nvSpPr>
          <p:cNvPr id="3" name="Text Placeholder 2"/>
          <p:cNvSpPr>
            <a:spLocks noGrp="1"/>
          </p:cNvSpPr>
          <p:nvPr>
            <p:ph type="body" sz="half" idx="1"/>
          </p:nvPr>
        </p:nvSpPr>
        <p:spPr>
          <a:xfrm>
            <a:off x="457200" y="1219200"/>
            <a:ext cx="40386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19200"/>
            <a:ext cx="40386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lvl1pPr>
          </a:lstStyle>
          <a:p>
            <a:pPr>
              <a:defRPr/>
            </a:pPr>
            <a:endParaRPr lang="en-US" dirty="0"/>
          </a:p>
        </p:txBody>
      </p:sp>
      <p:sp>
        <p:nvSpPr>
          <p:cNvPr id="6" name="Slide Number Placeholder 5"/>
          <p:cNvSpPr>
            <a:spLocks noGrp="1"/>
          </p:cNvSpPr>
          <p:nvPr>
            <p:ph type="sldNum" sz="quarter" idx="11"/>
          </p:nvPr>
        </p:nvSpPr>
        <p:spPr>
          <a:xfrm>
            <a:off x="8686800" y="6534150"/>
            <a:ext cx="457200" cy="476250"/>
          </a:xfrm>
        </p:spPr>
        <p:txBody>
          <a:bodyPr/>
          <a:lstStyle>
            <a:lvl1pPr>
              <a:defRPr/>
            </a:lvl1pPr>
          </a:lstStyle>
          <a:p>
            <a:pPr>
              <a:defRPr/>
            </a:pPr>
            <a:fld id="{CA776E5A-07F2-41BD-B2D4-81DFAC86114D}" type="slidenum">
              <a:rPr lang="en-US"/>
              <a:pPr>
                <a:defRPr/>
              </a:pPr>
              <a:t>‹#›</a:t>
            </a:fld>
            <a:endParaRPr lang="en-US" dirty="0"/>
          </a:p>
        </p:txBody>
      </p:sp>
    </p:spTree>
    <p:extLst>
      <p:ext uri="{BB962C8B-B14F-4D97-AF65-F5344CB8AC3E}">
        <p14:creationId xmlns:p14="http://schemas.microsoft.com/office/powerpoint/2010/main" val="29998644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6" name="Rectangle 23"/>
          <p:cNvSpPr>
            <a:spLocks noChangeArrowheads="1"/>
          </p:cNvSpPr>
          <p:nvPr/>
        </p:nvSpPr>
        <p:spPr bwMode="auto">
          <a:xfrm>
            <a:off x="152400" y="152400"/>
            <a:ext cx="8839200" cy="6553200"/>
          </a:xfrm>
          <a:prstGeom prst="rect">
            <a:avLst/>
          </a:prstGeom>
          <a:solidFill>
            <a:schemeClr val="bg1"/>
          </a:solidFill>
          <a:ln w="9525" algn="ctr">
            <a:solidFill>
              <a:srgbClr val="000064"/>
            </a:solidFill>
            <a:miter lim="800000"/>
            <a:headEnd/>
            <a:tailEnd/>
          </a:ln>
          <a:effectLst/>
        </p:spPr>
        <p:txBody>
          <a:bodyPr wrap="none" anchor="ctr"/>
          <a:lstStyle/>
          <a:p>
            <a:pPr>
              <a:defRPr/>
            </a:pPr>
            <a:endParaRPr lang="en-US" dirty="0">
              <a:solidFill>
                <a:schemeClr val="accent1"/>
              </a:solidFill>
              <a:effectLst>
                <a:outerShdw blurRad="38100" dist="38100" dir="2700000" algn="tl">
                  <a:srgbClr val="000000">
                    <a:alpha val="43137"/>
                  </a:srgbClr>
                </a:outerShdw>
              </a:effectLst>
              <a:latin typeface="Arial" pitchFamily="34" charset="0"/>
              <a:cs typeface="+mn-cs"/>
            </a:endParaRPr>
          </a:p>
        </p:txBody>
      </p:sp>
      <p:sp>
        <p:nvSpPr>
          <p:cNvPr id="7" name="Rectangle 3"/>
          <p:cNvSpPr>
            <a:spLocks noChangeArrowheads="1"/>
          </p:cNvSpPr>
          <p:nvPr/>
        </p:nvSpPr>
        <p:spPr bwMode="auto">
          <a:xfrm>
            <a:off x="228600" y="1219200"/>
            <a:ext cx="8763000" cy="488950"/>
          </a:xfrm>
          <a:prstGeom prst="rect">
            <a:avLst/>
          </a:prstGeom>
          <a:noFill/>
          <a:ln w="9525">
            <a:noFill/>
            <a:miter lim="800000"/>
            <a:headEnd/>
            <a:tailEnd/>
          </a:ln>
        </p:spPr>
        <p:txBody>
          <a:bodyPr>
            <a:spAutoFit/>
          </a:bodyPr>
          <a:lstStyle/>
          <a:p>
            <a:pPr>
              <a:spcBef>
                <a:spcPct val="50000"/>
              </a:spcBef>
              <a:buFontTx/>
              <a:buChar char="•"/>
              <a:defRPr/>
            </a:pPr>
            <a:endParaRPr lang="en-US" sz="2600" b="0" i="0" dirty="0">
              <a:solidFill>
                <a:srgbClr val="A50021"/>
              </a:solidFill>
            </a:endParaRPr>
          </a:p>
        </p:txBody>
      </p:sp>
      <p:sp>
        <p:nvSpPr>
          <p:cNvPr id="8" name="Text Box 9"/>
          <p:cNvSpPr txBox="1">
            <a:spLocks noChangeArrowheads="1"/>
          </p:cNvSpPr>
          <p:nvPr/>
        </p:nvSpPr>
        <p:spPr bwMode="auto">
          <a:xfrm>
            <a:off x="4572000" y="2133600"/>
            <a:ext cx="184150" cy="762000"/>
          </a:xfrm>
          <a:prstGeom prst="rect">
            <a:avLst/>
          </a:prstGeom>
          <a:noFill/>
          <a:ln w="9525">
            <a:noFill/>
            <a:miter lim="800000"/>
            <a:headEnd/>
            <a:tailEnd/>
          </a:ln>
          <a:effectLst/>
        </p:spPr>
        <p:txBody>
          <a:bodyPr wrap="none">
            <a:spAutoFit/>
          </a:bodyPr>
          <a:lstStyle/>
          <a:p>
            <a:pPr>
              <a:defRPr/>
            </a:pPr>
            <a:endParaRPr lang="en-US" dirty="0">
              <a:solidFill>
                <a:schemeClr val="tx1"/>
              </a:solidFill>
              <a:effectLst>
                <a:outerShdw blurRad="38100" dist="38100" dir="2700000" algn="tl">
                  <a:srgbClr val="C0C0C0"/>
                </a:outerShdw>
              </a:effectLst>
              <a:latin typeface="Arial" pitchFamily="34" charset="0"/>
              <a:cs typeface="+mn-cs"/>
            </a:endParaRPr>
          </a:p>
        </p:txBody>
      </p:sp>
      <p:sp>
        <p:nvSpPr>
          <p:cNvPr id="9" name="Text Box 11"/>
          <p:cNvSpPr txBox="1">
            <a:spLocks noChangeArrowheads="1"/>
          </p:cNvSpPr>
          <p:nvPr/>
        </p:nvSpPr>
        <p:spPr bwMode="auto">
          <a:xfrm>
            <a:off x="4632325" y="2763838"/>
            <a:ext cx="184150" cy="762000"/>
          </a:xfrm>
          <a:prstGeom prst="rect">
            <a:avLst/>
          </a:prstGeom>
          <a:noFill/>
          <a:ln w="9525">
            <a:noFill/>
            <a:miter lim="800000"/>
            <a:headEnd/>
            <a:tailEnd/>
          </a:ln>
          <a:effectLst/>
        </p:spPr>
        <p:txBody>
          <a:bodyPr wrap="none">
            <a:spAutoFit/>
          </a:bodyPr>
          <a:lstStyle/>
          <a:p>
            <a:pPr>
              <a:defRPr/>
            </a:pPr>
            <a:endParaRPr lang="en-US" dirty="0">
              <a:effectLst>
                <a:outerShdw blurRad="38100" dist="38100" dir="2700000" algn="tl">
                  <a:srgbClr val="C0C0C0"/>
                </a:outerShdw>
              </a:effectLst>
              <a:latin typeface="Arial" pitchFamily="34" charset="0"/>
              <a:cs typeface="+mn-cs"/>
            </a:endParaRPr>
          </a:p>
        </p:txBody>
      </p:sp>
      <p:sp>
        <p:nvSpPr>
          <p:cNvPr id="16" name="Title 1"/>
          <p:cNvSpPr>
            <a:spLocks noGrp="1"/>
          </p:cNvSpPr>
          <p:nvPr>
            <p:ph type="title"/>
          </p:nvPr>
        </p:nvSpPr>
        <p:spPr>
          <a:xfrm>
            <a:off x="152400" y="4114800"/>
            <a:ext cx="8839200" cy="1752600"/>
          </a:xfrm>
        </p:spPr>
        <p:txBody>
          <a:bodyPr/>
          <a:lstStyle>
            <a:lvl1pPr algn="ctr">
              <a:defRPr sz="3600">
                <a:solidFill>
                  <a:schemeClr val="accent1"/>
                </a:solidFill>
              </a:defRPr>
            </a:lvl1pPr>
          </a:lstStyle>
          <a:p>
            <a:r>
              <a:rPr lang="en-US"/>
              <a:t>Click to edit Master title style</a:t>
            </a:r>
            <a:endParaRPr lang="en-US" dirty="0"/>
          </a:p>
        </p:txBody>
      </p:sp>
      <p:sp>
        <p:nvSpPr>
          <p:cNvPr id="17" name="Picture Placeholder 2"/>
          <p:cNvSpPr>
            <a:spLocks noGrp="1"/>
          </p:cNvSpPr>
          <p:nvPr>
            <p:ph type="pic" idx="1"/>
          </p:nvPr>
        </p:nvSpPr>
        <p:spPr>
          <a:xfrm>
            <a:off x="2266950" y="1710813"/>
            <a:ext cx="4533900" cy="26325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18" name="Text Placeholder 3"/>
          <p:cNvSpPr>
            <a:spLocks noGrp="1"/>
          </p:cNvSpPr>
          <p:nvPr>
            <p:ph type="body" sz="half" idx="2"/>
          </p:nvPr>
        </p:nvSpPr>
        <p:spPr>
          <a:xfrm>
            <a:off x="152400" y="5410200"/>
            <a:ext cx="8839200" cy="685800"/>
          </a:xfrm>
        </p:spPr>
        <p:txBody>
          <a:bodyPr/>
          <a:lstStyle>
            <a:lvl1pPr marL="0" indent="0" algn="ctr">
              <a:buNone/>
              <a:defRPr sz="2000" b="1">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0" name="Text Placeholder 3"/>
          <p:cNvSpPr>
            <a:spLocks noGrp="1"/>
          </p:cNvSpPr>
          <p:nvPr>
            <p:ph type="body" sz="half" idx="12"/>
          </p:nvPr>
        </p:nvSpPr>
        <p:spPr>
          <a:xfrm>
            <a:off x="152400" y="6324600"/>
            <a:ext cx="8839200" cy="381000"/>
          </a:xfrm>
        </p:spPr>
        <p:txBody>
          <a:bodyPr/>
          <a:lstStyle>
            <a:lvl1pPr marL="0" indent="0" algn="ctr">
              <a:buNone/>
              <a:defRPr sz="1400" b="1">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Date Placeholder 20"/>
          <p:cNvSpPr>
            <a:spLocks noGrp="1"/>
          </p:cNvSpPr>
          <p:nvPr>
            <p:ph type="dt" sz="half" idx="13"/>
          </p:nvPr>
        </p:nvSpPr>
        <p:spPr/>
        <p:txBody>
          <a:bodyPr/>
          <a:lstStyle>
            <a:lvl1pPr>
              <a:defRPr/>
            </a:lvl1pPr>
          </a:lstStyle>
          <a:p>
            <a:pPr>
              <a:defRPr/>
            </a:pPr>
            <a:endParaRPr lang="en-US" dirty="0"/>
          </a:p>
        </p:txBody>
      </p:sp>
      <p:sp>
        <p:nvSpPr>
          <p:cNvPr id="11" name="Slide Number Placeholder 21"/>
          <p:cNvSpPr>
            <a:spLocks noGrp="1"/>
          </p:cNvSpPr>
          <p:nvPr>
            <p:ph type="sldNum" sz="quarter" idx="14"/>
          </p:nvPr>
        </p:nvSpPr>
        <p:spPr/>
        <p:txBody>
          <a:bodyPr/>
          <a:lstStyle>
            <a:lvl1pPr>
              <a:defRPr/>
            </a:lvl1pPr>
          </a:lstStyle>
          <a:p>
            <a:pPr>
              <a:defRPr/>
            </a:pPr>
            <a:fld id="{98F27B85-E03F-4385-AADD-8FB949E84069}" type="slidenum">
              <a:rPr lang="en-US" smtClean="0"/>
              <a:pPr>
                <a:defRPr/>
              </a:pPr>
              <a:t>‹#›</a:t>
            </a:fld>
            <a:endParaRPr lang="en-US" dirty="0"/>
          </a:p>
        </p:txBody>
      </p:sp>
    </p:spTree>
    <p:extLst>
      <p:ext uri="{BB962C8B-B14F-4D97-AF65-F5344CB8AC3E}">
        <p14:creationId xmlns:p14="http://schemas.microsoft.com/office/powerpoint/2010/main" val="13182434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76400" y="457200"/>
            <a:ext cx="5943600" cy="447675"/>
          </a:xfrm>
        </p:spPr>
        <p:txBody>
          <a:bodyPr/>
          <a:lstStyle/>
          <a:p>
            <a:r>
              <a:rPr lang="en-US" dirty="0"/>
              <a:t>Click to edit Master title style</a:t>
            </a:r>
          </a:p>
        </p:txBody>
      </p:sp>
      <p:sp>
        <p:nvSpPr>
          <p:cNvPr id="3" name="Rectangle 16"/>
          <p:cNvSpPr>
            <a:spLocks noGrp="1" noChangeArrowheads="1"/>
          </p:cNvSpPr>
          <p:nvPr>
            <p:ph type="dt" sz="half" idx="10"/>
          </p:nvPr>
        </p:nvSpPr>
        <p:spPr>
          <a:ln/>
        </p:spPr>
        <p:txBody>
          <a:bodyPr/>
          <a:lstStyle>
            <a:lvl1pPr>
              <a:defRPr/>
            </a:lvl1pPr>
          </a:lstStyle>
          <a:p>
            <a:pPr>
              <a:defRPr/>
            </a:pPr>
            <a:endParaRPr lang="en-US" dirty="0"/>
          </a:p>
        </p:txBody>
      </p:sp>
      <p:sp>
        <p:nvSpPr>
          <p:cNvPr id="4" name="Rectangle 18"/>
          <p:cNvSpPr>
            <a:spLocks noGrp="1" noChangeArrowheads="1"/>
          </p:cNvSpPr>
          <p:nvPr>
            <p:ph type="sldNum" sz="quarter" idx="11"/>
          </p:nvPr>
        </p:nvSpPr>
        <p:spPr>
          <a:ln/>
        </p:spPr>
        <p:txBody>
          <a:bodyPr/>
          <a:lstStyle>
            <a:lvl1pPr>
              <a:defRPr/>
            </a:lvl1pPr>
          </a:lstStyle>
          <a:p>
            <a:pPr>
              <a:defRPr/>
            </a:pPr>
            <a:fld id="{C6FFFDF7-475E-4D47-8720-BC1BB1C94DBD}" type="slidenum">
              <a:rPr lang="en-US" smtClean="0"/>
              <a:pPr>
                <a:defRPr/>
              </a:pPr>
              <a:t>‹#›</a:t>
            </a:fld>
            <a:endParaRPr lang="en-US" dirty="0"/>
          </a:p>
        </p:txBody>
      </p:sp>
    </p:spTree>
    <p:extLst>
      <p:ext uri="{BB962C8B-B14F-4D97-AF65-F5344CB8AC3E}">
        <p14:creationId xmlns:p14="http://schemas.microsoft.com/office/powerpoint/2010/main" val="40099671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52600" y="405606"/>
            <a:ext cx="5943600" cy="447675"/>
          </a:xfrm>
        </p:spPr>
        <p:txBody>
          <a:bodyPr/>
          <a:lstStyle/>
          <a:p>
            <a:r>
              <a:rPr lang="en-US" dirty="0"/>
              <a:t>Click to edit Master title style</a:t>
            </a:r>
          </a:p>
        </p:txBody>
      </p:sp>
      <p:sp>
        <p:nvSpPr>
          <p:cNvPr id="3" name="Content Placeholder 2"/>
          <p:cNvSpPr>
            <a:spLocks noGrp="1"/>
          </p:cNvSpPr>
          <p:nvPr>
            <p:ph idx="1"/>
          </p:nvPr>
        </p:nvSpPr>
        <p:spPr>
          <a:xfrm>
            <a:off x="457200" y="1295400"/>
            <a:ext cx="82296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16"/>
          <p:cNvSpPr>
            <a:spLocks noGrp="1" noChangeArrowheads="1"/>
          </p:cNvSpPr>
          <p:nvPr>
            <p:ph type="dt" sz="half" idx="10"/>
          </p:nvPr>
        </p:nvSpPr>
        <p:spPr>
          <a:ln/>
        </p:spPr>
        <p:txBody>
          <a:bodyPr/>
          <a:lstStyle>
            <a:lvl1pPr>
              <a:defRPr/>
            </a:lvl1pPr>
          </a:lstStyle>
          <a:p>
            <a:pPr>
              <a:defRPr/>
            </a:pPr>
            <a:endParaRPr lang="en-US" dirty="0"/>
          </a:p>
        </p:txBody>
      </p:sp>
      <p:sp>
        <p:nvSpPr>
          <p:cNvPr id="5" name="Rectangle 18"/>
          <p:cNvSpPr>
            <a:spLocks noGrp="1" noChangeArrowheads="1"/>
          </p:cNvSpPr>
          <p:nvPr>
            <p:ph type="sldNum" sz="quarter" idx="11"/>
          </p:nvPr>
        </p:nvSpPr>
        <p:spPr>
          <a:ln/>
        </p:spPr>
        <p:txBody>
          <a:bodyPr/>
          <a:lstStyle>
            <a:lvl1pPr>
              <a:defRPr/>
            </a:lvl1pPr>
          </a:lstStyle>
          <a:p>
            <a:pPr>
              <a:defRPr/>
            </a:pPr>
            <a:fld id="{895EF1CA-CA2B-4409-8361-3A65541BB5C3}" type="slidenum">
              <a:rPr lang="en-US" smtClean="0"/>
              <a:pPr>
                <a:defRPr/>
              </a:pPr>
              <a:t>‹#›</a:t>
            </a:fld>
            <a:endParaRPr lang="en-US" dirty="0"/>
          </a:p>
        </p:txBody>
      </p:sp>
    </p:spTree>
    <p:extLst>
      <p:ext uri="{BB962C8B-B14F-4D97-AF65-F5344CB8AC3E}">
        <p14:creationId xmlns:p14="http://schemas.microsoft.com/office/powerpoint/2010/main" val="27510565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133600"/>
          </a:xfrm>
        </p:spPr>
        <p:txBody>
          <a:bodyPr/>
          <a:lstStyle>
            <a:lvl1pPr algn="ctr">
              <a:lnSpc>
                <a:spcPct val="100000"/>
              </a:lnSpc>
              <a:defRPr sz="4400" b="1" cap="none" baseline="0">
                <a:solidFill>
                  <a:schemeClr val="accent1"/>
                </a:solidFill>
              </a:defRPr>
            </a:lvl1pPr>
          </a:lstStyle>
          <a:p>
            <a:r>
              <a:rPr lang="en-US"/>
              <a:t>Click to edit Master title style</a:t>
            </a:r>
            <a:endParaRPr lang="en-US" dirty="0"/>
          </a:p>
        </p:txBody>
      </p:sp>
      <p:sp>
        <p:nvSpPr>
          <p:cNvPr id="3" name="Rectangle 16"/>
          <p:cNvSpPr>
            <a:spLocks noGrp="1" noChangeArrowheads="1"/>
          </p:cNvSpPr>
          <p:nvPr>
            <p:ph type="dt" sz="half" idx="10"/>
          </p:nvPr>
        </p:nvSpPr>
        <p:spPr>
          <a:ln/>
        </p:spPr>
        <p:txBody>
          <a:bodyPr/>
          <a:lstStyle>
            <a:lvl1pPr>
              <a:defRPr/>
            </a:lvl1pPr>
          </a:lstStyle>
          <a:p>
            <a:pPr>
              <a:defRPr/>
            </a:pPr>
            <a:endParaRPr lang="en-US" dirty="0"/>
          </a:p>
        </p:txBody>
      </p:sp>
      <p:sp>
        <p:nvSpPr>
          <p:cNvPr id="4" name="Rectangle 18"/>
          <p:cNvSpPr>
            <a:spLocks noGrp="1" noChangeArrowheads="1"/>
          </p:cNvSpPr>
          <p:nvPr>
            <p:ph type="sldNum" sz="quarter" idx="11"/>
          </p:nvPr>
        </p:nvSpPr>
        <p:spPr>
          <a:ln/>
        </p:spPr>
        <p:txBody>
          <a:bodyPr/>
          <a:lstStyle>
            <a:lvl1pPr>
              <a:defRPr/>
            </a:lvl1pPr>
          </a:lstStyle>
          <a:p>
            <a:pPr>
              <a:defRPr/>
            </a:pPr>
            <a:fld id="{96E0B1AE-8D7B-4B59-BAEC-E7775F62D3CF}" type="slidenum">
              <a:rPr lang="en-US" smtClean="0"/>
              <a:pPr>
                <a:defRPr/>
              </a:pPr>
              <a:t>‹#›</a:t>
            </a:fld>
            <a:endParaRPr lang="en-US" dirty="0"/>
          </a:p>
        </p:txBody>
      </p:sp>
    </p:spTree>
    <p:extLst>
      <p:ext uri="{BB962C8B-B14F-4D97-AF65-F5344CB8AC3E}">
        <p14:creationId xmlns:p14="http://schemas.microsoft.com/office/powerpoint/2010/main" val="24518916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2954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954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16"/>
          <p:cNvSpPr>
            <a:spLocks noGrp="1" noChangeArrowheads="1"/>
          </p:cNvSpPr>
          <p:nvPr>
            <p:ph type="dt" sz="half" idx="10"/>
          </p:nvPr>
        </p:nvSpPr>
        <p:spPr>
          <a:ln/>
        </p:spPr>
        <p:txBody>
          <a:bodyPr/>
          <a:lstStyle>
            <a:lvl1pPr>
              <a:defRPr/>
            </a:lvl1pPr>
          </a:lstStyle>
          <a:p>
            <a:pPr>
              <a:defRPr/>
            </a:pPr>
            <a:endParaRPr lang="en-US" dirty="0"/>
          </a:p>
        </p:txBody>
      </p:sp>
      <p:sp>
        <p:nvSpPr>
          <p:cNvPr id="6" name="Rectangle 18"/>
          <p:cNvSpPr>
            <a:spLocks noGrp="1" noChangeArrowheads="1"/>
          </p:cNvSpPr>
          <p:nvPr>
            <p:ph type="sldNum" sz="quarter" idx="11"/>
          </p:nvPr>
        </p:nvSpPr>
        <p:spPr>
          <a:ln/>
        </p:spPr>
        <p:txBody>
          <a:bodyPr/>
          <a:lstStyle>
            <a:lvl1pPr>
              <a:defRPr/>
            </a:lvl1pPr>
          </a:lstStyle>
          <a:p>
            <a:pPr>
              <a:defRPr/>
            </a:pPr>
            <a:fld id="{DC60905E-D9B4-451D-9D91-3D2AAA42ECA6}" type="slidenum">
              <a:rPr lang="en-US" smtClean="0"/>
              <a:pPr>
                <a:defRPr/>
              </a:pPr>
              <a:t>‹#›</a:t>
            </a:fld>
            <a:endParaRPr lang="en-US" dirty="0"/>
          </a:p>
        </p:txBody>
      </p:sp>
    </p:spTree>
    <p:extLst>
      <p:ext uri="{BB962C8B-B14F-4D97-AF65-F5344CB8AC3E}">
        <p14:creationId xmlns:p14="http://schemas.microsoft.com/office/powerpoint/2010/main" val="38532148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724607" y="217717"/>
            <a:ext cx="5943600" cy="438538"/>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219200"/>
            <a:ext cx="404018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05000"/>
            <a:ext cx="4040188" cy="42211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219200"/>
            <a:ext cx="4041775"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905000"/>
            <a:ext cx="4041775" cy="42211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16"/>
          <p:cNvSpPr>
            <a:spLocks noGrp="1" noChangeArrowheads="1"/>
          </p:cNvSpPr>
          <p:nvPr>
            <p:ph type="dt" sz="half" idx="10"/>
          </p:nvPr>
        </p:nvSpPr>
        <p:spPr>
          <a:ln/>
        </p:spPr>
        <p:txBody>
          <a:bodyPr/>
          <a:lstStyle>
            <a:lvl1pPr>
              <a:defRPr/>
            </a:lvl1pPr>
          </a:lstStyle>
          <a:p>
            <a:pPr>
              <a:defRPr/>
            </a:pPr>
            <a:endParaRPr lang="en-US" dirty="0"/>
          </a:p>
        </p:txBody>
      </p:sp>
      <p:sp>
        <p:nvSpPr>
          <p:cNvPr id="8" name="Rectangle 18"/>
          <p:cNvSpPr>
            <a:spLocks noGrp="1" noChangeArrowheads="1"/>
          </p:cNvSpPr>
          <p:nvPr>
            <p:ph type="sldNum" sz="quarter" idx="11"/>
          </p:nvPr>
        </p:nvSpPr>
        <p:spPr>
          <a:ln/>
        </p:spPr>
        <p:txBody>
          <a:bodyPr/>
          <a:lstStyle>
            <a:lvl1pPr>
              <a:defRPr/>
            </a:lvl1pPr>
          </a:lstStyle>
          <a:p>
            <a:pPr>
              <a:defRPr/>
            </a:pPr>
            <a:fld id="{70B77B73-1CAD-466D-A387-199B16D58C83}" type="slidenum">
              <a:rPr lang="en-US" smtClean="0"/>
              <a:pPr>
                <a:defRPr/>
              </a:pPr>
              <a:t>‹#›</a:t>
            </a:fld>
            <a:endParaRPr lang="en-US" dirty="0"/>
          </a:p>
        </p:txBody>
      </p:sp>
    </p:spTree>
    <p:extLst>
      <p:ext uri="{BB962C8B-B14F-4D97-AF65-F5344CB8AC3E}">
        <p14:creationId xmlns:p14="http://schemas.microsoft.com/office/powerpoint/2010/main" val="9660702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24607" y="219075"/>
            <a:ext cx="5943600" cy="447675"/>
          </a:xfrm>
        </p:spPr>
        <p:txBody>
          <a:bodyPr/>
          <a:lstStyle/>
          <a:p>
            <a:r>
              <a:rPr lang="en-US"/>
              <a:t>Click to edit Master title style</a:t>
            </a:r>
            <a:endParaRPr lang="en-US" dirty="0"/>
          </a:p>
        </p:txBody>
      </p:sp>
      <p:sp>
        <p:nvSpPr>
          <p:cNvPr id="13" name="Content Placeholder 2"/>
          <p:cNvSpPr>
            <a:spLocks noGrp="1"/>
          </p:cNvSpPr>
          <p:nvPr>
            <p:ph idx="1"/>
          </p:nvPr>
        </p:nvSpPr>
        <p:spPr>
          <a:xfrm>
            <a:off x="3575050" y="1143000"/>
            <a:ext cx="5111750" cy="49831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3"/>
          <p:cNvSpPr>
            <a:spLocks noGrp="1"/>
          </p:cNvSpPr>
          <p:nvPr>
            <p:ph type="body" sz="half" idx="2"/>
          </p:nvPr>
        </p:nvSpPr>
        <p:spPr>
          <a:xfrm>
            <a:off x="457200" y="2286000"/>
            <a:ext cx="3008313" cy="38401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5" name="Text Placeholder 2"/>
          <p:cNvSpPr>
            <a:spLocks noGrp="1"/>
          </p:cNvSpPr>
          <p:nvPr>
            <p:ph type="body" idx="12"/>
          </p:nvPr>
        </p:nvSpPr>
        <p:spPr>
          <a:xfrm>
            <a:off x="457200" y="1143000"/>
            <a:ext cx="3008376" cy="1143000"/>
          </a:xfrm>
        </p:spPr>
        <p:txBody>
          <a:bodyPr anchor="b"/>
          <a:lstStyle>
            <a:lvl1pPr marL="0" indent="0">
              <a:buNone/>
              <a:defRPr sz="2000" b="1" i="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Date Placeholder 4"/>
          <p:cNvSpPr>
            <a:spLocks noGrp="1"/>
          </p:cNvSpPr>
          <p:nvPr>
            <p:ph type="dt" sz="half" idx="13"/>
          </p:nvPr>
        </p:nvSpPr>
        <p:spPr/>
        <p:txBody>
          <a:bodyPr/>
          <a:lstStyle>
            <a:lvl1pPr>
              <a:defRPr/>
            </a:lvl1pPr>
          </a:lstStyle>
          <a:p>
            <a:pPr>
              <a:defRPr/>
            </a:pPr>
            <a:endParaRPr lang="en-US" dirty="0"/>
          </a:p>
        </p:txBody>
      </p:sp>
      <p:sp>
        <p:nvSpPr>
          <p:cNvPr id="7" name="Slide Number Placeholder 5"/>
          <p:cNvSpPr>
            <a:spLocks noGrp="1"/>
          </p:cNvSpPr>
          <p:nvPr>
            <p:ph type="sldNum" sz="quarter" idx="14"/>
          </p:nvPr>
        </p:nvSpPr>
        <p:spPr>
          <a:xfrm>
            <a:off x="8686800" y="6534150"/>
            <a:ext cx="457200" cy="476250"/>
          </a:xfrm>
        </p:spPr>
        <p:txBody>
          <a:bodyPr/>
          <a:lstStyle>
            <a:lvl1pPr>
              <a:defRPr/>
            </a:lvl1pPr>
          </a:lstStyle>
          <a:p>
            <a:pPr>
              <a:defRPr/>
            </a:pPr>
            <a:fld id="{56FA4DC4-5C5A-477D-94A7-892E41FC3640}" type="slidenum">
              <a:rPr lang="en-US" smtClean="0"/>
              <a:pPr>
                <a:defRPr/>
              </a:pPr>
              <a:t>‹#›</a:t>
            </a:fld>
            <a:endParaRPr lang="en-US" dirty="0"/>
          </a:p>
        </p:txBody>
      </p:sp>
    </p:spTree>
    <p:extLst>
      <p:ext uri="{BB962C8B-B14F-4D97-AF65-F5344CB8AC3E}">
        <p14:creationId xmlns:p14="http://schemas.microsoft.com/office/powerpoint/2010/main" val="22598238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24607" y="219075"/>
            <a:ext cx="5943600" cy="447675"/>
          </a:xfrm>
        </p:spPr>
        <p:txBody>
          <a:bodyPr/>
          <a:lstStyle>
            <a:lvl1pPr>
              <a:defRPr>
                <a:solidFill>
                  <a:schemeClr val="accent1"/>
                </a:solidFill>
              </a:defRPr>
            </a:lvl1pPr>
          </a:lstStyle>
          <a:p>
            <a:r>
              <a:rPr lang="en-US"/>
              <a:t>Click to edit Master title style</a:t>
            </a:r>
            <a:endParaRPr lang="en-US" dirty="0"/>
          </a:p>
        </p:txBody>
      </p:sp>
      <p:sp>
        <p:nvSpPr>
          <p:cNvPr id="10" name="Picture Placeholder 2"/>
          <p:cNvSpPr>
            <a:spLocks noGrp="1"/>
          </p:cNvSpPr>
          <p:nvPr>
            <p:ph type="pic" idx="1"/>
          </p:nvPr>
        </p:nvSpPr>
        <p:spPr>
          <a:xfrm>
            <a:off x="685800" y="1752600"/>
            <a:ext cx="7696200" cy="3962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11" name="Text Placeholder 3"/>
          <p:cNvSpPr>
            <a:spLocks noGrp="1"/>
          </p:cNvSpPr>
          <p:nvPr>
            <p:ph type="body" sz="half" idx="2"/>
          </p:nvPr>
        </p:nvSpPr>
        <p:spPr>
          <a:xfrm>
            <a:off x="685800" y="5791200"/>
            <a:ext cx="7696200" cy="685800"/>
          </a:xfrm>
        </p:spPr>
        <p:txBody>
          <a:bodyPr/>
          <a:lstStyle>
            <a:lvl1pPr marL="0" indent="0" algn="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3" name="Text Placeholder 2"/>
          <p:cNvSpPr>
            <a:spLocks noGrp="1"/>
          </p:cNvSpPr>
          <p:nvPr>
            <p:ph type="body" idx="12"/>
          </p:nvPr>
        </p:nvSpPr>
        <p:spPr>
          <a:xfrm>
            <a:off x="304800" y="1143000"/>
            <a:ext cx="8458200" cy="533400"/>
          </a:xfrm>
        </p:spPr>
        <p:txBody>
          <a:bodyPr anchor="b"/>
          <a:lstStyle>
            <a:lvl1pPr marL="0" indent="0" algn="ctr">
              <a:buNone/>
              <a:defRPr sz="2400" b="0" i="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Date Placeholder 4"/>
          <p:cNvSpPr>
            <a:spLocks noGrp="1"/>
          </p:cNvSpPr>
          <p:nvPr>
            <p:ph type="dt" sz="half" idx="13"/>
          </p:nvPr>
        </p:nvSpPr>
        <p:spPr/>
        <p:txBody>
          <a:bodyPr/>
          <a:lstStyle>
            <a:lvl1pPr>
              <a:defRPr/>
            </a:lvl1pPr>
          </a:lstStyle>
          <a:p>
            <a:pPr>
              <a:defRPr/>
            </a:pPr>
            <a:endParaRPr lang="en-US" dirty="0"/>
          </a:p>
        </p:txBody>
      </p:sp>
      <p:sp>
        <p:nvSpPr>
          <p:cNvPr id="7" name="Slide Number Placeholder 5"/>
          <p:cNvSpPr>
            <a:spLocks noGrp="1"/>
          </p:cNvSpPr>
          <p:nvPr>
            <p:ph type="sldNum" sz="quarter" idx="14"/>
          </p:nvPr>
        </p:nvSpPr>
        <p:spPr>
          <a:xfrm>
            <a:off x="8686800" y="6534150"/>
            <a:ext cx="457200" cy="476250"/>
          </a:xfrm>
        </p:spPr>
        <p:txBody>
          <a:bodyPr/>
          <a:lstStyle>
            <a:lvl1pPr>
              <a:defRPr/>
            </a:lvl1pPr>
          </a:lstStyle>
          <a:p>
            <a:pPr>
              <a:defRPr/>
            </a:pPr>
            <a:fld id="{82299AD4-0832-4267-9874-7B0521C2B68C}" type="slidenum">
              <a:rPr lang="en-US" smtClean="0"/>
              <a:pPr>
                <a:defRPr/>
              </a:pPr>
              <a:t>‹#›</a:t>
            </a:fld>
            <a:endParaRPr lang="en-US" dirty="0"/>
          </a:p>
        </p:txBody>
      </p:sp>
    </p:spTree>
    <p:extLst>
      <p:ext uri="{BB962C8B-B14F-4D97-AF65-F5344CB8AC3E}">
        <p14:creationId xmlns:p14="http://schemas.microsoft.com/office/powerpoint/2010/main" val="20226313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xAndObj" preserve="1">
  <p:cSld name="1_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24607" y="219075"/>
            <a:ext cx="5943600" cy="447675"/>
          </a:xfrm>
        </p:spPr>
        <p:txBody>
          <a:bodyPr/>
          <a:lstStyle/>
          <a:p>
            <a:r>
              <a:rPr lang="en-US"/>
              <a:t>Click to edit Master title style</a:t>
            </a:r>
            <a:endParaRPr lang="en-US" dirty="0"/>
          </a:p>
        </p:txBody>
      </p:sp>
      <p:sp>
        <p:nvSpPr>
          <p:cNvPr id="3" name="Text Placeholder 2"/>
          <p:cNvSpPr>
            <a:spLocks noGrp="1"/>
          </p:cNvSpPr>
          <p:nvPr>
            <p:ph type="body" sz="half" idx="1"/>
          </p:nvPr>
        </p:nvSpPr>
        <p:spPr>
          <a:xfrm>
            <a:off x="457200" y="1219200"/>
            <a:ext cx="40386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19200"/>
            <a:ext cx="40386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lvl1pPr>
          </a:lstStyle>
          <a:p>
            <a:pPr>
              <a:defRPr/>
            </a:pPr>
            <a:endParaRPr lang="en-US" dirty="0"/>
          </a:p>
        </p:txBody>
      </p:sp>
      <p:sp>
        <p:nvSpPr>
          <p:cNvPr id="6" name="Slide Number Placeholder 5"/>
          <p:cNvSpPr>
            <a:spLocks noGrp="1"/>
          </p:cNvSpPr>
          <p:nvPr>
            <p:ph type="sldNum" sz="quarter" idx="11"/>
          </p:nvPr>
        </p:nvSpPr>
        <p:spPr>
          <a:xfrm>
            <a:off x="8686800" y="6534150"/>
            <a:ext cx="457200" cy="476250"/>
          </a:xfrm>
        </p:spPr>
        <p:txBody>
          <a:bodyPr/>
          <a:lstStyle>
            <a:lvl1pPr>
              <a:defRPr/>
            </a:lvl1pPr>
          </a:lstStyle>
          <a:p>
            <a:pPr>
              <a:defRPr/>
            </a:pPr>
            <a:fld id="{CA776E5A-07F2-41BD-B2D4-81DFAC86114D}" type="slidenum">
              <a:rPr lang="en-US" smtClean="0"/>
              <a:pPr>
                <a:defRPr/>
              </a:pPr>
              <a:t>‹#›</a:t>
            </a:fld>
            <a:endParaRPr lang="en-US" dirty="0"/>
          </a:p>
        </p:txBody>
      </p:sp>
    </p:spTree>
    <p:extLst>
      <p:ext uri="{BB962C8B-B14F-4D97-AF65-F5344CB8AC3E}">
        <p14:creationId xmlns:p14="http://schemas.microsoft.com/office/powerpoint/2010/main" val="21232714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6" name="Rectangle 23"/>
          <p:cNvSpPr>
            <a:spLocks noChangeArrowheads="1"/>
          </p:cNvSpPr>
          <p:nvPr/>
        </p:nvSpPr>
        <p:spPr bwMode="auto">
          <a:xfrm>
            <a:off x="152400" y="152400"/>
            <a:ext cx="8839200" cy="6553200"/>
          </a:xfrm>
          <a:prstGeom prst="rect">
            <a:avLst/>
          </a:prstGeom>
          <a:solidFill>
            <a:schemeClr val="bg1"/>
          </a:solidFill>
          <a:ln w="9525" algn="ctr">
            <a:solidFill>
              <a:srgbClr val="000064"/>
            </a:solidFill>
            <a:miter lim="800000"/>
            <a:headEnd/>
            <a:tailEnd/>
          </a:ln>
          <a:effectLst/>
        </p:spPr>
        <p:txBody>
          <a:bodyPr wrap="none" anchor="ctr"/>
          <a:lstStyle/>
          <a:p>
            <a:pPr>
              <a:defRPr/>
            </a:pPr>
            <a:endParaRPr lang="en-US" dirty="0">
              <a:solidFill>
                <a:schemeClr val="accent1"/>
              </a:solidFill>
              <a:effectLst>
                <a:outerShdw blurRad="38100" dist="38100" dir="2700000" algn="tl">
                  <a:srgbClr val="000000">
                    <a:alpha val="43137"/>
                  </a:srgbClr>
                </a:outerShdw>
              </a:effectLst>
              <a:latin typeface="Arial" pitchFamily="34" charset="0"/>
              <a:cs typeface="+mn-cs"/>
            </a:endParaRPr>
          </a:p>
        </p:txBody>
      </p:sp>
      <p:sp>
        <p:nvSpPr>
          <p:cNvPr id="7" name="Rectangle 3"/>
          <p:cNvSpPr>
            <a:spLocks noChangeArrowheads="1"/>
          </p:cNvSpPr>
          <p:nvPr/>
        </p:nvSpPr>
        <p:spPr bwMode="auto">
          <a:xfrm>
            <a:off x="228600" y="1219200"/>
            <a:ext cx="8763000" cy="488950"/>
          </a:xfrm>
          <a:prstGeom prst="rect">
            <a:avLst/>
          </a:prstGeom>
          <a:noFill/>
          <a:ln w="9525">
            <a:noFill/>
            <a:miter lim="800000"/>
            <a:headEnd/>
            <a:tailEnd/>
          </a:ln>
        </p:spPr>
        <p:txBody>
          <a:bodyPr>
            <a:spAutoFit/>
          </a:bodyPr>
          <a:lstStyle/>
          <a:p>
            <a:pPr>
              <a:spcBef>
                <a:spcPct val="50000"/>
              </a:spcBef>
              <a:buFontTx/>
              <a:buChar char="•"/>
              <a:defRPr/>
            </a:pPr>
            <a:endParaRPr lang="en-US" sz="2600" b="0" i="0" dirty="0">
              <a:solidFill>
                <a:srgbClr val="A50021"/>
              </a:solidFill>
            </a:endParaRPr>
          </a:p>
        </p:txBody>
      </p:sp>
      <p:sp>
        <p:nvSpPr>
          <p:cNvPr id="8" name="Text Box 9"/>
          <p:cNvSpPr txBox="1">
            <a:spLocks noChangeArrowheads="1"/>
          </p:cNvSpPr>
          <p:nvPr/>
        </p:nvSpPr>
        <p:spPr bwMode="auto">
          <a:xfrm>
            <a:off x="4572000" y="2133600"/>
            <a:ext cx="184150" cy="762000"/>
          </a:xfrm>
          <a:prstGeom prst="rect">
            <a:avLst/>
          </a:prstGeom>
          <a:noFill/>
          <a:ln w="9525">
            <a:noFill/>
            <a:miter lim="800000"/>
            <a:headEnd/>
            <a:tailEnd/>
          </a:ln>
          <a:effectLst/>
        </p:spPr>
        <p:txBody>
          <a:bodyPr wrap="none">
            <a:spAutoFit/>
          </a:bodyPr>
          <a:lstStyle/>
          <a:p>
            <a:pPr>
              <a:defRPr/>
            </a:pPr>
            <a:endParaRPr lang="en-US" dirty="0">
              <a:solidFill>
                <a:schemeClr val="tx1"/>
              </a:solidFill>
              <a:effectLst>
                <a:outerShdw blurRad="38100" dist="38100" dir="2700000" algn="tl">
                  <a:srgbClr val="C0C0C0"/>
                </a:outerShdw>
              </a:effectLst>
              <a:latin typeface="Arial" pitchFamily="34" charset="0"/>
              <a:cs typeface="+mn-cs"/>
            </a:endParaRPr>
          </a:p>
        </p:txBody>
      </p:sp>
      <p:sp>
        <p:nvSpPr>
          <p:cNvPr id="9" name="Text Box 11"/>
          <p:cNvSpPr txBox="1">
            <a:spLocks noChangeArrowheads="1"/>
          </p:cNvSpPr>
          <p:nvPr/>
        </p:nvSpPr>
        <p:spPr bwMode="auto">
          <a:xfrm>
            <a:off x="4632325" y="2763838"/>
            <a:ext cx="184150" cy="762000"/>
          </a:xfrm>
          <a:prstGeom prst="rect">
            <a:avLst/>
          </a:prstGeom>
          <a:noFill/>
          <a:ln w="9525">
            <a:noFill/>
            <a:miter lim="800000"/>
            <a:headEnd/>
            <a:tailEnd/>
          </a:ln>
          <a:effectLst/>
        </p:spPr>
        <p:txBody>
          <a:bodyPr wrap="none">
            <a:spAutoFit/>
          </a:bodyPr>
          <a:lstStyle/>
          <a:p>
            <a:pPr>
              <a:defRPr/>
            </a:pPr>
            <a:endParaRPr lang="en-US" dirty="0">
              <a:effectLst>
                <a:outerShdw blurRad="38100" dist="38100" dir="2700000" algn="tl">
                  <a:srgbClr val="C0C0C0"/>
                </a:outerShdw>
              </a:effectLst>
              <a:latin typeface="Arial" pitchFamily="34" charset="0"/>
              <a:cs typeface="+mn-cs"/>
            </a:endParaRPr>
          </a:p>
        </p:txBody>
      </p:sp>
      <p:sp>
        <p:nvSpPr>
          <p:cNvPr id="16" name="Title 1"/>
          <p:cNvSpPr>
            <a:spLocks noGrp="1"/>
          </p:cNvSpPr>
          <p:nvPr>
            <p:ph type="title"/>
          </p:nvPr>
        </p:nvSpPr>
        <p:spPr>
          <a:xfrm>
            <a:off x="152400" y="4114800"/>
            <a:ext cx="8839200" cy="1752600"/>
          </a:xfrm>
        </p:spPr>
        <p:txBody>
          <a:bodyPr/>
          <a:lstStyle>
            <a:lvl1pPr algn="ctr">
              <a:defRPr sz="3600">
                <a:solidFill>
                  <a:schemeClr val="accent1"/>
                </a:solidFill>
              </a:defRPr>
            </a:lvl1pPr>
          </a:lstStyle>
          <a:p>
            <a:r>
              <a:rPr lang="en-US"/>
              <a:t>Click to edit Master title style</a:t>
            </a:r>
            <a:endParaRPr lang="en-US" dirty="0"/>
          </a:p>
        </p:txBody>
      </p:sp>
      <p:sp>
        <p:nvSpPr>
          <p:cNvPr id="17" name="Picture Placeholder 2"/>
          <p:cNvSpPr>
            <a:spLocks noGrp="1"/>
          </p:cNvSpPr>
          <p:nvPr>
            <p:ph type="pic" idx="1"/>
          </p:nvPr>
        </p:nvSpPr>
        <p:spPr>
          <a:xfrm>
            <a:off x="2266950" y="1710813"/>
            <a:ext cx="4533900" cy="26325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18" name="Text Placeholder 3"/>
          <p:cNvSpPr>
            <a:spLocks noGrp="1"/>
          </p:cNvSpPr>
          <p:nvPr>
            <p:ph type="body" sz="half" idx="2"/>
          </p:nvPr>
        </p:nvSpPr>
        <p:spPr>
          <a:xfrm>
            <a:off x="152400" y="5410200"/>
            <a:ext cx="8839200" cy="685800"/>
          </a:xfrm>
        </p:spPr>
        <p:txBody>
          <a:bodyPr/>
          <a:lstStyle>
            <a:lvl1pPr marL="0" indent="0" algn="ctr">
              <a:buNone/>
              <a:defRPr sz="2000" b="1">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0" name="Text Placeholder 3"/>
          <p:cNvSpPr>
            <a:spLocks noGrp="1"/>
          </p:cNvSpPr>
          <p:nvPr>
            <p:ph type="body" sz="half" idx="12"/>
          </p:nvPr>
        </p:nvSpPr>
        <p:spPr>
          <a:xfrm>
            <a:off x="152400" y="6324600"/>
            <a:ext cx="8839200" cy="381000"/>
          </a:xfrm>
        </p:spPr>
        <p:txBody>
          <a:bodyPr/>
          <a:lstStyle>
            <a:lvl1pPr marL="0" indent="0" algn="ctr">
              <a:buNone/>
              <a:defRPr sz="1400" b="1">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Date Placeholder 20"/>
          <p:cNvSpPr>
            <a:spLocks noGrp="1"/>
          </p:cNvSpPr>
          <p:nvPr>
            <p:ph type="dt" sz="half" idx="13"/>
          </p:nvPr>
        </p:nvSpPr>
        <p:spPr/>
        <p:txBody>
          <a:bodyPr/>
          <a:lstStyle>
            <a:lvl1pPr>
              <a:defRPr/>
            </a:lvl1pPr>
          </a:lstStyle>
          <a:p>
            <a:pPr>
              <a:defRPr/>
            </a:pPr>
            <a:endParaRPr lang="en-US" dirty="0"/>
          </a:p>
        </p:txBody>
      </p:sp>
      <p:sp>
        <p:nvSpPr>
          <p:cNvPr id="11" name="Slide Number Placeholder 21"/>
          <p:cNvSpPr>
            <a:spLocks noGrp="1"/>
          </p:cNvSpPr>
          <p:nvPr>
            <p:ph type="sldNum" sz="quarter" idx="14"/>
          </p:nvPr>
        </p:nvSpPr>
        <p:spPr/>
        <p:txBody>
          <a:bodyPr/>
          <a:lstStyle>
            <a:lvl1pPr>
              <a:defRPr/>
            </a:lvl1pPr>
          </a:lstStyle>
          <a:p>
            <a:pPr>
              <a:defRPr/>
            </a:pPr>
            <a:fld id="{98F27B85-E03F-4385-AADD-8FB949E84069}" type="slidenum">
              <a:rPr lang="en-US" smtClean="0"/>
              <a:pPr>
                <a:defRPr/>
              </a:pPr>
              <a:t>‹#›</a:t>
            </a:fld>
            <a:endParaRPr lang="en-US" dirty="0"/>
          </a:p>
        </p:txBody>
      </p:sp>
    </p:spTree>
    <p:extLst>
      <p:ext uri="{BB962C8B-B14F-4D97-AF65-F5344CB8AC3E}">
        <p14:creationId xmlns:p14="http://schemas.microsoft.com/office/powerpoint/2010/main" val="46755962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76400" y="457200"/>
            <a:ext cx="5943600" cy="447675"/>
          </a:xfrm>
        </p:spPr>
        <p:txBody>
          <a:bodyPr/>
          <a:lstStyle/>
          <a:p>
            <a:r>
              <a:rPr lang="en-US" dirty="0"/>
              <a:t>Click to edit Master title style</a:t>
            </a:r>
          </a:p>
        </p:txBody>
      </p:sp>
      <p:sp>
        <p:nvSpPr>
          <p:cNvPr id="3" name="Rectangle 16"/>
          <p:cNvSpPr>
            <a:spLocks noGrp="1" noChangeArrowheads="1"/>
          </p:cNvSpPr>
          <p:nvPr>
            <p:ph type="dt" sz="half" idx="10"/>
          </p:nvPr>
        </p:nvSpPr>
        <p:spPr>
          <a:ln/>
        </p:spPr>
        <p:txBody>
          <a:bodyPr/>
          <a:lstStyle>
            <a:lvl1pPr>
              <a:defRPr/>
            </a:lvl1pPr>
          </a:lstStyle>
          <a:p>
            <a:pPr>
              <a:defRPr/>
            </a:pPr>
            <a:endParaRPr lang="en-US" dirty="0"/>
          </a:p>
        </p:txBody>
      </p:sp>
      <p:sp>
        <p:nvSpPr>
          <p:cNvPr id="4" name="Rectangle 18"/>
          <p:cNvSpPr>
            <a:spLocks noGrp="1" noChangeArrowheads="1"/>
          </p:cNvSpPr>
          <p:nvPr>
            <p:ph type="sldNum" sz="quarter" idx="11"/>
          </p:nvPr>
        </p:nvSpPr>
        <p:spPr>
          <a:ln/>
        </p:spPr>
        <p:txBody>
          <a:bodyPr/>
          <a:lstStyle>
            <a:lvl1pPr>
              <a:defRPr/>
            </a:lvl1pPr>
          </a:lstStyle>
          <a:p>
            <a:pPr>
              <a:defRPr/>
            </a:pPr>
            <a:fld id="{C6FFFDF7-475E-4D47-8720-BC1BB1C94DBD}" type="slidenum">
              <a:rPr lang="en-US" smtClean="0"/>
              <a:pPr>
                <a:defRPr/>
              </a:pPr>
              <a:t>‹#›</a:t>
            </a:fld>
            <a:endParaRPr lang="en-US" dirty="0"/>
          </a:p>
        </p:txBody>
      </p:sp>
    </p:spTree>
    <p:extLst>
      <p:ext uri="{BB962C8B-B14F-4D97-AF65-F5344CB8AC3E}">
        <p14:creationId xmlns:p14="http://schemas.microsoft.com/office/powerpoint/2010/main" val="171825944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52600" y="405606"/>
            <a:ext cx="5943600" cy="447675"/>
          </a:xfrm>
        </p:spPr>
        <p:txBody>
          <a:bodyPr/>
          <a:lstStyle/>
          <a:p>
            <a:r>
              <a:rPr lang="en-US" dirty="0"/>
              <a:t>Click to edit Master title style</a:t>
            </a:r>
          </a:p>
        </p:txBody>
      </p:sp>
      <p:sp>
        <p:nvSpPr>
          <p:cNvPr id="3" name="Content Placeholder 2"/>
          <p:cNvSpPr>
            <a:spLocks noGrp="1"/>
          </p:cNvSpPr>
          <p:nvPr>
            <p:ph idx="1"/>
          </p:nvPr>
        </p:nvSpPr>
        <p:spPr>
          <a:xfrm>
            <a:off x="457200" y="1295400"/>
            <a:ext cx="82296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16"/>
          <p:cNvSpPr>
            <a:spLocks noGrp="1" noChangeArrowheads="1"/>
          </p:cNvSpPr>
          <p:nvPr>
            <p:ph type="dt" sz="half" idx="10"/>
          </p:nvPr>
        </p:nvSpPr>
        <p:spPr>
          <a:ln/>
        </p:spPr>
        <p:txBody>
          <a:bodyPr/>
          <a:lstStyle>
            <a:lvl1pPr>
              <a:defRPr/>
            </a:lvl1pPr>
          </a:lstStyle>
          <a:p>
            <a:pPr>
              <a:defRPr/>
            </a:pPr>
            <a:endParaRPr lang="en-US" dirty="0"/>
          </a:p>
        </p:txBody>
      </p:sp>
      <p:sp>
        <p:nvSpPr>
          <p:cNvPr id="5" name="Rectangle 18"/>
          <p:cNvSpPr>
            <a:spLocks noGrp="1" noChangeArrowheads="1"/>
          </p:cNvSpPr>
          <p:nvPr>
            <p:ph type="sldNum" sz="quarter" idx="11"/>
          </p:nvPr>
        </p:nvSpPr>
        <p:spPr>
          <a:ln/>
        </p:spPr>
        <p:txBody>
          <a:bodyPr/>
          <a:lstStyle>
            <a:lvl1pPr>
              <a:defRPr/>
            </a:lvl1pPr>
          </a:lstStyle>
          <a:p>
            <a:pPr>
              <a:defRPr/>
            </a:pPr>
            <a:fld id="{895EF1CA-CA2B-4409-8361-3A65541BB5C3}" type="slidenum">
              <a:rPr lang="en-US" smtClean="0"/>
              <a:pPr>
                <a:defRPr/>
              </a:pPr>
              <a:t>‹#›</a:t>
            </a:fld>
            <a:endParaRPr lang="en-US" dirty="0"/>
          </a:p>
        </p:txBody>
      </p:sp>
    </p:spTree>
    <p:extLst>
      <p:ext uri="{BB962C8B-B14F-4D97-AF65-F5344CB8AC3E}">
        <p14:creationId xmlns:p14="http://schemas.microsoft.com/office/powerpoint/2010/main" val="82754606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133600"/>
          </a:xfrm>
        </p:spPr>
        <p:txBody>
          <a:bodyPr/>
          <a:lstStyle>
            <a:lvl1pPr algn="ctr">
              <a:lnSpc>
                <a:spcPct val="100000"/>
              </a:lnSpc>
              <a:defRPr sz="4400" b="1" cap="none" baseline="0">
                <a:solidFill>
                  <a:schemeClr val="accent1"/>
                </a:solidFill>
              </a:defRPr>
            </a:lvl1pPr>
          </a:lstStyle>
          <a:p>
            <a:r>
              <a:rPr lang="en-US"/>
              <a:t>Click to edit Master title style</a:t>
            </a:r>
            <a:endParaRPr lang="en-US" dirty="0"/>
          </a:p>
        </p:txBody>
      </p:sp>
      <p:sp>
        <p:nvSpPr>
          <p:cNvPr id="3" name="Rectangle 16"/>
          <p:cNvSpPr>
            <a:spLocks noGrp="1" noChangeArrowheads="1"/>
          </p:cNvSpPr>
          <p:nvPr>
            <p:ph type="dt" sz="half" idx="10"/>
          </p:nvPr>
        </p:nvSpPr>
        <p:spPr>
          <a:ln/>
        </p:spPr>
        <p:txBody>
          <a:bodyPr/>
          <a:lstStyle>
            <a:lvl1pPr>
              <a:defRPr/>
            </a:lvl1pPr>
          </a:lstStyle>
          <a:p>
            <a:pPr>
              <a:defRPr/>
            </a:pPr>
            <a:endParaRPr lang="en-US" dirty="0"/>
          </a:p>
        </p:txBody>
      </p:sp>
      <p:sp>
        <p:nvSpPr>
          <p:cNvPr id="4" name="Rectangle 18"/>
          <p:cNvSpPr>
            <a:spLocks noGrp="1" noChangeArrowheads="1"/>
          </p:cNvSpPr>
          <p:nvPr>
            <p:ph type="sldNum" sz="quarter" idx="11"/>
          </p:nvPr>
        </p:nvSpPr>
        <p:spPr>
          <a:ln/>
        </p:spPr>
        <p:txBody>
          <a:bodyPr/>
          <a:lstStyle>
            <a:lvl1pPr>
              <a:defRPr/>
            </a:lvl1pPr>
          </a:lstStyle>
          <a:p>
            <a:pPr>
              <a:defRPr/>
            </a:pPr>
            <a:fld id="{96E0B1AE-8D7B-4B59-BAEC-E7775F62D3CF}" type="slidenum">
              <a:rPr lang="en-US" smtClean="0"/>
              <a:pPr>
                <a:defRPr/>
              </a:pPr>
              <a:t>‹#›</a:t>
            </a:fld>
            <a:endParaRPr lang="en-US" dirty="0"/>
          </a:p>
        </p:txBody>
      </p:sp>
    </p:spTree>
    <p:extLst>
      <p:ext uri="{BB962C8B-B14F-4D97-AF65-F5344CB8AC3E}">
        <p14:creationId xmlns:p14="http://schemas.microsoft.com/office/powerpoint/2010/main" val="188891338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2954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954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16"/>
          <p:cNvSpPr>
            <a:spLocks noGrp="1" noChangeArrowheads="1"/>
          </p:cNvSpPr>
          <p:nvPr>
            <p:ph type="dt" sz="half" idx="10"/>
          </p:nvPr>
        </p:nvSpPr>
        <p:spPr>
          <a:ln/>
        </p:spPr>
        <p:txBody>
          <a:bodyPr/>
          <a:lstStyle>
            <a:lvl1pPr>
              <a:defRPr/>
            </a:lvl1pPr>
          </a:lstStyle>
          <a:p>
            <a:pPr>
              <a:defRPr/>
            </a:pPr>
            <a:endParaRPr lang="en-US" dirty="0"/>
          </a:p>
        </p:txBody>
      </p:sp>
      <p:sp>
        <p:nvSpPr>
          <p:cNvPr id="6" name="Rectangle 18"/>
          <p:cNvSpPr>
            <a:spLocks noGrp="1" noChangeArrowheads="1"/>
          </p:cNvSpPr>
          <p:nvPr>
            <p:ph type="sldNum" sz="quarter" idx="11"/>
          </p:nvPr>
        </p:nvSpPr>
        <p:spPr>
          <a:ln/>
        </p:spPr>
        <p:txBody>
          <a:bodyPr/>
          <a:lstStyle>
            <a:lvl1pPr>
              <a:defRPr/>
            </a:lvl1pPr>
          </a:lstStyle>
          <a:p>
            <a:pPr>
              <a:defRPr/>
            </a:pPr>
            <a:fld id="{DC60905E-D9B4-451D-9D91-3D2AAA42ECA6}" type="slidenum">
              <a:rPr lang="en-US" smtClean="0"/>
              <a:pPr>
                <a:defRPr/>
              </a:pPr>
              <a:t>‹#›</a:t>
            </a:fld>
            <a:endParaRPr lang="en-US" dirty="0"/>
          </a:p>
        </p:txBody>
      </p:sp>
    </p:spTree>
    <p:extLst>
      <p:ext uri="{BB962C8B-B14F-4D97-AF65-F5344CB8AC3E}">
        <p14:creationId xmlns:p14="http://schemas.microsoft.com/office/powerpoint/2010/main" val="47404735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724607" y="217717"/>
            <a:ext cx="5943600" cy="438538"/>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219200"/>
            <a:ext cx="404018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05000"/>
            <a:ext cx="4040188" cy="42211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219200"/>
            <a:ext cx="4041775"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905000"/>
            <a:ext cx="4041775" cy="42211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16"/>
          <p:cNvSpPr>
            <a:spLocks noGrp="1" noChangeArrowheads="1"/>
          </p:cNvSpPr>
          <p:nvPr>
            <p:ph type="dt" sz="half" idx="10"/>
          </p:nvPr>
        </p:nvSpPr>
        <p:spPr>
          <a:ln/>
        </p:spPr>
        <p:txBody>
          <a:bodyPr/>
          <a:lstStyle>
            <a:lvl1pPr>
              <a:defRPr/>
            </a:lvl1pPr>
          </a:lstStyle>
          <a:p>
            <a:pPr>
              <a:defRPr/>
            </a:pPr>
            <a:endParaRPr lang="en-US" dirty="0"/>
          </a:p>
        </p:txBody>
      </p:sp>
      <p:sp>
        <p:nvSpPr>
          <p:cNvPr id="8" name="Rectangle 18"/>
          <p:cNvSpPr>
            <a:spLocks noGrp="1" noChangeArrowheads="1"/>
          </p:cNvSpPr>
          <p:nvPr>
            <p:ph type="sldNum" sz="quarter" idx="11"/>
          </p:nvPr>
        </p:nvSpPr>
        <p:spPr>
          <a:ln/>
        </p:spPr>
        <p:txBody>
          <a:bodyPr/>
          <a:lstStyle>
            <a:lvl1pPr>
              <a:defRPr/>
            </a:lvl1pPr>
          </a:lstStyle>
          <a:p>
            <a:pPr>
              <a:defRPr/>
            </a:pPr>
            <a:fld id="{70B77B73-1CAD-466D-A387-199B16D58C83}" type="slidenum">
              <a:rPr lang="en-US" smtClean="0"/>
              <a:pPr>
                <a:defRPr/>
              </a:pPr>
              <a:t>‹#›</a:t>
            </a:fld>
            <a:endParaRPr lang="en-US" dirty="0"/>
          </a:p>
        </p:txBody>
      </p:sp>
    </p:spTree>
    <p:extLst>
      <p:ext uri="{BB962C8B-B14F-4D97-AF65-F5344CB8AC3E}">
        <p14:creationId xmlns:p14="http://schemas.microsoft.com/office/powerpoint/2010/main" val="2184790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24607" y="219075"/>
            <a:ext cx="5943600" cy="447675"/>
          </a:xfrm>
        </p:spPr>
        <p:txBody>
          <a:bodyPr/>
          <a:lstStyle/>
          <a:p>
            <a:r>
              <a:rPr lang="en-US"/>
              <a:t>Click to edit Master title style</a:t>
            </a:r>
            <a:endParaRPr lang="en-US" dirty="0"/>
          </a:p>
        </p:txBody>
      </p:sp>
      <p:sp>
        <p:nvSpPr>
          <p:cNvPr id="13" name="Content Placeholder 2"/>
          <p:cNvSpPr>
            <a:spLocks noGrp="1"/>
          </p:cNvSpPr>
          <p:nvPr>
            <p:ph idx="1"/>
          </p:nvPr>
        </p:nvSpPr>
        <p:spPr>
          <a:xfrm>
            <a:off x="3575050" y="1143000"/>
            <a:ext cx="5111750" cy="49831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3"/>
          <p:cNvSpPr>
            <a:spLocks noGrp="1"/>
          </p:cNvSpPr>
          <p:nvPr>
            <p:ph type="body" sz="half" idx="2"/>
          </p:nvPr>
        </p:nvSpPr>
        <p:spPr>
          <a:xfrm>
            <a:off x="457200" y="2286000"/>
            <a:ext cx="3008313" cy="38401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5" name="Text Placeholder 2"/>
          <p:cNvSpPr>
            <a:spLocks noGrp="1"/>
          </p:cNvSpPr>
          <p:nvPr>
            <p:ph type="body" idx="12"/>
          </p:nvPr>
        </p:nvSpPr>
        <p:spPr>
          <a:xfrm>
            <a:off x="457200" y="1143000"/>
            <a:ext cx="3008376" cy="1143000"/>
          </a:xfrm>
        </p:spPr>
        <p:txBody>
          <a:bodyPr anchor="b"/>
          <a:lstStyle>
            <a:lvl1pPr marL="0" indent="0">
              <a:buNone/>
              <a:defRPr sz="2000" b="1" i="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Date Placeholder 4"/>
          <p:cNvSpPr>
            <a:spLocks noGrp="1"/>
          </p:cNvSpPr>
          <p:nvPr>
            <p:ph type="dt" sz="half" idx="13"/>
          </p:nvPr>
        </p:nvSpPr>
        <p:spPr/>
        <p:txBody>
          <a:bodyPr/>
          <a:lstStyle>
            <a:lvl1pPr>
              <a:defRPr/>
            </a:lvl1pPr>
          </a:lstStyle>
          <a:p>
            <a:pPr>
              <a:defRPr/>
            </a:pPr>
            <a:endParaRPr lang="en-US" dirty="0"/>
          </a:p>
        </p:txBody>
      </p:sp>
      <p:sp>
        <p:nvSpPr>
          <p:cNvPr id="7" name="Slide Number Placeholder 5"/>
          <p:cNvSpPr>
            <a:spLocks noGrp="1"/>
          </p:cNvSpPr>
          <p:nvPr>
            <p:ph type="sldNum" sz="quarter" idx="14"/>
          </p:nvPr>
        </p:nvSpPr>
        <p:spPr>
          <a:xfrm>
            <a:off x="8686800" y="6534150"/>
            <a:ext cx="457200" cy="476250"/>
          </a:xfrm>
        </p:spPr>
        <p:txBody>
          <a:bodyPr/>
          <a:lstStyle>
            <a:lvl1pPr>
              <a:defRPr/>
            </a:lvl1pPr>
          </a:lstStyle>
          <a:p>
            <a:pPr>
              <a:defRPr/>
            </a:pPr>
            <a:fld id="{56FA4DC4-5C5A-477D-94A7-892E41FC3640}" type="slidenum">
              <a:rPr lang="en-US" smtClean="0"/>
              <a:pPr>
                <a:defRPr/>
              </a:pPr>
              <a:t>‹#›</a:t>
            </a:fld>
            <a:endParaRPr lang="en-US" dirty="0"/>
          </a:p>
        </p:txBody>
      </p:sp>
    </p:spTree>
    <p:extLst>
      <p:ext uri="{BB962C8B-B14F-4D97-AF65-F5344CB8AC3E}">
        <p14:creationId xmlns:p14="http://schemas.microsoft.com/office/powerpoint/2010/main" val="160576089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24607" y="219075"/>
            <a:ext cx="5943600" cy="447675"/>
          </a:xfrm>
        </p:spPr>
        <p:txBody>
          <a:bodyPr/>
          <a:lstStyle>
            <a:lvl1pPr>
              <a:defRPr>
                <a:solidFill>
                  <a:schemeClr val="accent1"/>
                </a:solidFill>
              </a:defRPr>
            </a:lvl1pPr>
          </a:lstStyle>
          <a:p>
            <a:r>
              <a:rPr lang="en-US"/>
              <a:t>Click to edit Master title style</a:t>
            </a:r>
            <a:endParaRPr lang="en-US" dirty="0"/>
          </a:p>
        </p:txBody>
      </p:sp>
      <p:sp>
        <p:nvSpPr>
          <p:cNvPr id="10" name="Picture Placeholder 2"/>
          <p:cNvSpPr>
            <a:spLocks noGrp="1"/>
          </p:cNvSpPr>
          <p:nvPr>
            <p:ph type="pic" idx="1"/>
          </p:nvPr>
        </p:nvSpPr>
        <p:spPr>
          <a:xfrm>
            <a:off x="685800" y="1752600"/>
            <a:ext cx="7696200" cy="3962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11" name="Text Placeholder 3"/>
          <p:cNvSpPr>
            <a:spLocks noGrp="1"/>
          </p:cNvSpPr>
          <p:nvPr>
            <p:ph type="body" sz="half" idx="2"/>
          </p:nvPr>
        </p:nvSpPr>
        <p:spPr>
          <a:xfrm>
            <a:off x="685800" y="5791200"/>
            <a:ext cx="7696200" cy="685800"/>
          </a:xfrm>
        </p:spPr>
        <p:txBody>
          <a:bodyPr/>
          <a:lstStyle>
            <a:lvl1pPr marL="0" indent="0" algn="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3" name="Text Placeholder 2"/>
          <p:cNvSpPr>
            <a:spLocks noGrp="1"/>
          </p:cNvSpPr>
          <p:nvPr>
            <p:ph type="body" idx="12"/>
          </p:nvPr>
        </p:nvSpPr>
        <p:spPr>
          <a:xfrm>
            <a:off x="304800" y="1143000"/>
            <a:ext cx="8458200" cy="533400"/>
          </a:xfrm>
        </p:spPr>
        <p:txBody>
          <a:bodyPr anchor="b"/>
          <a:lstStyle>
            <a:lvl1pPr marL="0" indent="0" algn="ctr">
              <a:buNone/>
              <a:defRPr sz="2400" b="0" i="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Date Placeholder 4"/>
          <p:cNvSpPr>
            <a:spLocks noGrp="1"/>
          </p:cNvSpPr>
          <p:nvPr>
            <p:ph type="dt" sz="half" idx="13"/>
          </p:nvPr>
        </p:nvSpPr>
        <p:spPr/>
        <p:txBody>
          <a:bodyPr/>
          <a:lstStyle>
            <a:lvl1pPr>
              <a:defRPr/>
            </a:lvl1pPr>
          </a:lstStyle>
          <a:p>
            <a:pPr>
              <a:defRPr/>
            </a:pPr>
            <a:endParaRPr lang="en-US" dirty="0"/>
          </a:p>
        </p:txBody>
      </p:sp>
      <p:sp>
        <p:nvSpPr>
          <p:cNvPr id="7" name="Slide Number Placeholder 5"/>
          <p:cNvSpPr>
            <a:spLocks noGrp="1"/>
          </p:cNvSpPr>
          <p:nvPr>
            <p:ph type="sldNum" sz="quarter" idx="14"/>
          </p:nvPr>
        </p:nvSpPr>
        <p:spPr>
          <a:xfrm>
            <a:off x="8686800" y="6534150"/>
            <a:ext cx="457200" cy="476250"/>
          </a:xfrm>
        </p:spPr>
        <p:txBody>
          <a:bodyPr/>
          <a:lstStyle>
            <a:lvl1pPr>
              <a:defRPr/>
            </a:lvl1pPr>
          </a:lstStyle>
          <a:p>
            <a:pPr>
              <a:defRPr/>
            </a:pPr>
            <a:fld id="{82299AD4-0832-4267-9874-7B0521C2B68C}" type="slidenum">
              <a:rPr lang="en-US" smtClean="0"/>
              <a:pPr>
                <a:defRPr/>
              </a:pPr>
              <a:t>‹#›</a:t>
            </a:fld>
            <a:endParaRPr lang="en-US" dirty="0"/>
          </a:p>
        </p:txBody>
      </p:sp>
    </p:spTree>
    <p:extLst>
      <p:ext uri="{BB962C8B-B14F-4D97-AF65-F5344CB8AC3E}">
        <p14:creationId xmlns:p14="http://schemas.microsoft.com/office/powerpoint/2010/main" val="311051825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AndObj" preserve="1">
  <p:cSld name="1_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24607" y="219075"/>
            <a:ext cx="5943600" cy="447675"/>
          </a:xfrm>
        </p:spPr>
        <p:txBody>
          <a:bodyPr/>
          <a:lstStyle/>
          <a:p>
            <a:r>
              <a:rPr lang="en-US"/>
              <a:t>Click to edit Master title style</a:t>
            </a:r>
            <a:endParaRPr lang="en-US" dirty="0"/>
          </a:p>
        </p:txBody>
      </p:sp>
      <p:sp>
        <p:nvSpPr>
          <p:cNvPr id="3" name="Text Placeholder 2"/>
          <p:cNvSpPr>
            <a:spLocks noGrp="1"/>
          </p:cNvSpPr>
          <p:nvPr>
            <p:ph type="body" sz="half" idx="1"/>
          </p:nvPr>
        </p:nvSpPr>
        <p:spPr>
          <a:xfrm>
            <a:off x="457200" y="1219200"/>
            <a:ext cx="40386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19200"/>
            <a:ext cx="40386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lvl1pPr>
          </a:lstStyle>
          <a:p>
            <a:pPr>
              <a:defRPr/>
            </a:pPr>
            <a:endParaRPr lang="en-US" dirty="0"/>
          </a:p>
        </p:txBody>
      </p:sp>
      <p:sp>
        <p:nvSpPr>
          <p:cNvPr id="6" name="Slide Number Placeholder 5"/>
          <p:cNvSpPr>
            <a:spLocks noGrp="1"/>
          </p:cNvSpPr>
          <p:nvPr>
            <p:ph type="sldNum" sz="quarter" idx="11"/>
          </p:nvPr>
        </p:nvSpPr>
        <p:spPr>
          <a:xfrm>
            <a:off x="8686800" y="6534150"/>
            <a:ext cx="457200" cy="476250"/>
          </a:xfrm>
        </p:spPr>
        <p:txBody>
          <a:bodyPr/>
          <a:lstStyle>
            <a:lvl1pPr>
              <a:defRPr/>
            </a:lvl1pPr>
          </a:lstStyle>
          <a:p>
            <a:pPr>
              <a:defRPr/>
            </a:pPr>
            <a:fld id="{CA776E5A-07F2-41BD-B2D4-81DFAC86114D}" type="slidenum">
              <a:rPr lang="en-US" smtClean="0"/>
              <a:pPr>
                <a:defRPr/>
              </a:pPr>
              <a:t>‹#›</a:t>
            </a:fld>
            <a:endParaRPr lang="en-US" dirty="0"/>
          </a:p>
        </p:txBody>
      </p:sp>
    </p:spTree>
    <p:extLst>
      <p:ext uri="{BB962C8B-B14F-4D97-AF65-F5344CB8AC3E}">
        <p14:creationId xmlns:p14="http://schemas.microsoft.com/office/powerpoint/2010/main" val="27985560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image" Target="../media/image2.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image" Target="../media/image1.png"/><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image" Target="../media/image4.jpe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image" Target="../media/image3.png"/><Relationship Id="rId5" Type="http://schemas.openxmlformats.org/officeDocument/2006/relationships/slideLayout" Target="../slideLayouts/slideLayout25.xml"/><Relationship Id="rId10" Type="http://schemas.openxmlformats.org/officeDocument/2006/relationships/theme" Target="../theme/theme3.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image" Target="../media/image4.jpeg"/><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image" Target="../media/image3.png"/><Relationship Id="rId5" Type="http://schemas.openxmlformats.org/officeDocument/2006/relationships/slideLayout" Target="../slideLayouts/slideLayout34.xml"/><Relationship Id="rId10" Type="http://schemas.openxmlformats.org/officeDocument/2006/relationships/theme" Target="../theme/theme4.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094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i="0">
                <a:solidFill>
                  <a:schemeClr val="tx1"/>
                </a:solidFill>
                <a:effectLst/>
                <a:latin typeface="Arial" charset="0"/>
                <a:cs typeface="+mn-cs"/>
              </a:defRPr>
            </a:lvl1pPr>
          </a:lstStyle>
          <a:p>
            <a:pPr>
              <a:defRPr/>
            </a:pPr>
            <a:endParaRPr lang="en-US" dirty="0"/>
          </a:p>
        </p:txBody>
      </p:sp>
      <p:sp>
        <p:nvSpPr>
          <p:cNvPr id="21094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i="0">
                <a:solidFill>
                  <a:schemeClr val="tx1"/>
                </a:solidFill>
                <a:effectLst/>
                <a:latin typeface="Arial" charset="0"/>
                <a:cs typeface="+mn-cs"/>
              </a:defRPr>
            </a:lvl1pPr>
          </a:lstStyle>
          <a:p>
            <a:pPr>
              <a:defRPr/>
            </a:pPr>
            <a:endParaRPr lang="en-US" dirty="0"/>
          </a:p>
        </p:txBody>
      </p:sp>
      <p:sp>
        <p:nvSpPr>
          <p:cNvPr id="21095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i="0">
                <a:solidFill>
                  <a:schemeClr val="tx1"/>
                </a:solidFill>
                <a:effectLst/>
                <a:latin typeface="Arial" charset="0"/>
                <a:cs typeface="+mn-cs"/>
              </a:defRPr>
            </a:lvl1pPr>
          </a:lstStyle>
          <a:p>
            <a:pPr>
              <a:defRPr/>
            </a:pPr>
            <a:fld id="{AABFABAC-9878-4B3A-B3F6-0B6B1133B7F8}"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6420" r:id="rId1"/>
    <p:sldLayoutId id="2147486421" r:id="rId2"/>
    <p:sldLayoutId id="2147486422" r:id="rId3"/>
    <p:sldLayoutId id="2147486423" r:id="rId4"/>
    <p:sldLayoutId id="2147486424" r:id="rId5"/>
    <p:sldLayoutId id="2147486425" r:id="rId6"/>
    <p:sldLayoutId id="2147486426" r:id="rId7"/>
    <p:sldLayoutId id="2147486427" r:id="rId8"/>
    <p:sldLayoutId id="2147486428" r:id="rId9"/>
    <p:sldLayoutId id="2147486429" r:id="rId10"/>
    <p:sldLayoutId id="2147486430" r:id="rId11"/>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7" descr="navsea-colo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rot="10800000" flipH="1" flipV="1">
            <a:off x="152400" y="228600"/>
            <a:ext cx="14065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52" name="Rectangle 16"/>
          <p:cNvSpPr>
            <a:spLocks noGrp="1" noChangeArrowheads="1"/>
          </p:cNvSpPr>
          <p:nvPr>
            <p:ph type="dt" sz="half" idx="2"/>
          </p:nvPr>
        </p:nvSpPr>
        <p:spPr bwMode="auto">
          <a:xfrm>
            <a:off x="76200" y="6532563"/>
            <a:ext cx="2971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i="0">
                <a:solidFill>
                  <a:schemeClr val="bg2"/>
                </a:solidFill>
                <a:effectLst/>
                <a:latin typeface="Arial" pitchFamily="34" charset="0"/>
                <a:cs typeface="+mn-cs"/>
              </a:defRPr>
            </a:lvl1pPr>
          </a:lstStyle>
          <a:p>
            <a:pPr>
              <a:defRPr/>
            </a:pPr>
            <a:endParaRPr lang="en-US" dirty="0"/>
          </a:p>
        </p:txBody>
      </p:sp>
      <p:sp>
        <p:nvSpPr>
          <p:cNvPr id="39954" name="Rectangle 18"/>
          <p:cNvSpPr>
            <a:spLocks noGrp="1" noChangeArrowheads="1"/>
          </p:cNvSpPr>
          <p:nvPr>
            <p:ph type="sldNum" sz="quarter" idx="4"/>
          </p:nvPr>
        </p:nvSpPr>
        <p:spPr bwMode="auto">
          <a:xfrm>
            <a:off x="8610600" y="6534150"/>
            <a:ext cx="457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2"/>
                </a:solidFill>
                <a:effectLst/>
                <a:latin typeface="Arial" pitchFamily="34" charset="0"/>
                <a:cs typeface="+mn-cs"/>
              </a:defRPr>
            </a:lvl1pPr>
          </a:lstStyle>
          <a:p>
            <a:pPr>
              <a:defRPr/>
            </a:pPr>
            <a:fld id="{B42BF5AB-C361-4053-9FCE-85C39B4F31D7}" type="slidenum">
              <a:rPr lang="en-US"/>
              <a:pPr>
                <a:defRPr/>
              </a:pPr>
              <a:t>‹#›</a:t>
            </a:fld>
            <a:endParaRPr lang="en-US" dirty="0"/>
          </a:p>
        </p:txBody>
      </p:sp>
      <p:sp>
        <p:nvSpPr>
          <p:cNvPr id="1030" name="Rectangle 20"/>
          <p:cNvSpPr>
            <a:spLocks noGrp="1" noChangeArrowheads="1"/>
          </p:cNvSpPr>
          <p:nvPr>
            <p:ph type="title"/>
          </p:nvPr>
        </p:nvSpPr>
        <p:spPr bwMode="auto">
          <a:xfrm>
            <a:off x="1728716" y="169816"/>
            <a:ext cx="5943600" cy="4476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2054" name="Rectangle 21"/>
          <p:cNvSpPr>
            <a:spLocks noGrp="1" noChangeArrowheads="1"/>
          </p:cNvSpPr>
          <p:nvPr>
            <p:ph type="body" idx="1"/>
          </p:nvPr>
        </p:nvSpPr>
        <p:spPr bwMode="auto">
          <a:xfrm>
            <a:off x="685800" y="1295400"/>
            <a:ext cx="77724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9958" name="Rectangle 22"/>
          <p:cNvSpPr>
            <a:spLocks noChangeArrowheads="1"/>
          </p:cNvSpPr>
          <p:nvPr/>
        </p:nvSpPr>
        <p:spPr bwMode="auto">
          <a:xfrm>
            <a:off x="6740525" y="5110163"/>
            <a:ext cx="3484563" cy="0"/>
          </a:xfrm>
          <a:prstGeom prst="rect">
            <a:avLst/>
          </a:prstGeom>
          <a:noFill/>
          <a:ln w="9525">
            <a:noFill/>
            <a:miter lim="800000"/>
            <a:headEnd/>
            <a:tailEnd/>
          </a:ln>
          <a:effectLst/>
        </p:spPr>
        <p:txBody>
          <a:bodyPr>
            <a:spAutoFit/>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grpSp>
        <p:nvGrpSpPr>
          <p:cNvPr id="2056" name="Group 14"/>
          <p:cNvGrpSpPr>
            <a:grpSpLocks/>
          </p:cNvGrpSpPr>
          <p:nvPr/>
        </p:nvGrpSpPr>
        <p:grpSpPr bwMode="auto">
          <a:xfrm>
            <a:off x="533400" y="1066801"/>
            <a:ext cx="8001000" cy="76200"/>
            <a:chOff x="1776413" y="795338"/>
            <a:chExt cx="7038975" cy="65087"/>
          </a:xfrm>
        </p:grpSpPr>
        <p:sp>
          <p:nvSpPr>
            <p:cNvPr id="39959" name="Line 23"/>
            <p:cNvSpPr>
              <a:spLocks noChangeShapeType="1"/>
            </p:cNvSpPr>
            <p:nvPr userDrawn="1"/>
          </p:nvSpPr>
          <p:spPr bwMode="auto">
            <a:xfrm>
              <a:off x="1776413" y="795338"/>
              <a:ext cx="7038975" cy="0"/>
            </a:xfrm>
            <a:prstGeom prst="line">
              <a:avLst/>
            </a:prstGeom>
            <a:noFill/>
            <a:ln w="12700">
              <a:solidFill>
                <a:srgbClr val="666699"/>
              </a:solidFill>
              <a:round/>
              <a:headEnd/>
              <a:tailEnd/>
            </a:ln>
            <a:effectLst/>
          </p:spPr>
          <p:txBody>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sp>
          <p:nvSpPr>
            <p:cNvPr id="39961" name="Line 25"/>
            <p:cNvSpPr>
              <a:spLocks noChangeShapeType="1"/>
            </p:cNvSpPr>
            <p:nvPr userDrawn="1"/>
          </p:nvSpPr>
          <p:spPr bwMode="auto">
            <a:xfrm>
              <a:off x="1776413" y="823913"/>
              <a:ext cx="7038975" cy="0"/>
            </a:xfrm>
            <a:prstGeom prst="line">
              <a:avLst/>
            </a:prstGeom>
            <a:noFill/>
            <a:ln w="19050">
              <a:solidFill>
                <a:srgbClr val="000000"/>
              </a:solidFill>
              <a:round/>
              <a:headEnd/>
              <a:tailEnd/>
            </a:ln>
            <a:effectLst/>
          </p:spPr>
          <p:txBody>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sp>
          <p:nvSpPr>
            <p:cNvPr id="39962" name="Line 26"/>
            <p:cNvSpPr>
              <a:spLocks noChangeShapeType="1"/>
            </p:cNvSpPr>
            <p:nvPr userDrawn="1"/>
          </p:nvSpPr>
          <p:spPr bwMode="auto">
            <a:xfrm>
              <a:off x="1776413" y="860425"/>
              <a:ext cx="7038975" cy="0"/>
            </a:xfrm>
            <a:prstGeom prst="line">
              <a:avLst/>
            </a:prstGeom>
            <a:noFill/>
            <a:ln w="12700">
              <a:solidFill>
                <a:srgbClr val="666699"/>
              </a:solidFill>
              <a:round/>
              <a:headEnd/>
              <a:tailEnd/>
            </a:ln>
            <a:effectLst/>
          </p:spPr>
          <p:txBody>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grpSp>
      <p:pic>
        <p:nvPicPr>
          <p:cNvPr id="14" name="Picture 2" descr="C:\Users\amy.wolf1\Desktop\CNRMCenter-Logo (3inchWide).png"/>
          <p:cNvPicPr>
            <a:picLocks noChangeAspect="1" noChangeArrowheads="1"/>
          </p:cNvPicPr>
          <p:nvPr userDrawn="1"/>
        </p:nvPicPr>
        <p:blipFill>
          <a:blip r:embed="rId12" cstate="email">
            <a:extLst>
              <a:ext uri="{28A0092B-C50C-407E-A947-70E740481C1C}">
                <a14:useLocalDpi xmlns:a14="http://schemas.microsoft.com/office/drawing/2010/main"/>
              </a:ext>
            </a:extLst>
          </a:blip>
          <a:srcRect/>
          <a:stretch>
            <a:fillRect/>
          </a:stretch>
        </p:blipFill>
        <p:spPr bwMode="auto">
          <a:xfrm>
            <a:off x="7772400" y="152400"/>
            <a:ext cx="1321143" cy="794834"/>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6436" r:id="rId1"/>
    <p:sldLayoutId id="2147486431" r:id="rId2"/>
    <p:sldLayoutId id="2147486432" r:id="rId3"/>
    <p:sldLayoutId id="2147486433" r:id="rId4"/>
    <p:sldLayoutId id="2147486434" r:id="rId5"/>
    <p:sldLayoutId id="2147486435" r:id="rId6"/>
    <p:sldLayoutId id="2147486437" r:id="rId7"/>
    <p:sldLayoutId id="2147486438" r:id="rId8"/>
    <p:sldLayoutId id="2147486439" r:id="rId9"/>
  </p:sldLayoutIdLst>
  <p:hf hdr="0" ftr="0" dt="0"/>
  <p:txStyles>
    <p:title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defRPr>
      </a:lvl2pPr>
      <a:lvl3pPr marL="1143000" indent="-228600" algn="l" rtl="0" eaLnBrk="0" fontAlgn="base" hangingPunct="0">
        <a:spcBef>
          <a:spcPct val="20000"/>
        </a:spcBef>
        <a:spcAft>
          <a:spcPct val="0"/>
        </a:spcAft>
        <a:buChar char="•"/>
        <a:defRPr>
          <a:solidFill>
            <a:schemeClr val="tx1"/>
          </a:solidFill>
          <a:latin typeface="+mn-lt"/>
        </a:defRPr>
      </a:lvl3pPr>
      <a:lvl4pPr marL="1600200" indent="-228600" algn="l" rtl="0" eaLnBrk="0" fontAlgn="base" hangingPunct="0">
        <a:spcBef>
          <a:spcPct val="20000"/>
        </a:spcBef>
        <a:spcAft>
          <a:spcPct val="0"/>
        </a:spcAft>
        <a:buChar char="–"/>
        <a:defRPr sz="16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sz="1600">
          <a:solidFill>
            <a:schemeClr val="tx1"/>
          </a:solidFill>
          <a:latin typeface="+mn-lt"/>
        </a:defRPr>
      </a:lvl6pPr>
      <a:lvl7pPr marL="2971800" indent="-228600" algn="l" rtl="0" eaLnBrk="1" fontAlgn="base" hangingPunct="1">
        <a:spcBef>
          <a:spcPct val="20000"/>
        </a:spcBef>
        <a:spcAft>
          <a:spcPct val="0"/>
        </a:spcAft>
        <a:buChar char="»"/>
        <a:defRPr sz="1600">
          <a:solidFill>
            <a:schemeClr val="tx1"/>
          </a:solidFill>
          <a:latin typeface="+mn-lt"/>
        </a:defRPr>
      </a:lvl7pPr>
      <a:lvl8pPr marL="3429000" indent="-228600" algn="l" rtl="0" eaLnBrk="1" fontAlgn="base" hangingPunct="1">
        <a:spcBef>
          <a:spcPct val="20000"/>
        </a:spcBef>
        <a:spcAft>
          <a:spcPct val="0"/>
        </a:spcAft>
        <a:buChar char="»"/>
        <a:defRPr sz="1600">
          <a:solidFill>
            <a:schemeClr val="tx1"/>
          </a:solidFill>
          <a:latin typeface="+mn-lt"/>
        </a:defRPr>
      </a:lvl8pPr>
      <a:lvl9pPr marL="3886200" indent="-228600" algn="l" rtl="0" eaLnBrk="1" fontAlgn="base" hangingPunct="1">
        <a:spcBef>
          <a:spcPct val="20000"/>
        </a:spcBef>
        <a:spcAft>
          <a:spcPct val="0"/>
        </a:spcAft>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52" name="Rectangle 16"/>
          <p:cNvSpPr>
            <a:spLocks noGrp="1" noChangeArrowheads="1"/>
          </p:cNvSpPr>
          <p:nvPr>
            <p:ph type="dt" sz="half" idx="2"/>
          </p:nvPr>
        </p:nvSpPr>
        <p:spPr bwMode="auto">
          <a:xfrm>
            <a:off x="76200" y="6532563"/>
            <a:ext cx="2971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i="0">
                <a:solidFill>
                  <a:schemeClr val="bg2"/>
                </a:solidFill>
                <a:effectLst/>
                <a:latin typeface="Arial" pitchFamily="34" charset="0"/>
                <a:cs typeface="+mn-cs"/>
              </a:defRPr>
            </a:lvl1pPr>
          </a:lstStyle>
          <a:p>
            <a:pPr>
              <a:defRPr/>
            </a:pPr>
            <a:endParaRPr lang="en-US" dirty="0"/>
          </a:p>
        </p:txBody>
      </p:sp>
      <p:sp>
        <p:nvSpPr>
          <p:cNvPr id="39954" name="Rectangle 18"/>
          <p:cNvSpPr>
            <a:spLocks noGrp="1" noChangeArrowheads="1"/>
          </p:cNvSpPr>
          <p:nvPr>
            <p:ph type="sldNum" sz="quarter" idx="4"/>
          </p:nvPr>
        </p:nvSpPr>
        <p:spPr bwMode="auto">
          <a:xfrm>
            <a:off x="8610600" y="6534150"/>
            <a:ext cx="457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2"/>
                </a:solidFill>
                <a:effectLst/>
                <a:latin typeface="Arial" pitchFamily="34" charset="0"/>
                <a:cs typeface="+mn-cs"/>
              </a:defRPr>
            </a:lvl1pPr>
          </a:lstStyle>
          <a:p>
            <a:pPr>
              <a:defRPr/>
            </a:pPr>
            <a:fld id="{AABFABAC-9878-4B3A-B3F6-0B6B1133B7F8}" type="slidenum">
              <a:rPr lang="en-US" smtClean="0"/>
              <a:pPr>
                <a:defRPr/>
              </a:pPr>
              <a:t>‹#›</a:t>
            </a:fld>
            <a:endParaRPr lang="en-US" dirty="0"/>
          </a:p>
        </p:txBody>
      </p:sp>
      <p:sp>
        <p:nvSpPr>
          <p:cNvPr id="1030" name="Rectangle 20"/>
          <p:cNvSpPr>
            <a:spLocks noGrp="1" noChangeArrowheads="1"/>
          </p:cNvSpPr>
          <p:nvPr>
            <p:ph type="title"/>
          </p:nvPr>
        </p:nvSpPr>
        <p:spPr bwMode="auto">
          <a:xfrm>
            <a:off x="1728716" y="169816"/>
            <a:ext cx="5943600" cy="4476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2054" name="Rectangle 21"/>
          <p:cNvSpPr>
            <a:spLocks noGrp="1" noChangeArrowheads="1"/>
          </p:cNvSpPr>
          <p:nvPr>
            <p:ph type="body" idx="1"/>
          </p:nvPr>
        </p:nvSpPr>
        <p:spPr bwMode="auto">
          <a:xfrm>
            <a:off x="685800" y="1295400"/>
            <a:ext cx="77724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9958" name="Rectangle 22"/>
          <p:cNvSpPr>
            <a:spLocks noChangeArrowheads="1"/>
          </p:cNvSpPr>
          <p:nvPr/>
        </p:nvSpPr>
        <p:spPr bwMode="auto">
          <a:xfrm>
            <a:off x="6740525" y="5110163"/>
            <a:ext cx="3484563" cy="0"/>
          </a:xfrm>
          <a:prstGeom prst="rect">
            <a:avLst/>
          </a:prstGeom>
          <a:noFill/>
          <a:ln w="9525">
            <a:noFill/>
            <a:miter lim="800000"/>
            <a:headEnd/>
            <a:tailEnd/>
          </a:ln>
          <a:effectLst/>
        </p:spPr>
        <p:txBody>
          <a:bodyPr>
            <a:spAutoFit/>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grpSp>
        <p:nvGrpSpPr>
          <p:cNvPr id="2056" name="Group 14"/>
          <p:cNvGrpSpPr>
            <a:grpSpLocks/>
          </p:cNvGrpSpPr>
          <p:nvPr/>
        </p:nvGrpSpPr>
        <p:grpSpPr bwMode="auto">
          <a:xfrm>
            <a:off x="533400" y="1066801"/>
            <a:ext cx="8001000" cy="76200"/>
            <a:chOff x="1776413" y="795338"/>
            <a:chExt cx="7038975" cy="65087"/>
          </a:xfrm>
        </p:grpSpPr>
        <p:sp>
          <p:nvSpPr>
            <p:cNvPr id="39959" name="Line 23"/>
            <p:cNvSpPr>
              <a:spLocks noChangeShapeType="1"/>
            </p:cNvSpPr>
            <p:nvPr userDrawn="1"/>
          </p:nvSpPr>
          <p:spPr bwMode="auto">
            <a:xfrm>
              <a:off x="1776413" y="795338"/>
              <a:ext cx="7038975" cy="0"/>
            </a:xfrm>
            <a:prstGeom prst="line">
              <a:avLst/>
            </a:prstGeom>
            <a:noFill/>
            <a:ln w="12700">
              <a:solidFill>
                <a:srgbClr val="666699"/>
              </a:solidFill>
              <a:round/>
              <a:headEnd/>
              <a:tailEnd/>
            </a:ln>
            <a:effectLst/>
          </p:spPr>
          <p:txBody>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sp>
          <p:nvSpPr>
            <p:cNvPr id="39961" name="Line 25"/>
            <p:cNvSpPr>
              <a:spLocks noChangeShapeType="1"/>
            </p:cNvSpPr>
            <p:nvPr userDrawn="1"/>
          </p:nvSpPr>
          <p:spPr bwMode="auto">
            <a:xfrm>
              <a:off x="1776413" y="823913"/>
              <a:ext cx="7038975" cy="0"/>
            </a:xfrm>
            <a:prstGeom prst="line">
              <a:avLst/>
            </a:prstGeom>
            <a:noFill/>
            <a:ln w="19050">
              <a:solidFill>
                <a:srgbClr val="000000"/>
              </a:solidFill>
              <a:round/>
              <a:headEnd/>
              <a:tailEnd/>
            </a:ln>
            <a:effectLst/>
          </p:spPr>
          <p:txBody>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sp>
          <p:nvSpPr>
            <p:cNvPr id="39962" name="Line 26"/>
            <p:cNvSpPr>
              <a:spLocks noChangeShapeType="1"/>
            </p:cNvSpPr>
            <p:nvPr userDrawn="1"/>
          </p:nvSpPr>
          <p:spPr bwMode="auto">
            <a:xfrm>
              <a:off x="1776413" y="860425"/>
              <a:ext cx="7038975" cy="0"/>
            </a:xfrm>
            <a:prstGeom prst="line">
              <a:avLst/>
            </a:prstGeom>
            <a:noFill/>
            <a:ln w="12700">
              <a:solidFill>
                <a:srgbClr val="666699"/>
              </a:solidFill>
              <a:round/>
              <a:headEnd/>
              <a:tailEnd/>
            </a:ln>
            <a:effectLst/>
          </p:spPr>
          <p:txBody>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grpSp>
      <p:pic>
        <p:nvPicPr>
          <p:cNvPr id="16" name="Picture 7" descr="SEA21-LOGO-V1"/>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6200" y="67056"/>
            <a:ext cx="694944" cy="694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8053903" y="0"/>
            <a:ext cx="1071562" cy="828349"/>
          </a:xfrm>
          <a:prstGeom prst="rect">
            <a:avLst/>
          </a:prstGeom>
        </p:spPr>
      </p:pic>
    </p:spTree>
    <p:extLst>
      <p:ext uri="{BB962C8B-B14F-4D97-AF65-F5344CB8AC3E}">
        <p14:creationId xmlns:p14="http://schemas.microsoft.com/office/powerpoint/2010/main" val="2956186077"/>
      </p:ext>
    </p:extLst>
  </p:cSld>
  <p:clrMap bg1="lt1" tx1="dk1" bg2="lt2" tx2="dk2" accent1="accent1" accent2="accent2" accent3="accent3" accent4="accent4" accent5="accent5" accent6="accent6" hlink="hlink" folHlink="folHlink"/>
  <p:sldLayoutIdLst>
    <p:sldLayoutId id="2147486441" r:id="rId1"/>
    <p:sldLayoutId id="2147486442" r:id="rId2"/>
    <p:sldLayoutId id="2147486443" r:id="rId3"/>
    <p:sldLayoutId id="2147486444" r:id="rId4"/>
    <p:sldLayoutId id="2147486445" r:id="rId5"/>
    <p:sldLayoutId id="2147486446" r:id="rId6"/>
    <p:sldLayoutId id="2147486447" r:id="rId7"/>
    <p:sldLayoutId id="2147486448" r:id="rId8"/>
    <p:sldLayoutId id="2147486449" r:id="rId9"/>
  </p:sldLayoutIdLst>
  <p:hf hdr="0" ftr="0" dt="0"/>
  <p:txStyles>
    <p:title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defRPr>
      </a:lvl2pPr>
      <a:lvl3pPr marL="1143000" indent="-228600" algn="l" rtl="0" eaLnBrk="0" fontAlgn="base" hangingPunct="0">
        <a:spcBef>
          <a:spcPct val="20000"/>
        </a:spcBef>
        <a:spcAft>
          <a:spcPct val="0"/>
        </a:spcAft>
        <a:buChar char="•"/>
        <a:defRPr>
          <a:solidFill>
            <a:schemeClr val="tx1"/>
          </a:solidFill>
          <a:latin typeface="+mn-lt"/>
        </a:defRPr>
      </a:lvl3pPr>
      <a:lvl4pPr marL="1600200" indent="-228600" algn="l" rtl="0" eaLnBrk="0" fontAlgn="base" hangingPunct="0">
        <a:spcBef>
          <a:spcPct val="20000"/>
        </a:spcBef>
        <a:spcAft>
          <a:spcPct val="0"/>
        </a:spcAft>
        <a:buChar char="–"/>
        <a:defRPr sz="16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sz="1600">
          <a:solidFill>
            <a:schemeClr val="tx1"/>
          </a:solidFill>
          <a:latin typeface="+mn-lt"/>
        </a:defRPr>
      </a:lvl6pPr>
      <a:lvl7pPr marL="2971800" indent="-228600" algn="l" rtl="0" eaLnBrk="1" fontAlgn="base" hangingPunct="1">
        <a:spcBef>
          <a:spcPct val="20000"/>
        </a:spcBef>
        <a:spcAft>
          <a:spcPct val="0"/>
        </a:spcAft>
        <a:buChar char="»"/>
        <a:defRPr sz="1600">
          <a:solidFill>
            <a:schemeClr val="tx1"/>
          </a:solidFill>
          <a:latin typeface="+mn-lt"/>
        </a:defRPr>
      </a:lvl7pPr>
      <a:lvl8pPr marL="3429000" indent="-228600" algn="l" rtl="0" eaLnBrk="1" fontAlgn="base" hangingPunct="1">
        <a:spcBef>
          <a:spcPct val="20000"/>
        </a:spcBef>
        <a:spcAft>
          <a:spcPct val="0"/>
        </a:spcAft>
        <a:buChar char="»"/>
        <a:defRPr sz="1600">
          <a:solidFill>
            <a:schemeClr val="tx1"/>
          </a:solidFill>
          <a:latin typeface="+mn-lt"/>
        </a:defRPr>
      </a:lvl8pPr>
      <a:lvl9pPr marL="3886200" indent="-228600" algn="l" rtl="0" eaLnBrk="1" fontAlgn="base" hangingPunct="1">
        <a:spcBef>
          <a:spcPct val="20000"/>
        </a:spcBef>
        <a:spcAft>
          <a:spcPct val="0"/>
        </a:spcAft>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52" name="Rectangle 16"/>
          <p:cNvSpPr>
            <a:spLocks noGrp="1" noChangeArrowheads="1"/>
          </p:cNvSpPr>
          <p:nvPr>
            <p:ph type="dt" sz="half" idx="2"/>
          </p:nvPr>
        </p:nvSpPr>
        <p:spPr bwMode="auto">
          <a:xfrm>
            <a:off x="76200" y="6532563"/>
            <a:ext cx="2971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i="0">
                <a:solidFill>
                  <a:schemeClr val="bg2"/>
                </a:solidFill>
                <a:effectLst/>
                <a:latin typeface="Arial" pitchFamily="34" charset="0"/>
                <a:cs typeface="+mn-cs"/>
              </a:defRPr>
            </a:lvl1pPr>
          </a:lstStyle>
          <a:p>
            <a:pPr>
              <a:defRPr/>
            </a:pPr>
            <a:endParaRPr lang="en-US" dirty="0"/>
          </a:p>
        </p:txBody>
      </p:sp>
      <p:sp>
        <p:nvSpPr>
          <p:cNvPr id="39954" name="Rectangle 18"/>
          <p:cNvSpPr>
            <a:spLocks noGrp="1" noChangeArrowheads="1"/>
          </p:cNvSpPr>
          <p:nvPr>
            <p:ph type="sldNum" sz="quarter" idx="4"/>
          </p:nvPr>
        </p:nvSpPr>
        <p:spPr bwMode="auto">
          <a:xfrm>
            <a:off x="8610600" y="6534150"/>
            <a:ext cx="457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2"/>
                </a:solidFill>
                <a:effectLst/>
                <a:latin typeface="Arial" pitchFamily="34" charset="0"/>
                <a:cs typeface="+mn-cs"/>
              </a:defRPr>
            </a:lvl1pPr>
          </a:lstStyle>
          <a:p>
            <a:pPr>
              <a:defRPr/>
            </a:pPr>
            <a:fld id="{AABFABAC-9878-4B3A-B3F6-0B6B1133B7F8}" type="slidenum">
              <a:rPr lang="en-US" smtClean="0"/>
              <a:pPr>
                <a:defRPr/>
              </a:pPr>
              <a:t>‹#›</a:t>
            </a:fld>
            <a:endParaRPr lang="en-US" dirty="0"/>
          </a:p>
        </p:txBody>
      </p:sp>
      <p:sp>
        <p:nvSpPr>
          <p:cNvPr id="1030" name="Rectangle 20"/>
          <p:cNvSpPr>
            <a:spLocks noGrp="1" noChangeArrowheads="1"/>
          </p:cNvSpPr>
          <p:nvPr>
            <p:ph type="title"/>
          </p:nvPr>
        </p:nvSpPr>
        <p:spPr bwMode="auto">
          <a:xfrm>
            <a:off x="1728716" y="169816"/>
            <a:ext cx="5943600" cy="4476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2054" name="Rectangle 21"/>
          <p:cNvSpPr>
            <a:spLocks noGrp="1" noChangeArrowheads="1"/>
          </p:cNvSpPr>
          <p:nvPr>
            <p:ph type="body" idx="1"/>
          </p:nvPr>
        </p:nvSpPr>
        <p:spPr bwMode="auto">
          <a:xfrm>
            <a:off x="685800" y="1295400"/>
            <a:ext cx="77724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9958" name="Rectangle 22"/>
          <p:cNvSpPr>
            <a:spLocks noChangeArrowheads="1"/>
          </p:cNvSpPr>
          <p:nvPr/>
        </p:nvSpPr>
        <p:spPr bwMode="auto">
          <a:xfrm>
            <a:off x="6740525" y="5110163"/>
            <a:ext cx="3484563" cy="0"/>
          </a:xfrm>
          <a:prstGeom prst="rect">
            <a:avLst/>
          </a:prstGeom>
          <a:noFill/>
          <a:ln w="9525">
            <a:noFill/>
            <a:miter lim="800000"/>
            <a:headEnd/>
            <a:tailEnd/>
          </a:ln>
          <a:effectLst/>
        </p:spPr>
        <p:txBody>
          <a:bodyPr>
            <a:spAutoFit/>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grpSp>
        <p:nvGrpSpPr>
          <p:cNvPr id="2056" name="Group 14"/>
          <p:cNvGrpSpPr>
            <a:grpSpLocks/>
          </p:cNvGrpSpPr>
          <p:nvPr/>
        </p:nvGrpSpPr>
        <p:grpSpPr bwMode="auto">
          <a:xfrm>
            <a:off x="533400" y="1066801"/>
            <a:ext cx="8001000" cy="76200"/>
            <a:chOff x="1776413" y="795338"/>
            <a:chExt cx="7038975" cy="65087"/>
          </a:xfrm>
        </p:grpSpPr>
        <p:sp>
          <p:nvSpPr>
            <p:cNvPr id="39959" name="Line 23"/>
            <p:cNvSpPr>
              <a:spLocks noChangeShapeType="1"/>
            </p:cNvSpPr>
            <p:nvPr userDrawn="1"/>
          </p:nvSpPr>
          <p:spPr bwMode="auto">
            <a:xfrm>
              <a:off x="1776413" y="795338"/>
              <a:ext cx="7038975" cy="0"/>
            </a:xfrm>
            <a:prstGeom prst="line">
              <a:avLst/>
            </a:prstGeom>
            <a:noFill/>
            <a:ln w="12700">
              <a:solidFill>
                <a:srgbClr val="666699"/>
              </a:solidFill>
              <a:round/>
              <a:headEnd/>
              <a:tailEnd/>
            </a:ln>
            <a:effectLst/>
          </p:spPr>
          <p:txBody>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sp>
          <p:nvSpPr>
            <p:cNvPr id="39961" name="Line 25"/>
            <p:cNvSpPr>
              <a:spLocks noChangeShapeType="1"/>
            </p:cNvSpPr>
            <p:nvPr userDrawn="1"/>
          </p:nvSpPr>
          <p:spPr bwMode="auto">
            <a:xfrm>
              <a:off x="1776413" y="823913"/>
              <a:ext cx="7038975" cy="0"/>
            </a:xfrm>
            <a:prstGeom prst="line">
              <a:avLst/>
            </a:prstGeom>
            <a:noFill/>
            <a:ln w="19050">
              <a:solidFill>
                <a:srgbClr val="000000"/>
              </a:solidFill>
              <a:round/>
              <a:headEnd/>
              <a:tailEnd/>
            </a:ln>
            <a:effectLst/>
          </p:spPr>
          <p:txBody>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sp>
          <p:nvSpPr>
            <p:cNvPr id="39962" name="Line 26"/>
            <p:cNvSpPr>
              <a:spLocks noChangeShapeType="1"/>
            </p:cNvSpPr>
            <p:nvPr userDrawn="1"/>
          </p:nvSpPr>
          <p:spPr bwMode="auto">
            <a:xfrm>
              <a:off x="1776413" y="860425"/>
              <a:ext cx="7038975" cy="0"/>
            </a:xfrm>
            <a:prstGeom prst="line">
              <a:avLst/>
            </a:prstGeom>
            <a:noFill/>
            <a:ln w="12700">
              <a:solidFill>
                <a:srgbClr val="666699"/>
              </a:solidFill>
              <a:round/>
              <a:headEnd/>
              <a:tailEnd/>
            </a:ln>
            <a:effectLst/>
          </p:spPr>
          <p:txBody>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grpSp>
      <p:pic>
        <p:nvPicPr>
          <p:cNvPr id="16" name="Picture 7" descr="SEA21-LOGO-V1"/>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6200" y="67056"/>
            <a:ext cx="694944" cy="694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8053903" y="0"/>
            <a:ext cx="1071562" cy="828349"/>
          </a:xfrm>
          <a:prstGeom prst="rect">
            <a:avLst/>
          </a:prstGeom>
        </p:spPr>
      </p:pic>
    </p:spTree>
    <p:extLst>
      <p:ext uri="{BB962C8B-B14F-4D97-AF65-F5344CB8AC3E}">
        <p14:creationId xmlns:p14="http://schemas.microsoft.com/office/powerpoint/2010/main" val="3701491201"/>
      </p:ext>
    </p:extLst>
  </p:cSld>
  <p:clrMap bg1="lt1" tx1="dk1" bg2="lt2" tx2="dk2" accent1="accent1" accent2="accent2" accent3="accent3" accent4="accent4" accent5="accent5" accent6="accent6" hlink="hlink" folHlink="folHlink"/>
  <p:sldLayoutIdLst>
    <p:sldLayoutId id="2147486451" r:id="rId1"/>
    <p:sldLayoutId id="2147486452" r:id="rId2"/>
    <p:sldLayoutId id="2147486453" r:id="rId3"/>
    <p:sldLayoutId id="2147486454" r:id="rId4"/>
    <p:sldLayoutId id="2147486455" r:id="rId5"/>
    <p:sldLayoutId id="2147486456" r:id="rId6"/>
    <p:sldLayoutId id="2147486457" r:id="rId7"/>
    <p:sldLayoutId id="2147486458" r:id="rId8"/>
    <p:sldLayoutId id="2147486459" r:id="rId9"/>
  </p:sldLayoutIdLst>
  <p:hf hdr="0" ftr="0" dt="0"/>
  <p:txStyles>
    <p:title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defRPr>
      </a:lvl2pPr>
      <a:lvl3pPr marL="1143000" indent="-228600" algn="l" rtl="0" eaLnBrk="0" fontAlgn="base" hangingPunct="0">
        <a:spcBef>
          <a:spcPct val="20000"/>
        </a:spcBef>
        <a:spcAft>
          <a:spcPct val="0"/>
        </a:spcAft>
        <a:buChar char="•"/>
        <a:defRPr>
          <a:solidFill>
            <a:schemeClr val="tx1"/>
          </a:solidFill>
          <a:latin typeface="+mn-lt"/>
        </a:defRPr>
      </a:lvl3pPr>
      <a:lvl4pPr marL="1600200" indent="-228600" algn="l" rtl="0" eaLnBrk="0" fontAlgn="base" hangingPunct="0">
        <a:spcBef>
          <a:spcPct val="20000"/>
        </a:spcBef>
        <a:spcAft>
          <a:spcPct val="0"/>
        </a:spcAft>
        <a:buChar char="–"/>
        <a:defRPr sz="16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sz="1600">
          <a:solidFill>
            <a:schemeClr val="tx1"/>
          </a:solidFill>
          <a:latin typeface="+mn-lt"/>
        </a:defRPr>
      </a:lvl6pPr>
      <a:lvl7pPr marL="2971800" indent="-228600" algn="l" rtl="0" eaLnBrk="1" fontAlgn="base" hangingPunct="1">
        <a:spcBef>
          <a:spcPct val="20000"/>
        </a:spcBef>
        <a:spcAft>
          <a:spcPct val="0"/>
        </a:spcAft>
        <a:buChar char="»"/>
        <a:defRPr sz="1600">
          <a:solidFill>
            <a:schemeClr val="tx1"/>
          </a:solidFill>
          <a:latin typeface="+mn-lt"/>
        </a:defRPr>
      </a:lvl7pPr>
      <a:lvl8pPr marL="3429000" indent="-228600" algn="l" rtl="0" eaLnBrk="1" fontAlgn="base" hangingPunct="1">
        <a:spcBef>
          <a:spcPct val="20000"/>
        </a:spcBef>
        <a:spcAft>
          <a:spcPct val="0"/>
        </a:spcAft>
        <a:buChar char="»"/>
        <a:defRPr sz="1600">
          <a:solidFill>
            <a:schemeClr val="tx1"/>
          </a:solidFill>
          <a:latin typeface="+mn-lt"/>
        </a:defRPr>
      </a:lvl8pPr>
      <a:lvl9pPr marL="3886200" indent="-228600" algn="l" rtl="0" eaLnBrk="1" fontAlgn="base" hangingPunct="1">
        <a:spcBef>
          <a:spcPct val="20000"/>
        </a:spcBef>
        <a:spcAft>
          <a:spcPct val="0"/>
        </a:spcAft>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1.xml"/><Relationship Id="rId1" Type="http://schemas.openxmlformats.org/officeDocument/2006/relationships/themeOverride" Target="../theme/themeOverride1.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1.xml"/><Relationship Id="rId1" Type="http://schemas.openxmlformats.org/officeDocument/2006/relationships/themeOverride" Target="../theme/themeOverride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1.xml"/><Relationship Id="rId1" Type="http://schemas.openxmlformats.org/officeDocument/2006/relationships/themeOverride" Target="../theme/themeOverride3.xml"/><Relationship Id="rId5" Type="http://schemas.openxmlformats.org/officeDocument/2006/relationships/image" Target="../media/image10.emf"/><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1.xml"/><Relationship Id="rId1" Type="http://schemas.openxmlformats.org/officeDocument/2006/relationships/themeOverride" Target="../theme/themeOverride4.xml"/><Relationship Id="rId6" Type="http://schemas.openxmlformats.org/officeDocument/2006/relationships/image" Target="../media/image12.wmf"/><Relationship Id="rId5" Type="http://schemas.openxmlformats.org/officeDocument/2006/relationships/image" Target="../media/image11.emf"/><Relationship Id="rId4" Type="http://schemas.openxmlformats.org/officeDocument/2006/relationships/package" Target="../embeddings/Microsoft_Excel_Worksheet.xlsx"/></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1.xml"/><Relationship Id="rId1" Type="http://schemas.openxmlformats.org/officeDocument/2006/relationships/themeOverride" Target="../theme/themeOverride5.xml"/><Relationship Id="rId6" Type="http://schemas.openxmlformats.org/officeDocument/2006/relationships/image" Target="../media/image12.wmf"/><Relationship Id="rId5" Type="http://schemas.openxmlformats.org/officeDocument/2006/relationships/image" Target="../media/image13.emf"/><Relationship Id="rId4" Type="http://schemas.openxmlformats.org/officeDocument/2006/relationships/package" Target="../embeddings/Microsoft_Excel_Worksheet1.xlsx"/></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1.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31.xml"/><Relationship Id="rId4" Type="http://schemas.openxmlformats.org/officeDocument/2006/relationships/image" Target="../media/image10.emf"/></Relationships>
</file>

<file path=ppt/slides/_rels/slide9.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openxmlformats.org/officeDocument/2006/relationships/notesSlide" Target="../notesSlides/notesSlide8.xml"/><Relationship Id="rId1" Type="http://schemas.openxmlformats.org/officeDocument/2006/relationships/slideLayout" Target="../slideLayouts/slideLayout13.xml"/><Relationship Id="rId5" Type="http://schemas.openxmlformats.org/officeDocument/2006/relationships/image" Target="../media/image12.wmf"/><Relationship Id="rId4" Type="http://schemas.openxmlformats.org/officeDocument/2006/relationships/image" Target="../media/image17.emf"/></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1.xml"/><Relationship Id="rId1" Type="http://schemas.openxmlformats.org/officeDocument/2006/relationships/themeOverride" Target="../theme/themeOverride6.xml"/><Relationship Id="rId6" Type="http://schemas.openxmlformats.org/officeDocument/2006/relationships/image" Target="../media/image12.wmf"/><Relationship Id="rId5" Type="http://schemas.openxmlformats.org/officeDocument/2006/relationships/image" Target="../media/image18.emf"/><Relationship Id="rId4" Type="http://schemas.openxmlformats.org/officeDocument/2006/relationships/package" Target="../embeddings/Microsoft_Excel_Worksheet3.xlsx"/></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1.xml"/><Relationship Id="rId1" Type="http://schemas.openxmlformats.org/officeDocument/2006/relationships/themeOverride" Target="../theme/themeOverride7.xml"/><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1.xml"/><Relationship Id="rId1" Type="http://schemas.openxmlformats.org/officeDocument/2006/relationships/themeOverride" Target="../theme/themeOverride8.xml"/><Relationship Id="rId5" Type="http://schemas.openxmlformats.org/officeDocument/2006/relationships/image" Target="../media/image10.emf"/><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openxmlformats.org/officeDocument/2006/relationships/notesSlide" Target="../notesSlides/notesSlide12.xml"/><Relationship Id="rId1" Type="http://schemas.openxmlformats.org/officeDocument/2006/relationships/slideLayout" Target="../slideLayouts/slideLayout13.xml"/><Relationship Id="rId5" Type="http://schemas.openxmlformats.org/officeDocument/2006/relationships/image" Target="../media/image12.wmf"/><Relationship Id="rId4" Type="http://schemas.openxmlformats.org/officeDocument/2006/relationships/image" Target="../media/image22.emf"/></Relationships>
</file>

<file path=ppt/slides/_rels/slide14.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12.wmf"/></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1.xml"/><Relationship Id="rId1" Type="http://schemas.openxmlformats.org/officeDocument/2006/relationships/themeOverride" Target="../theme/themeOverride9.xml"/><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1.xml"/><Relationship Id="rId1" Type="http://schemas.openxmlformats.org/officeDocument/2006/relationships/themeOverride" Target="../theme/themeOverride10.xml"/><Relationship Id="rId5" Type="http://schemas.openxmlformats.org/officeDocument/2006/relationships/image" Target="../media/image10.emf"/><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28.emf"/><Relationship Id="rId2" Type="http://schemas.openxmlformats.org/officeDocument/2006/relationships/slideLayout" Target="../slideLayouts/slideLayout31.xml"/><Relationship Id="rId1" Type="http://schemas.openxmlformats.org/officeDocument/2006/relationships/themeOverride" Target="../theme/themeOverride11.xml"/><Relationship Id="rId6" Type="http://schemas.openxmlformats.org/officeDocument/2006/relationships/image" Target="../media/image12.wmf"/><Relationship Id="rId5" Type="http://schemas.openxmlformats.org/officeDocument/2006/relationships/image" Target="../media/image27.emf"/><Relationship Id="rId4" Type="http://schemas.openxmlformats.org/officeDocument/2006/relationships/package" Target="../embeddings/Microsoft_Excel_Worksheet5.xlsx"/></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1.xml"/><Relationship Id="rId1" Type="http://schemas.openxmlformats.org/officeDocument/2006/relationships/themeOverride" Target="../theme/themeOverride12.xml"/><Relationship Id="rId5" Type="http://schemas.openxmlformats.org/officeDocument/2006/relationships/image" Target="../media/image10.emf"/><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1.xml"/><Relationship Id="rId1" Type="http://schemas.openxmlformats.org/officeDocument/2006/relationships/themeOverride" Target="../theme/themeOverride13.xml"/><Relationship Id="rId5" Type="http://schemas.openxmlformats.org/officeDocument/2006/relationships/image" Target="../media/image10.emf"/><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1.xml"/><Relationship Id="rId1" Type="http://schemas.openxmlformats.org/officeDocument/2006/relationships/themeOverride" Target="../theme/themeOverride14.xml"/><Relationship Id="rId6" Type="http://schemas.openxmlformats.org/officeDocument/2006/relationships/image" Target="../media/image12.wmf"/><Relationship Id="rId5" Type="http://schemas.openxmlformats.org/officeDocument/2006/relationships/image" Target="../media/image31.emf"/><Relationship Id="rId4" Type="http://schemas.openxmlformats.org/officeDocument/2006/relationships/package" Target="../embeddings/Microsoft_Excel_Worksheet6.xlsx"/></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22"/>
          <p:cNvSpPr>
            <a:spLocks noGrp="1"/>
          </p:cNvSpPr>
          <p:nvPr>
            <p:ph type="title"/>
          </p:nvPr>
        </p:nvSpPr>
        <p:spPr>
          <a:xfrm>
            <a:off x="170171" y="3429000"/>
            <a:ext cx="8821429" cy="1905000"/>
          </a:xfrm>
        </p:spPr>
        <p:txBody>
          <a:bodyPr/>
          <a:lstStyle/>
          <a:p>
            <a:pPr eaLnBrk="1" hangingPunct="1"/>
            <a:r>
              <a:rPr lang="en-US" sz="2800" dirty="0">
                <a:solidFill>
                  <a:srgbClr val="002060"/>
                </a:solidFill>
                <a:effectLst/>
              </a:rPr>
              <a:t>Domestic Private Sector Workload Estimate </a:t>
            </a:r>
            <a:br>
              <a:rPr lang="en-US" sz="2800" dirty="0">
                <a:solidFill>
                  <a:srgbClr val="002060"/>
                </a:solidFill>
                <a:effectLst/>
              </a:rPr>
            </a:br>
            <a:br>
              <a:rPr lang="en-US" sz="2800" dirty="0">
                <a:solidFill>
                  <a:srgbClr val="002060"/>
                </a:solidFill>
                <a:effectLst/>
              </a:rPr>
            </a:br>
            <a:r>
              <a:rPr lang="en-US" sz="2800" dirty="0">
                <a:solidFill>
                  <a:srgbClr val="002060"/>
                </a:solidFill>
                <a:effectLst/>
              </a:rPr>
              <a:t>FY24 - FY27 Workload as of 01 OCT 2023</a:t>
            </a:r>
            <a:br>
              <a:rPr lang="en-US" sz="2800" dirty="0">
                <a:solidFill>
                  <a:srgbClr val="002060"/>
                </a:solidFill>
                <a:effectLst/>
              </a:rPr>
            </a:br>
            <a:br>
              <a:rPr lang="en-US" sz="2800" i="0" dirty="0">
                <a:solidFill>
                  <a:srgbClr val="002060"/>
                </a:solidFill>
                <a:effectLst/>
              </a:rPr>
            </a:br>
            <a:r>
              <a:rPr lang="en-US" sz="2800" i="0" dirty="0">
                <a:solidFill>
                  <a:srgbClr val="002060"/>
                </a:solidFill>
                <a:effectLst/>
              </a:rPr>
              <a:t>Industry Version FY24 Q1 M1</a:t>
            </a:r>
          </a:p>
        </p:txBody>
      </p:sp>
      <p:sp>
        <p:nvSpPr>
          <p:cNvPr id="5" name="TextBox 4"/>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solidFill>
                  <a:srgbClr val="002060"/>
                </a:solidFill>
              </a:rPr>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solidFill>
                <a:srgbClr val="002060"/>
              </a:solidFill>
            </a:endParaRPr>
          </a:p>
          <a:p>
            <a:r>
              <a:rPr lang="en-US" sz="700" dirty="0">
                <a:solidFill>
                  <a:srgbClr val="002060"/>
                </a:solidFill>
              </a:rPr>
              <a:t>“Distribution Statement A: Approved for Public Release; Distribution is unlimited.”</a:t>
            </a:r>
          </a:p>
          <a:p>
            <a:pPr algn="l"/>
            <a:endParaRPr lang="en-US" dirty="0">
              <a:solidFill>
                <a:srgbClr val="002060"/>
              </a:solidFill>
            </a:endParaRPr>
          </a:p>
        </p:txBody>
      </p:sp>
      <p:pic>
        <p:nvPicPr>
          <p:cNvPr id="6" name="Picture 7" descr="SEA21-LOGO-V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43000" y="543128"/>
            <a:ext cx="2219290" cy="2219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84236" y="300366"/>
            <a:ext cx="3407364" cy="2633995"/>
          </a:xfrm>
          <a:prstGeom prst="rect">
            <a:avLst/>
          </a:prstGeom>
        </p:spPr>
      </p:pic>
    </p:spTree>
    <p:extLst>
      <p:ext uri="{BB962C8B-B14F-4D97-AF65-F5344CB8AC3E}">
        <p14:creationId xmlns:p14="http://schemas.microsoft.com/office/powerpoint/2010/main" val="3665051969"/>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p:cNvSpPr txBox="1">
            <a:spLocks/>
          </p:cNvSpPr>
          <p:nvPr/>
        </p:nvSpPr>
        <p:spPr bwMode="auto">
          <a:xfrm>
            <a:off x="0" y="0"/>
            <a:ext cx="91440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1" i="0" u="none" strike="noStrike" kern="1200" cap="none" spc="0" normalizeH="0" baseline="0" noProof="0" dirty="0">
                <a:ln>
                  <a:noFill/>
                </a:ln>
                <a:solidFill>
                  <a:srgbClr val="002060"/>
                </a:solidFill>
                <a:effectLst/>
                <a:uLnTx/>
                <a:uFillTx/>
                <a:latin typeface="Arial"/>
                <a:ea typeface="+mj-ea"/>
                <a:cs typeface="Arial" pitchFamily="34" charset="0"/>
              </a:rPr>
              <a:t>Notes</a:t>
            </a:r>
            <a:endParaRPr kumimoji="0" lang="en-US" sz="1200" b="1" i="1" u="none" strike="noStrike" kern="0" cap="none" spc="0" normalizeH="0" baseline="0" noProof="0" dirty="0">
              <a:ln>
                <a:noFill/>
              </a:ln>
              <a:solidFill>
                <a:srgbClr val="002060"/>
              </a:solidFill>
              <a:effectLst/>
              <a:uLnTx/>
              <a:uFillTx/>
              <a:latin typeface="Arial"/>
              <a:ea typeface="+mj-ea"/>
            </a:endParaRPr>
          </a:p>
        </p:txBody>
      </p:sp>
      <p:sp>
        <p:nvSpPr>
          <p:cNvPr id="10" name="Slide Number Placeholder 1"/>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FFFDF7-475E-4D47-8720-BC1BB1C94DBD}" type="slidenum">
              <a:rPr kumimoji="0" lang="en-US" sz="1200" b="1" i="1" u="none" strike="noStrike" kern="1200" cap="none" spc="0" normalizeH="0" baseline="0" noProof="0" smtClean="0">
                <a:ln>
                  <a:noFill/>
                </a:ln>
                <a:solidFill>
                  <a:srgbClr val="80808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sz="1200" b="1" i="1" u="none" strike="noStrike" kern="1200" cap="none" spc="0" normalizeH="0" baseline="0" noProof="0" dirty="0">
              <a:ln>
                <a:noFill/>
              </a:ln>
              <a:solidFill>
                <a:srgbClr val="808080"/>
              </a:solidFill>
              <a:effectLst/>
              <a:uLnTx/>
              <a:uFillTx/>
              <a:latin typeface="Arial" pitchFamily="34" charset="0"/>
              <a:ea typeface="+mn-ea"/>
              <a:cs typeface="+mn-cs"/>
            </a:endParaRPr>
          </a:p>
        </p:txBody>
      </p:sp>
      <p:sp>
        <p:nvSpPr>
          <p:cNvPr id="13" name="TextBox 12"/>
          <p:cNvSpPr txBox="1"/>
          <p:nvPr/>
        </p:nvSpPr>
        <p:spPr>
          <a:xfrm>
            <a:off x="170171" y="6568948"/>
            <a:ext cx="8821429" cy="2890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endParaRPr lang="en-US" sz="400" dirty="0"/>
          </a:p>
          <a:p>
            <a:r>
              <a:rPr lang="en-US" sz="700" dirty="0"/>
              <a:t>“Distribution Statement A: Approved for Public Release; Distribution is unlimited.”</a:t>
            </a:r>
          </a:p>
          <a:p>
            <a:pPr algn="l"/>
            <a:endParaRPr lang="en-US" dirty="0"/>
          </a:p>
        </p:txBody>
      </p:sp>
      <p:sp>
        <p:nvSpPr>
          <p:cNvPr id="3" name="TextBox 2"/>
          <p:cNvSpPr txBox="1"/>
          <p:nvPr/>
        </p:nvSpPr>
        <p:spPr>
          <a:xfrm>
            <a:off x="533399" y="1244413"/>
            <a:ext cx="8001001" cy="5016758"/>
          </a:xfrm>
          <a:prstGeom prst="rect">
            <a:avLst/>
          </a:prstGeom>
          <a:ln w="28575" cap="flat" cmpd="sng" algn="ctr">
            <a:noFill/>
            <a:prstDash val="solid"/>
          </a:ln>
        </p:spPr>
        <p:style>
          <a:lnRef idx="1">
            <a:schemeClr val="accent1"/>
          </a:lnRef>
          <a:fillRef idx="0">
            <a:schemeClr val="accent1"/>
          </a:fillRef>
          <a:effectRef idx="0">
            <a:schemeClr val="accent1"/>
          </a:effectRef>
          <a:fontRef idx="minor">
            <a:schemeClr val="tx1"/>
          </a:fontRef>
        </p:style>
        <p:txBody>
          <a:bodyPr wrap="square" rtlCol="0">
            <a:spAutoFit/>
          </a:bodyPr>
          <a:lstStyle/>
          <a:p>
            <a:pPr marL="285750" indent="-285750">
              <a:buFont typeface="Wingdings" panose="05000000000000000000" pitchFamily="2" charset="2"/>
              <a:buChar char="§"/>
            </a:pPr>
            <a:r>
              <a:rPr lang="en-US" sz="1600" b="0" i="0" kern="0" dirty="0">
                <a:solidFill>
                  <a:srgbClr val="002060"/>
                </a:solidFill>
                <a:latin typeface="Arial" panose="020B0604020202020204" pitchFamily="34" charset="0"/>
                <a:cs typeface="Arial" panose="020B0604020202020204" pitchFamily="34" charset="0"/>
              </a:rPr>
              <a:t>Data contained in this report reflects the Navy program of record as of 01 OCTOBER 2023.</a:t>
            </a:r>
          </a:p>
          <a:p>
            <a:endParaRPr lang="en-US" sz="1600" b="0" i="0" kern="0" dirty="0">
              <a:solidFill>
                <a:srgbClr val="002060"/>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US" sz="1600" b="0" i="0" kern="0" dirty="0">
                <a:solidFill>
                  <a:srgbClr val="002060"/>
                </a:solidFill>
                <a:latin typeface="Arial" panose="020B0604020202020204" pitchFamily="34" charset="0"/>
                <a:cs typeface="Arial" panose="020B0604020202020204" pitchFamily="34" charset="0"/>
              </a:rPr>
              <a:t>The next bi-monthly workload projections are targeted for release no later than 31 DECEMBER 2023.</a:t>
            </a:r>
          </a:p>
          <a:p>
            <a:pPr marL="285750" indent="-285750">
              <a:buFont typeface="Wingdings" panose="05000000000000000000" pitchFamily="2" charset="2"/>
              <a:buChar char="§"/>
            </a:pPr>
            <a:endParaRPr lang="en-US" sz="1600" b="0" i="0" kern="0" dirty="0">
              <a:solidFill>
                <a:srgbClr val="002060"/>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US" sz="1600" b="0" i="0" kern="0" dirty="0">
                <a:solidFill>
                  <a:srgbClr val="002060"/>
                </a:solidFill>
                <a:latin typeface="Arial" panose="020B0604020202020204" pitchFamily="34" charset="0"/>
                <a:cs typeface="Arial" panose="020B0604020202020204" pitchFamily="34" charset="0"/>
              </a:rPr>
              <a:t>Industry manning impacts, results of ongoing availability duration and schedule review, tailored acquisition strategies and ongoing budget negotiations may refine out-year projections.  </a:t>
            </a:r>
          </a:p>
          <a:p>
            <a:pPr marL="285750" indent="-285750">
              <a:buFont typeface="Wingdings" panose="05000000000000000000" pitchFamily="2" charset="2"/>
              <a:buChar char="§"/>
            </a:pPr>
            <a:endParaRPr lang="en-US" sz="1600" b="0" i="0" kern="0" dirty="0">
              <a:solidFill>
                <a:srgbClr val="002060"/>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US" sz="1600" b="0" i="0" kern="0" dirty="0">
                <a:solidFill>
                  <a:srgbClr val="002060"/>
                </a:solidFill>
                <a:latin typeface="Arial" panose="020B0604020202020204" pitchFamily="34" charset="0"/>
                <a:cs typeface="Arial" panose="020B0604020202020204" pitchFamily="34" charset="0"/>
              </a:rPr>
              <a:t>Fleet Scheduling Conference was held in September 2023. Approved changes are in the process of being incorporated into the scheduling program of record and are not yet fully reflected in the 01 OCTOBER 2023 workload.</a:t>
            </a:r>
          </a:p>
          <a:p>
            <a:pPr marL="285750" indent="-285750">
              <a:buFont typeface="Wingdings" panose="05000000000000000000" pitchFamily="2" charset="2"/>
              <a:buChar char="§"/>
            </a:pPr>
            <a:endParaRPr lang="en-US" sz="1600" b="0" i="0" kern="0" dirty="0">
              <a:solidFill>
                <a:srgbClr val="002060"/>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US" sz="1600" b="0" i="0" kern="0" dirty="0">
                <a:solidFill>
                  <a:srgbClr val="002060"/>
                </a:solidFill>
                <a:latin typeface="Arial" panose="020B0604020202020204" pitchFamily="34" charset="0"/>
                <a:cs typeface="Arial" panose="020B0604020202020204" pitchFamily="34" charset="0"/>
              </a:rPr>
              <a:t>Please note, as of August 2023, we have incorporated the use of new software, which automates the generation of the workload charts. SEA21 is aware of the label legibility issues within the workload charts for some ports and is working to correct those issues. The supporting availability data tables following each workload chart should provide required insight.  If there is any confusion, please do not hesitate to reach out to Minh Ly (minh.t.ly.civ@us.navy.mil).</a:t>
            </a:r>
          </a:p>
        </p:txBody>
      </p:sp>
    </p:spTree>
    <p:extLst>
      <p:ext uri="{BB962C8B-B14F-4D97-AF65-F5344CB8AC3E}">
        <p14:creationId xmlns:p14="http://schemas.microsoft.com/office/powerpoint/2010/main" val="2809251647"/>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9FDD86D3-6DB2-CE66-7704-43948C497C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737360"/>
            <a:ext cx="9144000" cy="5028867"/>
          </a:xfrm>
          <a:prstGeom prst="rect">
            <a:avLst/>
          </a:prstGeom>
        </p:spPr>
      </p:pic>
      <p:sp>
        <p:nvSpPr>
          <p:cNvPr id="21" name="Title 1"/>
          <p:cNvSpPr txBox="1">
            <a:spLocks/>
          </p:cNvSpPr>
          <p:nvPr/>
        </p:nvSpPr>
        <p:spPr bwMode="auto">
          <a:xfrm>
            <a:off x="0" y="0"/>
            <a:ext cx="91440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1" i="0" u="none" strike="noStrike" kern="1200" cap="none" spc="0" normalizeH="0" baseline="0" noProof="0" dirty="0">
                <a:ln>
                  <a:noFill/>
                </a:ln>
                <a:solidFill>
                  <a:srgbClr val="002060"/>
                </a:solidFill>
                <a:effectLst/>
                <a:uLnTx/>
                <a:uFillTx/>
                <a:latin typeface="Arial"/>
                <a:ea typeface="+mj-ea"/>
                <a:cs typeface="Arial" pitchFamily="34" charset="0"/>
              </a:rPr>
              <a:t>MARMC Private Sector </a:t>
            </a:r>
            <a:endParaRPr kumimoji="0" lang="en-US" sz="1200" b="1" i="1" u="none" strike="noStrike" kern="0" cap="none" spc="0" normalizeH="0" baseline="0" noProof="0" dirty="0">
              <a:ln>
                <a:noFill/>
              </a:ln>
              <a:solidFill>
                <a:srgbClr val="002060"/>
              </a:solidFill>
              <a:effectLst/>
              <a:uLnTx/>
              <a:uFillTx/>
              <a:latin typeface="Arial"/>
              <a:ea typeface="+mj-ea"/>
            </a:endParaRPr>
          </a:p>
        </p:txBody>
      </p:sp>
      <p:sp>
        <p:nvSpPr>
          <p:cNvPr id="10" name="Slide Number Placeholder 1"/>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FFFDF7-475E-4D47-8720-BC1BB1C94DBD}" type="slidenum">
              <a:rPr kumimoji="0" lang="en-US" sz="1200" b="1" i="1" u="none" strike="noStrike" kern="1200" cap="none" spc="0" normalizeH="0" baseline="0" noProof="0" smtClean="0">
                <a:ln>
                  <a:noFill/>
                </a:ln>
                <a:solidFill>
                  <a:srgbClr val="80808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sz="1200" b="1" i="1" u="none" strike="noStrike" kern="1200" cap="none" spc="0" normalizeH="0" baseline="0" noProof="0" dirty="0">
              <a:ln>
                <a:noFill/>
              </a:ln>
              <a:solidFill>
                <a:srgbClr val="808080"/>
              </a:solidFill>
              <a:effectLst/>
              <a:uLnTx/>
              <a:uFillTx/>
              <a:latin typeface="Arial" pitchFamily="34" charset="0"/>
              <a:ea typeface="+mn-ea"/>
              <a:cs typeface="+mn-cs"/>
            </a:endParaRPr>
          </a:p>
        </p:txBody>
      </p:sp>
      <p:sp>
        <p:nvSpPr>
          <p:cNvPr id="13" name="TextBox 12"/>
          <p:cNvSpPr txBox="1"/>
          <p:nvPr/>
        </p:nvSpPr>
        <p:spPr>
          <a:xfrm>
            <a:off x="170171" y="6568948"/>
            <a:ext cx="8821429" cy="2890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endParaRPr lang="en-US" sz="400" dirty="0"/>
          </a:p>
          <a:p>
            <a:r>
              <a:rPr lang="en-US" sz="700" dirty="0"/>
              <a:t>“Distribution Statement A: Approved for Public Release; Distribution is unlimited.”</a:t>
            </a:r>
          </a:p>
          <a:p>
            <a:pPr algn="l"/>
            <a:endParaRPr lang="en-US" dirty="0"/>
          </a:p>
        </p:txBody>
      </p:sp>
      <p:pic>
        <p:nvPicPr>
          <p:cNvPr id="11" name="Picture 10"/>
          <p:cNvPicPr>
            <a:picLocks noChangeAspect="1"/>
          </p:cNvPicPr>
          <p:nvPr/>
        </p:nvPicPr>
        <p:blipFill>
          <a:blip r:embed="rId5"/>
          <a:stretch>
            <a:fillRect/>
          </a:stretch>
        </p:blipFill>
        <p:spPr>
          <a:xfrm>
            <a:off x="327025" y="1398185"/>
            <a:ext cx="8512175" cy="149135"/>
          </a:xfrm>
          <a:prstGeom prst="rect">
            <a:avLst/>
          </a:prstGeom>
        </p:spPr>
      </p:pic>
      <p:sp>
        <p:nvSpPr>
          <p:cNvPr id="15" name="TextBox 14">
            <a:extLst>
              <a:ext uri="{FF2B5EF4-FFF2-40B4-BE49-F238E27FC236}">
                <a16:creationId xmlns:a16="http://schemas.microsoft.com/office/drawing/2014/main" id="{4F13E94D-F625-900B-A471-D234BD640E29}"/>
              </a:ext>
            </a:extLst>
          </p:cNvPr>
          <p:cNvSpPr txBox="1"/>
          <p:nvPr/>
        </p:nvSpPr>
        <p:spPr>
          <a:xfrm>
            <a:off x="533400" y="2133600"/>
            <a:ext cx="708848" cy="215444"/>
          </a:xfrm>
          <a:prstGeom prst="rect">
            <a:avLst/>
          </a:prstGeom>
          <a:ln w="28575" cap="flat" cmpd="sng" algn="ctr">
            <a:noFill/>
            <a:prstDash val="solid"/>
          </a:ln>
        </p:spPr>
        <p:style>
          <a:lnRef idx="1">
            <a:schemeClr val="accent1"/>
          </a:lnRef>
          <a:fillRef idx="0">
            <a:schemeClr val="accent1"/>
          </a:fillRef>
          <a:effectRef idx="0">
            <a:schemeClr val="accent1"/>
          </a:effectRef>
          <a:fontRef idx="minor">
            <a:schemeClr val="tx1"/>
          </a:fontRef>
        </p:style>
        <p:txBody>
          <a:bodyPr wrap="none" rtlCol="0">
            <a:spAutoFit/>
          </a:bodyPr>
          <a:lstStyle/>
          <a:p>
            <a:pPr algn="ctr"/>
            <a:r>
              <a:rPr lang="en-US" sz="800" b="0" i="0" kern="0" dirty="0">
                <a:solidFill>
                  <a:srgbClr val="FF0000"/>
                </a:solidFill>
              </a:rPr>
              <a:t>TIME NOW</a:t>
            </a:r>
          </a:p>
        </p:txBody>
      </p:sp>
    </p:spTree>
    <p:extLst>
      <p:ext uri="{BB962C8B-B14F-4D97-AF65-F5344CB8AC3E}">
        <p14:creationId xmlns:p14="http://schemas.microsoft.com/office/powerpoint/2010/main" val="1799250685"/>
      </p:ext>
    </p:extLst>
  </p:cSld>
  <p:clrMapOvr>
    <a:overrideClrMapping bg1="lt1" tx1="dk1" bg2="lt2" tx2="dk2" accent1="accent1" accent2="accent2" accent3="accent3" accent4="accent4" accent5="accent5" accent6="accent6" hlink="hlink" folHlink="folHlink"/>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Chart&#10;&#10;Description automatically generated">
            <a:extLst>
              <a:ext uri="{FF2B5EF4-FFF2-40B4-BE49-F238E27FC236}">
                <a16:creationId xmlns:a16="http://schemas.microsoft.com/office/drawing/2014/main" id="{5EE6A1A7-513D-233A-6092-3115925CD0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737360"/>
            <a:ext cx="9144000" cy="5028867"/>
          </a:xfrm>
          <a:prstGeom prst="rect">
            <a:avLst/>
          </a:prstGeom>
        </p:spPr>
      </p:pic>
      <p:sp>
        <p:nvSpPr>
          <p:cNvPr id="21" name="Title 1"/>
          <p:cNvSpPr txBox="1">
            <a:spLocks/>
          </p:cNvSpPr>
          <p:nvPr/>
        </p:nvSpPr>
        <p:spPr bwMode="auto">
          <a:xfrm>
            <a:off x="0" y="0"/>
            <a:ext cx="91440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1" i="0" u="none" strike="noStrike" kern="1200" cap="none" spc="0" normalizeH="0" baseline="0" noProof="0" dirty="0">
                <a:ln>
                  <a:noFill/>
                </a:ln>
                <a:solidFill>
                  <a:srgbClr val="002060"/>
                </a:solidFill>
                <a:effectLst/>
                <a:uLnTx/>
                <a:uFillTx/>
                <a:latin typeface="Arial"/>
                <a:ea typeface="+mj-ea"/>
                <a:cs typeface="Arial" pitchFamily="34" charset="0"/>
              </a:rPr>
              <a:t>MARMC Private Sector </a:t>
            </a:r>
            <a:endParaRPr kumimoji="0" lang="en-US" sz="1200" b="1" i="1" u="none" strike="noStrike" kern="0" cap="none" spc="0" normalizeH="0" baseline="0" noProof="0" dirty="0">
              <a:ln>
                <a:noFill/>
              </a:ln>
              <a:solidFill>
                <a:srgbClr val="002060"/>
              </a:solidFill>
              <a:effectLst/>
              <a:uLnTx/>
              <a:uFillTx/>
              <a:latin typeface="Arial"/>
              <a:ea typeface="+mj-ea"/>
            </a:endParaRPr>
          </a:p>
        </p:txBody>
      </p:sp>
      <p:sp>
        <p:nvSpPr>
          <p:cNvPr id="10" name="Slide Number Placeholder 1"/>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FFFDF7-475E-4D47-8720-BC1BB1C94DBD}" type="slidenum">
              <a:rPr kumimoji="0" lang="en-US" sz="1200" b="1" i="1" u="none" strike="noStrike" kern="1200" cap="none" spc="0" normalizeH="0" baseline="0" noProof="0" smtClean="0">
                <a:ln>
                  <a:noFill/>
                </a:ln>
                <a:solidFill>
                  <a:srgbClr val="80808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sz="1200" b="1" i="1" u="none" strike="noStrike" kern="1200" cap="none" spc="0" normalizeH="0" baseline="0" noProof="0" dirty="0">
              <a:ln>
                <a:noFill/>
              </a:ln>
              <a:solidFill>
                <a:srgbClr val="808080"/>
              </a:solidFill>
              <a:effectLst/>
              <a:uLnTx/>
              <a:uFillTx/>
              <a:latin typeface="Arial" pitchFamily="34" charset="0"/>
              <a:ea typeface="+mn-ea"/>
              <a:cs typeface="+mn-cs"/>
            </a:endParaRPr>
          </a:p>
        </p:txBody>
      </p:sp>
      <p:sp>
        <p:nvSpPr>
          <p:cNvPr id="13" name="TextBox 12"/>
          <p:cNvSpPr txBox="1"/>
          <p:nvPr/>
        </p:nvSpPr>
        <p:spPr>
          <a:xfrm>
            <a:off x="170171" y="6568948"/>
            <a:ext cx="8821429" cy="2890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endParaRPr lang="en-US" sz="400" dirty="0"/>
          </a:p>
          <a:p>
            <a:r>
              <a:rPr lang="en-US" sz="700" dirty="0"/>
              <a:t>“Distribution Statement A: Approved for Public Release; Distribution is unlimited.”</a:t>
            </a:r>
          </a:p>
          <a:p>
            <a:pPr algn="l"/>
            <a:endParaRPr lang="en-US" dirty="0"/>
          </a:p>
        </p:txBody>
      </p:sp>
      <p:pic>
        <p:nvPicPr>
          <p:cNvPr id="3" name="Picture 2">
            <a:extLst>
              <a:ext uri="{FF2B5EF4-FFF2-40B4-BE49-F238E27FC236}">
                <a16:creationId xmlns:a16="http://schemas.microsoft.com/office/drawing/2014/main" id="{E34DE2E6-EDDC-17B0-CD28-9E4668A25376}"/>
              </a:ext>
            </a:extLst>
          </p:cNvPr>
          <p:cNvPicPr>
            <a:picLocks noChangeAspect="1"/>
          </p:cNvPicPr>
          <p:nvPr/>
        </p:nvPicPr>
        <p:blipFill>
          <a:blip r:embed="rId5"/>
          <a:stretch>
            <a:fillRect/>
          </a:stretch>
        </p:blipFill>
        <p:spPr>
          <a:xfrm>
            <a:off x="2819400" y="1287391"/>
            <a:ext cx="3821430" cy="391128"/>
          </a:xfrm>
          <a:prstGeom prst="rect">
            <a:avLst/>
          </a:prstGeom>
        </p:spPr>
      </p:pic>
      <p:sp>
        <p:nvSpPr>
          <p:cNvPr id="7" name="TextBox 6">
            <a:extLst>
              <a:ext uri="{FF2B5EF4-FFF2-40B4-BE49-F238E27FC236}">
                <a16:creationId xmlns:a16="http://schemas.microsoft.com/office/drawing/2014/main" id="{A3788D70-24A2-BFA9-9C6D-E7C3C9A6CB74}"/>
              </a:ext>
            </a:extLst>
          </p:cNvPr>
          <p:cNvSpPr txBox="1"/>
          <p:nvPr/>
        </p:nvSpPr>
        <p:spPr>
          <a:xfrm>
            <a:off x="533400" y="2133600"/>
            <a:ext cx="708848" cy="215444"/>
          </a:xfrm>
          <a:prstGeom prst="rect">
            <a:avLst/>
          </a:prstGeom>
          <a:ln w="28575" cap="flat" cmpd="sng" algn="ctr">
            <a:noFill/>
            <a:prstDash val="solid"/>
          </a:ln>
        </p:spPr>
        <p:style>
          <a:lnRef idx="1">
            <a:schemeClr val="accent1"/>
          </a:lnRef>
          <a:fillRef idx="0">
            <a:schemeClr val="accent1"/>
          </a:fillRef>
          <a:effectRef idx="0">
            <a:schemeClr val="accent1"/>
          </a:effectRef>
          <a:fontRef idx="minor">
            <a:schemeClr val="tx1"/>
          </a:fontRef>
        </p:style>
        <p:txBody>
          <a:bodyPr wrap="none" rtlCol="0">
            <a:spAutoFit/>
          </a:bodyPr>
          <a:lstStyle/>
          <a:p>
            <a:pPr algn="ctr"/>
            <a:r>
              <a:rPr lang="en-US" sz="800" b="0" i="0" kern="0" dirty="0">
                <a:solidFill>
                  <a:srgbClr val="FF0000"/>
                </a:solidFill>
              </a:rPr>
              <a:t>TIME NOW</a:t>
            </a:r>
          </a:p>
        </p:txBody>
      </p:sp>
    </p:spTree>
    <p:extLst>
      <p:ext uri="{BB962C8B-B14F-4D97-AF65-F5344CB8AC3E}">
        <p14:creationId xmlns:p14="http://schemas.microsoft.com/office/powerpoint/2010/main" val="217602951"/>
      </p:ext>
    </p:extLst>
  </p:cSld>
  <p:clrMapOvr>
    <a:overrideClrMapping bg1="lt1" tx1="dk1" bg2="lt2" tx2="dk2" accent1="accent1" accent2="accent2" accent3="accent3" accent4="accent4" accent5="accent5" accent6="accent6" hlink="hlink" folHlink="folHlink"/>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15E92B45-1C9D-F859-D8B9-E1A512A7E487}"/>
              </a:ext>
            </a:extLst>
          </p:cNvPr>
          <p:cNvGraphicFramePr>
            <a:graphicFrameLocks noChangeAspect="1"/>
          </p:cNvGraphicFramePr>
          <p:nvPr>
            <p:extLst>
              <p:ext uri="{D42A27DB-BD31-4B8C-83A1-F6EECF244321}">
                <p14:modId xmlns:p14="http://schemas.microsoft.com/office/powerpoint/2010/main" val="1322409864"/>
              </p:ext>
            </p:extLst>
          </p:nvPr>
        </p:nvGraphicFramePr>
        <p:xfrm>
          <a:off x="1981200" y="1154906"/>
          <a:ext cx="6393180" cy="4412860"/>
        </p:xfrm>
        <a:graphic>
          <a:graphicData uri="http://schemas.openxmlformats.org/presentationml/2006/ole">
            <mc:AlternateContent xmlns:mc="http://schemas.openxmlformats.org/markup-compatibility/2006">
              <mc:Choice xmlns:v="urn:schemas-microsoft-com:vml" Requires="v">
                <p:oleObj name="Worksheet" r:id="rId4" imgW="11879545" imgH="7505566" progId="Excel.Sheet.12">
                  <p:embed/>
                </p:oleObj>
              </mc:Choice>
              <mc:Fallback>
                <p:oleObj name="Worksheet" r:id="rId4" imgW="11879545" imgH="7505566" progId="Excel.Sheet.12">
                  <p:embed/>
                  <p:pic>
                    <p:nvPicPr>
                      <p:cNvPr id="0" name=""/>
                      <p:cNvPicPr/>
                      <p:nvPr/>
                    </p:nvPicPr>
                    <p:blipFill>
                      <a:blip r:embed="rId5"/>
                      <a:stretch>
                        <a:fillRect/>
                      </a:stretch>
                    </p:blipFill>
                    <p:spPr>
                      <a:xfrm>
                        <a:off x="1981200" y="1154906"/>
                        <a:ext cx="6393180" cy="4412860"/>
                      </a:xfrm>
                      <a:prstGeom prst="rect">
                        <a:avLst/>
                      </a:prstGeom>
                    </p:spPr>
                  </p:pic>
                </p:oleObj>
              </mc:Fallback>
            </mc:AlternateContent>
          </a:graphicData>
        </a:graphic>
      </p:graphicFrame>
      <p:sp>
        <p:nvSpPr>
          <p:cNvPr id="8" name="Title 1"/>
          <p:cNvSpPr>
            <a:spLocks noGrp="1"/>
          </p:cNvSpPr>
          <p:nvPr>
            <p:ph type="title"/>
          </p:nvPr>
        </p:nvSpPr>
        <p:spPr>
          <a:xfrm>
            <a:off x="0" y="0"/>
            <a:ext cx="9144000" cy="1062069"/>
          </a:xfrm>
        </p:spPr>
        <p:txBody>
          <a:bodyPr/>
          <a:lstStyle/>
          <a:p>
            <a:pPr>
              <a:lnSpc>
                <a:spcPct val="100000"/>
              </a:lnSpc>
            </a:pPr>
            <a:r>
              <a:rPr lang="en-US" sz="1200" i="0" dirty="0">
                <a:solidFill>
                  <a:srgbClr val="002060"/>
                </a:solidFill>
                <a:effectLst/>
              </a:rPr>
              <a:t>MARMC Private Sector </a:t>
            </a:r>
            <a:br>
              <a:rPr lang="en-US" sz="1200" i="0" dirty="0">
                <a:solidFill>
                  <a:srgbClr val="002060"/>
                </a:solidFill>
                <a:effectLst/>
              </a:rPr>
            </a:br>
            <a:r>
              <a:rPr lang="en-US" sz="1200" i="0" dirty="0">
                <a:solidFill>
                  <a:srgbClr val="002060"/>
                </a:solidFill>
                <a:effectLst/>
              </a:rPr>
              <a:t>Workload Forecast with MOD estimates (no AIT) FY24 - FY25</a:t>
            </a:r>
            <a:br>
              <a:rPr lang="en-US" sz="1200" i="0" dirty="0">
                <a:solidFill>
                  <a:srgbClr val="002060"/>
                </a:solidFill>
                <a:effectLst/>
              </a:rPr>
            </a:br>
            <a:r>
              <a:rPr lang="en-US" sz="1200" i="0" dirty="0">
                <a:solidFill>
                  <a:srgbClr val="002060"/>
                </a:solidFill>
                <a:effectLst/>
              </a:rPr>
              <a:t>Industry Forecast - as of 01 OCT 2023</a:t>
            </a:r>
            <a:br>
              <a:rPr lang="en-US" sz="1200" i="0" dirty="0">
                <a:solidFill>
                  <a:srgbClr val="002060"/>
                </a:solidFill>
                <a:effectLst/>
              </a:rPr>
            </a:br>
            <a:endParaRPr lang="en-US" sz="1200" i="0" dirty="0">
              <a:solidFill>
                <a:srgbClr val="002060"/>
              </a:solidFill>
              <a:effectLst/>
            </a:endParaRPr>
          </a:p>
        </p:txBody>
      </p:sp>
      <p:sp>
        <p:nvSpPr>
          <p:cNvPr id="2" name="Slide Number Placeholder 1"/>
          <p:cNvSpPr>
            <a:spLocks noGrp="1"/>
          </p:cNvSpPr>
          <p:nvPr>
            <p:ph type="sldNum" sz="quarter" idx="11"/>
          </p:nvPr>
        </p:nvSpPr>
        <p:spPr/>
        <p:txBody>
          <a:bodyPr/>
          <a:lstStyle/>
          <a:p>
            <a:pPr>
              <a:defRPr/>
            </a:pPr>
            <a:fld id="{C6FFFDF7-475E-4D47-8720-BC1BB1C94DBD}" type="slidenum">
              <a:rPr lang="en-US" smtClean="0"/>
              <a:pPr>
                <a:defRPr/>
              </a:pPr>
              <a:t>5</a:t>
            </a:fld>
            <a:endParaRPr lang="en-US" dirty="0"/>
          </a:p>
        </p:txBody>
      </p:sp>
      <p:pic>
        <p:nvPicPr>
          <p:cNvPr id="1029" name="Picture 5"/>
          <p:cNvPicPr>
            <a:picLocks noChangeAspect="1" noChangeArrowheads="1"/>
          </p:cNvPicPr>
          <p:nvPr/>
        </p:nvPicPr>
        <p:blipFill rotWithShape="1">
          <a:blip r:embed="rId6">
            <a:extLst>
              <a:ext uri="{28A0092B-C50C-407E-A947-70E740481C1C}">
                <a14:useLocalDpi xmlns:a14="http://schemas.microsoft.com/office/drawing/2010/main" val="0"/>
              </a:ext>
            </a:extLst>
          </a:blip>
          <a:srcRect l="1" r="38215" b="-2006"/>
          <a:stretch/>
        </p:blipFill>
        <p:spPr bwMode="auto">
          <a:xfrm>
            <a:off x="2917761" y="777557"/>
            <a:ext cx="3326247" cy="24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p>
          <a:p>
            <a:r>
              <a:rPr lang="en-US" sz="700" dirty="0"/>
              <a:t>“Distribution Statement A: Approved for Public Release; Distribution is unlimited.”</a:t>
            </a:r>
          </a:p>
          <a:p>
            <a:pPr algn="l"/>
            <a:endParaRPr lang="en-US" dirty="0"/>
          </a:p>
        </p:txBody>
      </p:sp>
    </p:spTree>
    <p:extLst>
      <p:ext uri="{BB962C8B-B14F-4D97-AF65-F5344CB8AC3E}">
        <p14:creationId xmlns:p14="http://schemas.microsoft.com/office/powerpoint/2010/main" val="3061520459"/>
      </p:ext>
    </p:extLst>
  </p:cSld>
  <p:clrMapOvr>
    <a:overrideClrMapping bg1="lt1" tx1="dk1" bg2="lt2" tx2="dk2" accent1="accent1" accent2="accent2" accent3="accent3" accent4="accent4" accent5="accent5" accent6="accent6" hlink="hlink" folHlink="folHlink"/>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692A698B-835E-71DC-8F26-A3FDB40EF277}"/>
              </a:ext>
            </a:extLst>
          </p:cNvPr>
          <p:cNvGraphicFramePr>
            <a:graphicFrameLocks noChangeAspect="1"/>
          </p:cNvGraphicFramePr>
          <p:nvPr>
            <p:extLst>
              <p:ext uri="{D42A27DB-BD31-4B8C-83A1-F6EECF244321}">
                <p14:modId xmlns:p14="http://schemas.microsoft.com/office/powerpoint/2010/main" val="107814900"/>
              </p:ext>
            </p:extLst>
          </p:nvPr>
        </p:nvGraphicFramePr>
        <p:xfrm>
          <a:off x="1981200" y="1219200"/>
          <a:ext cx="6400800" cy="4240078"/>
        </p:xfrm>
        <a:graphic>
          <a:graphicData uri="http://schemas.openxmlformats.org/presentationml/2006/ole">
            <mc:AlternateContent xmlns:mc="http://schemas.openxmlformats.org/markup-compatibility/2006">
              <mc:Choice xmlns:v="urn:schemas-microsoft-com:vml" Requires="v">
                <p:oleObj name="Worksheet" r:id="rId4" imgW="11879545" imgH="6957210" progId="Excel.Sheet.12">
                  <p:embed/>
                </p:oleObj>
              </mc:Choice>
              <mc:Fallback>
                <p:oleObj name="Worksheet" r:id="rId4" imgW="11879545" imgH="6957210" progId="Excel.Sheet.12">
                  <p:embed/>
                  <p:pic>
                    <p:nvPicPr>
                      <p:cNvPr id="0" name=""/>
                      <p:cNvPicPr/>
                      <p:nvPr/>
                    </p:nvPicPr>
                    <p:blipFill>
                      <a:blip r:embed="rId5"/>
                      <a:stretch>
                        <a:fillRect/>
                      </a:stretch>
                    </p:blipFill>
                    <p:spPr>
                      <a:xfrm>
                        <a:off x="1981200" y="1219200"/>
                        <a:ext cx="6400800" cy="4240078"/>
                      </a:xfrm>
                      <a:prstGeom prst="rect">
                        <a:avLst/>
                      </a:prstGeom>
                    </p:spPr>
                  </p:pic>
                </p:oleObj>
              </mc:Fallback>
            </mc:AlternateContent>
          </a:graphicData>
        </a:graphic>
      </p:graphicFrame>
      <p:sp>
        <p:nvSpPr>
          <p:cNvPr id="8" name="Title 1"/>
          <p:cNvSpPr>
            <a:spLocks noGrp="1"/>
          </p:cNvSpPr>
          <p:nvPr>
            <p:ph type="title"/>
          </p:nvPr>
        </p:nvSpPr>
        <p:spPr>
          <a:xfrm>
            <a:off x="0" y="0"/>
            <a:ext cx="9144000" cy="1066800"/>
          </a:xfrm>
        </p:spPr>
        <p:txBody>
          <a:bodyPr/>
          <a:lstStyle/>
          <a:p>
            <a:pPr>
              <a:lnSpc>
                <a:spcPct val="100000"/>
              </a:lnSpc>
            </a:pPr>
            <a:r>
              <a:rPr lang="en-US" sz="1200" i="0" dirty="0">
                <a:solidFill>
                  <a:srgbClr val="002060"/>
                </a:solidFill>
                <a:effectLst/>
              </a:rPr>
              <a:t>MARMC Private Sector </a:t>
            </a:r>
            <a:br>
              <a:rPr lang="en-US" sz="1200" i="0" dirty="0">
                <a:solidFill>
                  <a:srgbClr val="002060"/>
                </a:solidFill>
                <a:effectLst/>
              </a:rPr>
            </a:br>
            <a:r>
              <a:rPr lang="en-US" sz="1200" i="0" dirty="0">
                <a:solidFill>
                  <a:srgbClr val="002060"/>
                </a:solidFill>
                <a:effectLst/>
              </a:rPr>
              <a:t>Workload Forecast with MOD estimates (no AIT) FY26 - FY27</a:t>
            </a:r>
            <a:br>
              <a:rPr lang="en-US" sz="1200" i="0" dirty="0">
                <a:solidFill>
                  <a:srgbClr val="002060"/>
                </a:solidFill>
                <a:effectLst/>
              </a:rPr>
            </a:br>
            <a:r>
              <a:rPr lang="en-US" sz="1200" i="0" dirty="0">
                <a:solidFill>
                  <a:srgbClr val="002060"/>
                </a:solidFill>
                <a:effectLst/>
              </a:rPr>
              <a:t>Industry Forecast - as of 01 OCT 2023</a:t>
            </a:r>
            <a:br>
              <a:rPr lang="en-US" sz="1200" i="0" dirty="0">
                <a:solidFill>
                  <a:srgbClr val="002060"/>
                </a:solidFill>
                <a:effectLst/>
              </a:rPr>
            </a:br>
            <a:endParaRPr lang="en-US" sz="1200" i="0" dirty="0">
              <a:solidFill>
                <a:srgbClr val="002060"/>
              </a:solidFill>
              <a:effectLst/>
            </a:endParaRPr>
          </a:p>
        </p:txBody>
      </p:sp>
      <p:sp>
        <p:nvSpPr>
          <p:cNvPr id="2" name="Slide Number Placeholder 1"/>
          <p:cNvSpPr>
            <a:spLocks noGrp="1"/>
          </p:cNvSpPr>
          <p:nvPr>
            <p:ph type="sldNum" sz="quarter" idx="11"/>
          </p:nvPr>
        </p:nvSpPr>
        <p:spPr/>
        <p:txBody>
          <a:bodyPr/>
          <a:lstStyle/>
          <a:p>
            <a:pPr>
              <a:defRPr/>
            </a:pPr>
            <a:fld id="{C6FFFDF7-475E-4D47-8720-BC1BB1C94DBD}" type="slidenum">
              <a:rPr lang="en-US" smtClean="0"/>
              <a:pPr>
                <a:defRPr/>
              </a:pPr>
              <a:t>6</a:t>
            </a:fld>
            <a:endParaRPr lang="en-US" dirty="0"/>
          </a:p>
        </p:txBody>
      </p:sp>
      <p:sp>
        <p:nvSpPr>
          <p:cNvPr id="9" name="TextBox 8"/>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p>
          <a:p>
            <a:r>
              <a:rPr lang="en-US" sz="700" dirty="0"/>
              <a:t>“Distribution Statement A: Approved for Public Release; Distribution is unlimited.”</a:t>
            </a:r>
          </a:p>
          <a:p>
            <a:pPr algn="l"/>
            <a:endParaRPr lang="en-US" dirty="0"/>
          </a:p>
        </p:txBody>
      </p:sp>
      <p:pic>
        <p:nvPicPr>
          <p:cNvPr id="7" name="Picture 5"/>
          <p:cNvPicPr>
            <a:picLocks noChangeAspect="1" noChangeArrowheads="1"/>
          </p:cNvPicPr>
          <p:nvPr/>
        </p:nvPicPr>
        <p:blipFill rotWithShape="1">
          <a:blip r:embed="rId6">
            <a:extLst>
              <a:ext uri="{28A0092B-C50C-407E-A947-70E740481C1C}">
                <a14:useLocalDpi xmlns:a14="http://schemas.microsoft.com/office/drawing/2010/main" val="0"/>
              </a:ext>
            </a:extLst>
          </a:blip>
          <a:srcRect l="1" r="38215" b="-2006"/>
          <a:stretch/>
        </p:blipFill>
        <p:spPr bwMode="auto">
          <a:xfrm>
            <a:off x="2917761" y="782288"/>
            <a:ext cx="3326247" cy="24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10790650"/>
      </p:ext>
    </p:extLst>
  </p:cSld>
  <p:clrMapOvr>
    <a:overrideClrMapping bg1="lt1" tx1="dk1" bg2="lt2" tx2="dk2" accent1="accent1" accent2="accent2" accent3="accent3" accent4="accent4" accent5="accent5" accent6="accent6" hlink="hlink" folHlink="folHlink"/>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art, histogram&#10;&#10;Description automatically generated">
            <a:extLst>
              <a:ext uri="{FF2B5EF4-FFF2-40B4-BE49-F238E27FC236}">
                <a16:creationId xmlns:a16="http://schemas.microsoft.com/office/drawing/2014/main" id="{22CC93BE-46B0-41BE-D14D-9544744A3E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737360"/>
            <a:ext cx="9144000" cy="5028867"/>
          </a:xfrm>
          <a:prstGeom prst="rect">
            <a:avLst/>
          </a:prstGeom>
        </p:spPr>
      </p:pic>
      <p:sp>
        <p:nvSpPr>
          <p:cNvPr id="21" name="Title 1"/>
          <p:cNvSpPr txBox="1">
            <a:spLocks/>
          </p:cNvSpPr>
          <p:nvPr/>
        </p:nvSpPr>
        <p:spPr bwMode="auto">
          <a:xfrm>
            <a:off x="1" y="0"/>
            <a:ext cx="91440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a:lstStyle>
          <a:p>
            <a:pPr>
              <a:lnSpc>
                <a:spcPct val="100000"/>
              </a:lnSpc>
            </a:pPr>
            <a:r>
              <a:rPr lang="en-US" sz="2800" i="0" dirty="0">
                <a:solidFill>
                  <a:srgbClr val="002060"/>
                </a:solidFill>
                <a:effectLst/>
                <a:latin typeface="Arial"/>
                <a:cs typeface="Arial" pitchFamily="34" charset="0"/>
              </a:rPr>
              <a:t>SWRMC Private Sector </a:t>
            </a:r>
            <a:endParaRPr lang="en-US" sz="1200" kern="0" dirty="0">
              <a:solidFill>
                <a:srgbClr val="002060"/>
              </a:solidFill>
              <a:effectLst/>
              <a:latin typeface="Arial"/>
            </a:endParaRPr>
          </a:p>
        </p:txBody>
      </p:sp>
      <p:sp>
        <p:nvSpPr>
          <p:cNvPr id="10" name="Slide Number Placeholder 1"/>
          <p:cNvSpPr>
            <a:spLocks noGrp="1"/>
          </p:cNvSpPr>
          <p:nvPr>
            <p:ph type="sldNum" sz="quarter" idx="11"/>
          </p:nvPr>
        </p:nvSpPr>
        <p:spPr/>
        <p:txBody>
          <a:bodyPr/>
          <a:lstStyle/>
          <a:p>
            <a:pPr>
              <a:defRPr/>
            </a:pPr>
            <a:fld id="{C6FFFDF7-475E-4D47-8720-BC1BB1C94DBD}" type="slidenum">
              <a:rPr lang="en-US" smtClean="0"/>
              <a:pPr>
                <a:defRPr/>
              </a:pPr>
              <a:t>7</a:t>
            </a:fld>
            <a:endParaRPr lang="en-US" dirty="0"/>
          </a:p>
        </p:txBody>
      </p:sp>
      <p:sp>
        <p:nvSpPr>
          <p:cNvPr id="8" name="TextBox 7"/>
          <p:cNvSpPr txBox="1"/>
          <p:nvPr/>
        </p:nvSpPr>
        <p:spPr>
          <a:xfrm>
            <a:off x="170171" y="6568948"/>
            <a:ext cx="8821429" cy="2890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endParaRPr lang="en-US" sz="400" dirty="0"/>
          </a:p>
          <a:p>
            <a:r>
              <a:rPr lang="en-US" sz="700" dirty="0"/>
              <a:t>“Distribution Statement A: Approved for Public Release; Distribution is unlimited.”</a:t>
            </a:r>
          </a:p>
          <a:p>
            <a:pPr algn="l"/>
            <a:endParaRPr lang="en-US" dirty="0"/>
          </a:p>
        </p:txBody>
      </p:sp>
      <p:sp>
        <p:nvSpPr>
          <p:cNvPr id="4" name="Rectangle 3"/>
          <p:cNvSpPr/>
          <p:nvPr/>
        </p:nvSpPr>
        <p:spPr bwMode="auto">
          <a:xfrm>
            <a:off x="3048000" y="1400784"/>
            <a:ext cx="609600" cy="255714"/>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4400" b="1" i="1" u="none" strike="noStrike" cap="none" normalizeH="0" baseline="0">
              <a:ln>
                <a:noFill/>
              </a:ln>
              <a:solidFill>
                <a:schemeClr val="tx2"/>
              </a:solidFill>
              <a:effectLst>
                <a:outerShdw blurRad="38100" dist="38100" dir="2700000" algn="tl">
                  <a:srgbClr val="000000">
                    <a:alpha val="43137"/>
                  </a:srgbClr>
                </a:outerShdw>
              </a:effectLst>
              <a:latin typeface="Arial" pitchFamily="34" charset="0"/>
            </a:endParaRPr>
          </a:p>
        </p:txBody>
      </p:sp>
      <p:pic>
        <p:nvPicPr>
          <p:cNvPr id="14" name="Picture 13"/>
          <p:cNvPicPr>
            <a:picLocks noChangeAspect="1"/>
          </p:cNvPicPr>
          <p:nvPr/>
        </p:nvPicPr>
        <p:blipFill>
          <a:blip r:embed="rId4"/>
          <a:stretch>
            <a:fillRect/>
          </a:stretch>
        </p:blipFill>
        <p:spPr>
          <a:xfrm>
            <a:off x="283639" y="1356952"/>
            <a:ext cx="8594491" cy="173736"/>
          </a:xfrm>
          <a:prstGeom prst="rect">
            <a:avLst/>
          </a:prstGeom>
        </p:spPr>
      </p:pic>
      <p:sp>
        <p:nvSpPr>
          <p:cNvPr id="9" name="TextBox 8">
            <a:extLst>
              <a:ext uri="{FF2B5EF4-FFF2-40B4-BE49-F238E27FC236}">
                <a16:creationId xmlns:a16="http://schemas.microsoft.com/office/drawing/2014/main" id="{6200317D-56E3-5E69-B801-966CA237DA8D}"/>
              </a:ext>
            </a:extLst>
          </p:cNvPr>
          <p:cNvSpPr txBox="1"/>
          <p:nvPr/>
        </p:nvSpPr>
        <p:spPr>
          <a:xfrm>
            <a:off x="533400" y="2133600"/>
            <a:ext cx="708848" cy="215444"/>
          </a:xfrm>
          <a:prstGeom prst="rect">
            <a:avLst/>
          </a:prstGeom>
          <a:ln w="28575" cap="flat" cmpd="sng" algn="ctr">
            <a:noFill/>
            <a:prstDash val="solid"/>
          </a:ln>
        </p:spPr>
        <p:style>
          <a:lnRef idx="1">
            <a:schemeClr val="accent1"/>
          </a:lnRef>
          <a:fillRef idx="0">
            <a:schemeClr val="accent1"/>
          </a:fillRef>
          <a:effectRef idx="0">
            <a:schemeClr val="accent1"/>
          </a:effectRef>
          <a:fontRef idx="minor">
            <a:schemeClr val="tx1"/>
          </a:fontRef>
        </p:style>
        <p:txBody>
          <a:bodyPr wrap="none" rtlCol="0">
            <a:spAutoFit/>
          </a:bodyPr>
          <a:lstStyle/>
          <a:p>
            <a:pPr algn="ctr"/>
            <a:r>
              <a:rPr lang="en-US" sz="800" b="0" i="0" kern="0" dirty="0">
                <a:solidFill>
                  <a:srgbClr val="FF0000"/>
                </a:solidFill>
              </a:rPr>
              <a:t>TIME NOW</a:t>
            </a:r>
          </a:p>
        </p:txBody>
      </p:sp>
    </p:spTree>
    <p:extLst>
      <p:ext uri="{BB962C8B-B14F-4D97-AF65-F5344CB8AC3E}">
        <p14:creationId xmlns:p14="http://schemas.microsoft.com/office/powerpoint/2010/main" val="3895135314"/>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art&#10;&#10;Description automatically generated">
            <a:extLst>
              <a:ext uri="{FF2B5EF4-FFF2-40B4-BE49-F238E27FC236}">
                <a16:creationId xmlns:a16="http://schemas.microsoft.com/office/drawing/2014/main" id="{2C91ADD9-DEF6-8FAE-8AF6-55D440EAB5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737360"/>
            <a:ext cx="9144000" cy="5028867"/>
          </a:xfrm>
          <a:prstGeom prst="rect">
            <a:avLst/>
          </a:prstGeom>
        </p:spPr>
      </p:pic>
      <p:sp>
        <p:nvSpPr>
          <p:cNvPr id="21" name="Title 1"/>
          <p:cNvSpPr txBox="1">
            <a:spLocks/>
          </p:cNvSpPr>
          <p:nvPr/>
        </p:nvSpPr>
        <p:spPr bwMode="auto">
          <a:xfrm>
            <a:off x="1" y="0"/>
            <a:ext cx="91440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a:lstStyle>
          <a:p>
            <a:pPr>
              <a:lnSpc>
                <a:spcPct val="100000"/>
              </a:lnSpc>
            </a:pPr>
            <a:r>
              <a:rPr lang="en-US" sz="2800" i="0" dirty="0">
                <a:solidFill>
                  <a:srgbClr val="002060"/>
                </a:solidFill>
                <a:effectLst/>
                <a:latin typeface="Arial"/>
                <a:cs typeface="Arial" pitchFamily="34" charset="0"/>
              </a:rPr>
              <a:t>SWRMC Private Sector </a:t>
            </a:r>
            <a:endParaRPr lang="en-US" sz="1200" kern="0" dirty="0">
              <a:solidFill>
                <a:srgbClr val="002060"/>
              </a:solidFill>
              <a:effectLst/>
              <a:latin typeface="Arial"/>
            </a:endParaRPr>
          </a:p>
        </p:txBody>
      </p:sp>
      <p:sp>
        <p:nvSpPr>
          <p:cNvPr id="10" name="Slide Number Placeholder 1"/>
          <p:cNvSpPr>
            <a:spLocks noGrp="1"/>
          </p:cNvSpPr>
          <p:nvPr>
            <p:ph type="sldNum" sz="quarter" idx="11"/>
          </p:nvPr>
        </p:nvSpPr>
        <p:spPr/>
        <p:txBody>
          <a:bodyPr/>
          <a:lstStyle/>
          <a:p>
            <a:pPr>
              <a:defRPr/>
            </a:pPr>
            <a:fld id="{C6FFFDF7-475E-4D47-8720-BC1BB1C94DBD}" type="slidenum">
              <a:rPr lang="en-US" smtClean="0"/>
              <a:pPr>
                <a:defRPr/>
              </a:pPr>
              <a:t>8</a:t>
            </a:fld>
            <a:endParaRPr lang="en-US" dirty="0"/>
          </a:p>
        </p:txBody>
      </p:sp>
      <p:sp>
        <p:nvSpPr>
          <p:cNvPr id="8" name="TextBox 7"/>
          <p:cNvSpPr txBox="1"/>
          <p:nvPr/>
        </p:nvSpPr>
        <p:spPr>
          <a:xfrm>
            <a:off x="170171" y="6568948"/>
            <a:ext cx="8821429" cy="2890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endParaRPr lang="en-US" sz="400" dirty="0"/>
          </a:p>
          <a:p>
            <a:r>
              <a:rPr lang="en-US" sz="700" dirty="0"/>
              <a:t>“Distribution Statement A: Approved for Public Release; Distribution is unlimited.”</a:t>
            </a:r>
          </a:p>
          <a:p>
            <a:pPr algn="l"/>
            <a:endParaRPr lang="en-US" dirty="0"/>
          </a:p>
        </p:txBody>
      </p:sp>
      <p:sp>
        <p:nvSpPr>
          <p:cNvPr id="4" name="Rectangle 3"/>
          <p:cNvSpPr/>
          <p:nvPr/>
        </p:nvSpPr>
        <p:spPr bwMode="auto">
          <a:xfrm>
            <a:off x="3048000" y="1400784"/>
            <a:ext cx="609600" cy="255714"/>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4400" b="1" i="1" u="none" strike="noStrike" cap="none" normalizeH="0" baseline="0">
              <a:ln>
                <a:noFill/>
              </a:ln>
              <a:solidFill>
                <a:schemeClr val="tx2"/>
              </a:solidFill>
              <a:effectLst>
                <a:outerShdw blurRad="38100" dist="38100" dir="2700000" algn="tl">
                  <a:srgbClr val="000000">
                    <a:alpha val="43137"/>
                  </a:srgbClr>
                </a:outerShdw>
              </a:effectLst>
              <a:latin typeface="Arial" pitchFamily="34" charset="0"/>
            </a:endParaRPr>
          </a:p>
        </p:txBody>
      </p:sp>
      <p:pic>
        <p:nvPicPr>
          <p:cNvPr id="3" name="Picture 2">
            <a:extLst>
              <a:ext uri="{FF2B5EF4-FFF2-40B4-BE49-F238E27FC236}">
                <a16:creationId xmlns:a16="http://schemas.microsoft.com/office/drawing/2014/main" id="{4F405704-1681-D2A8-FBE2-DA55BDE7B692}"/>
              </a:ext>
            </a:extLst>
          </p:cNvPr>
          <p:cNvPicPr>
            <a:picLocks noChangeAspect="1"/>
          </p:cNvPicPr>
          <p:nvPr/>
        </p:nvPicPr>
        <p:blipFill>
          <a:blip r:embed="rId4"/>
          <a:stretch>
            <a:fillRect/>
          </a:stretch>
        </p:blipFill>
        <p:spPr>
          <a:xfrm>
            <a:off x="2819400" y="1287391"/>
            <a:ext cx="3821430" cy="391128"/>
          </a:xfrm>
          <a:prstGeom prst="rect">
            <a:avLst/>
          </a:prstGeom>
        </p:spPr>
      </p:pic>
      <p:sp>
        <p:nvSpPr>
          <p:cNvPr id="11" name="TextBox 10">
            <a:extLst>
              <a:ext uri="{FF2B5EF4-FFF2-40B4-BE49-F238E27FC236}">
                <a16:creationId xmlns:a16="http://schemas.microsoft.com/office/drawing/2014/main" id="{FACD5A17-FDF1-5174-DF83-08F64F0F1940}"/>
              </a:ext>
            </a:extLst>
          </p:cNvPr>
          <p:cNvSpPr txBox="1"/>
          <p:nvPr/>
        </p:nvSpPr>
        <p:spPr>
          <a:xfrm>
            <a:off x="533400" y="2133600"/>
            <a:ext cx="708848" cy="215444"/>
          </a:xfrm>
          <a:prstGeom prst="rect">
            <a:avLst/>
          </a:prstGeom>
          <a:ln w="28575" cap="flat" cmpd="sng" algn="ctr">
            <a:noFill/>
            <a:prstDash val="solid"/>
          </a:ln>
        </p:spPr>
        <p:style>
          <a:lnRef idx="1">
            <a:schemeClr val="accent1"/>
          </a:lnRef>
          <a:fillRef idx="0">
            <a:schemeClr val="accent1"/>
          </a:fillRef>
          <a:effectRef idx="0">
            <a:schemeClr val="accent1"/>
          </a:effectRef>
          <a:fontRef idx="minor">
            <a:schemeClr val="tx1"/>
          </a:fontRef>
        </p:style>
        <p:txBody>
          <a:bodyPr wrap="none" rtlCol="0">
            <a:spAutoFit/>
          </a:bodyPr>
          <a:lstStyle/>
          <a:p>
            <a:pPr algn="ctr"/>
            <a:r>
              <a:rPr lang="en-US" sz="800" b="0" i="0" kern="0" dirty="0">
                <a:solidFill>
                  <a:srgbClr val="FF0000"/>
                </a:solidFill>
              </a:rPr>
              <a:t>TIME NOW</a:t>
            </a:r>
          </a:p>
        </p:txBody>
      </p:sp>
    </p:spTree>
    <p:extLst>
      <p:ext uri="{BB962C8B-B14F-4D97-AF65-F5344CB8AC3E}">
        <p14:creationId xmlns:p14="http://schemas.microsoft.com/office/powerpoint/2010/main" val="4003973082"/>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D1B36065-7A65-7E70-5F18-448040CD5067}"/>
              </a:ext>
            </a:extLst>
          </p:cNvPr>
          <p:cNvGraphicFramePr>
            <a:graphicFrameLocks noChangeAspect="1"/>
          </p:cNvGraphicFramePr>
          <p:nvPr>
            <p:extLst>
              <p:ext uri="{D42A27DB-BD31-4B8C-83A1-F6EECF244321}">
                <p14:modId xmlns:p14="http://schemas.microsoft.com/office/powerpoint/2010/main" val="1696895461"/>
              </p:ext>
            </p:extLst>
          </p:nvPr>
        </p:nvGraphicFramePr>
        <p:xfrm>
          <a:off x="1977339" y="1213385"/>
          <a:ext cx="6404662" cy="5048761"/>
        </p:xfrm>
        <a:graphic>
          <a:graphicData uri="http://schemas.openxmlformats.org/presentationml/2006/ole">
            <mc:AlternateContent xmlns:mc="http://schemas.openxmlformats.org/markup-compatibility/2006">
              <mc:Choice xmlns:v="urn:schemas-microsoft-com:vml" Requires="v">
                <p:oleObj name="Worksheet" r:id="rId3" imgW="11879545" imgH="8786057" progId="Excel.Sheet.12">
                  <p:embed/>
                </p:oleObj>
              </mc:Choice>
              <mc:Fallback>
                <p:oleObj name="Worksheet" r:id="rId3" imgW="11879545" imgH="8786057" progId="Excel.Sheet.12">
                  <p:embed/>
                  <p:pic>
                    <p:nvPicPr>
                      <p:cNvPr id="4" name="Object 3">
                        <a:extLst>
                          <a:ext uri="{FF2B5EF4-FFF2-40B4-BE49-F238E27FC236}">
                            <a16:creationId xmlns:a16="http://schemas.microsoft.com/office/drawing/2014/main" id="{D1B36065-7A65-7E70-5F18-448040CD5067}"/>
                          </a:ext>
                        </a:extLst>
                      </p:cNvPr>
                      <p:cNvPicPr/>
                      <p:nvPr/>
                    </p:nvPicPr>
                    <p:blipFill>
                      <a:blip r:embed="rId4"/>
                      <a:stretch>
                        <a:fillRect/>
                      </a:stretch>
                    </p:blipFill>
                    <p:spPr>
                      <a:xfrm>
                        <a:off x="1977339" y="1213385"/>
                        <a:ext cx="6404662" cy="5048761"/>
                      </a:xfrm>
                      <a:prstGeom prst="rect">
                        <a:avLst/>
                      </a:prstGeom>
                    </p:spPr>
                  </p:pic>
                </p:oleObj>
              </mc:Fallback>
            </mc:AlternateContent>
          </a:graphicData>
        </a:graphic>
      </p:graphicFrame>
      <p:sp>
        <p:nvSpPr>
          <p:cNvPr id="2" name="Slide Number Placeholder 1"/>
          <p:cNvSpPr>
            <a:spLocks noGrp="1"/>
          </p:cNvSpPr>
          <p:nvPr>
            <p:ph type="sldNum" sz="quarter" idx="11"/>
          </p:nvPr>
        </p:nvSpPr>
        <p:spPr/>
        <p:txBody>
          <a:bodyPr/>
          <a:lstStyle/>
          <a:p>
            <a:pPr>
              <a:defRPr/>
            </a:pPr>
            <a:fld id="{C6FFFDF7-475E-4D47-8720-BC1BB1C94DBD}" type="slidenum">
              <a:rPr lang="en-US" smtClean="0"/>
              <a:pPr>
                <a:defRPr/>
              </a:pPr>
              <a:t>9</a:t>
            </a:fld>
            <a:endParaRPr lang="en-US" dirty="0"/>
          </a:p>
        </p:txBody>
      </p:sp>
      <p:sp>
        <p:nvSpPr>
          <p:cNvPr id="8" name="Title 1"/>
          <p:cNvSpPr>
            <a:spLocks noGrp="1"/>
          </p:cNvSpPr>
          <p:nvPr>
            <p:ph type="title"/>
          </p:nvPr>
        </p:nvSpPr>
        <p:spPr>
          <a:xfrm>
            <a:off x="0" y="0"/>
            <a:ext cx="9144000" cy="1066800"/>
          </a:xfrm>
        </p:spPr>
        <p:txBody>
          <a:bodyPr/>
          <a:lstStyle/>
          <a:p>
            <a:pPr>
              <a:lnSpc>
                <a:spcPct val="100000"/>
              </a:lnSpc>
            </a:pPr>
            <a:r>
              <a:rPr lang="en-US" sz="1200" i="0" dirty="0">
                <a:solidFill>
                  <a:srgbClr val="002060"/>
                </a:solidFill>
                <a:effectLst/>
              </a:rPr>
              <a:t>SWRMC Private Sector </a:t>
            </a:r>
            <a:br>
              <a:rPr lang="en-US" sz="1200" i="0" dirty="0">
                <a:solidFill>
                  <a:srgbClr val="002060"/>
                </a:solidFill>
                <a:effectLst/>
              </a:rPr>
            </a:br>
            <a:r>
              <a:rPr lang="en-US" sz="1200" i="0" dirty="0">
                <a:solidFill>
                  <a:srgbClr val="002060"/>
                </a:solidFill>
                <a:effectLst/>
              </a:rPr>
              <a:t>Workload Forecast with MOD estimates (no AIT) FY24 - FY25</a:t>
            </a:r>
            <a:br>
              <a:rPr lang="en-US" sz="1200" i="0" dirty="0">
                <a:solidFill>
                  <a:srgbClr val="002060"/>
                </a:solidFill>
                <a:effectLst/>
              </a:rPr>
            </a:br>
            <a:r>
              <a:rPr lang="en-US" sz="1200" i="0" dirty="0">
                <a:solidFill>
                  <a:srgbClr val="002060"/>
                </a:solidFill>
                <a:effectLst/>
              </a:rPr>
              <a:t>Industry Forecast - as of 01 OCT 2023</a:t>
            </a:r>
            <a:br>
              <a:rPr lang="en-US" sz="1200" i="0" dirty="0">
                <a:solidFill>
                  <a:srgbClr val="002060"/>
                </a:solidFill>
                <a:effectLst/>
              </a:rPr>
            </a:br>
            <a:endParaRPr lang="en-US" sz="1200" i="0" dirty="0">
              <a:solidFill>
                <a:srgbClr val="002060"/>
              </a:solidFill>
              <a:effectLst/>
            </a:endParaRPr>
          </a:p>
        </p:txBody>
      </p:sp>
      <p:sp>
        <p:nvSpPr>
          <p:cNvPr id="10" name="TextBox 9"/>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p>
          <a:p>
            <a:r>
              <a:rPr lang="en-US" sz="700" dirty="0"/>
              <a:t>“Distribution Statement A: Approved for Public Release; Distribution is unlimited.”</a:t>
            </a:r>
          </a:p>
          <a:p>
            <a:pPr algn="l"/>
            <a:endParaRPr lang="en-US" dirty="0"/>
          </a:p>
        </p:txBody>
      </p:sp>
      <p:pic>
        <p:nvPicPr>
          <p:cNvPr id="11" name="Picture 5"/>
          <p:cNvPicPr>
            <a:picLocks noChangeAspect="1" noChangeArrowheads="1"/>
          </p:cNvPicPr>
          <p:nvPr/>
        </p:nvPicPr>
        <p:blipFill rotWithShape="1">
          <a:blip r:embed="rId5">
            <a:extLst>
              <a:ext uri="{28A0092B-C50C-407E-A947-70E740481C1C}">
                <a14:useLocalDpi xmlns:a14="http://schemas.microsoft.com/office/drawing/2010/main" val="0"/>
              </a:ext>
            </a:extLst>
          </a:blip>
          <a:srcRect r="18032"/>
          <a:stretch/>
        </p:blipFill>
        <p:spPr bwMode="auto">
          <a:xfrm>
            <a:off x="2285494" y="789384"/>
            <a:ext cx="4590781" cy="235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48591770"/>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8D0A3BEE-360D-FC92-1809-10F8B298FD94}"/>
              </a:ext>
            </a:extLst>
          </p:cNvPr>
          <p:cNvGraphicFramePr>
            <a:graphicFrameLocks noChangeAspect="1"/>
          </p:cNvGraphicFramePr>
          <p:nvPr>
            <p:extLst>
              <p:ext uri="{D42A27DB-BD31-4B8C-83A1-F6EECF244321}">
                <p14:modId xmlns:p14="http://schemas.microsoft.com/office/powerpoint/2010/main" val="55291340"/>
              </p:ext>
            </p:extLst>
          </p:nvPr>
        </p:nvGraphicFramePr>
        <p:xfrm>
          <a:off x="1981200" y="1219200"/>
          <a:ext cx="6400800" cy="4735696"/>
        </p:xfrm>
        <a:graphic>
          <a:graphicData uri="http://schemas.openxmlformats.org/presentationml/2006/ole">
            <mc:AlternateContent xmlns:mc="http://schemas.openxmlformats.org/markup-compatibility/2006">
              <mc:Choice xmlns:v="urn:schemas-microsoft-com:vml" Requires="v">
                <p:oleObj name="Worksheet" r:id="rId4" imgW="11879545" imgH="7688493" progId="Excel.Sheet.12">
                  <p:embed/>
                </p:oleObj>
              </mc:Choice>
              <mc:Fallback>
                <p:oleObj name="Worksheet" r:id="rId4" imgW="11879545" imgH="7688493" progId="Excel.Sheet.12">
                  <p:embed/>
                  <p:pic>
                    <p:nvPicPr>
                      <p:cNvPr id="4" name="Object 3">
                        <a:extLst>
                          <a:ext uri="{FF2B5EF4-FFF2-40B4-BE49-F238E27FC236}">
                            <a16:creationId xmlns:a16="http://schemas.microsoft.com/office/drawing/2014/main" id="{8D0A3BEE-360D-FC92-1809-10F8B298FD94}"/>
                          </a:ext>
                        </a:extLst>
                      </p:cNvPr>
                      <p:cNvPicPr/>
                      <p:nvPr/>
                    </p:nvPicPr>
                    <p:blipFill>
                      <a:blip r:embed="rId5"/>
                      <a:stretch>
                        <a:fillRect/>
                      </a:stretch>
                    </p:blipFill>
                    <p:spPr>
                      <a:xfrm>
                        <a:off x="1981200" y="1219200"/>
                        <a:ext cx="6400800" cy="4735696"/>
                      </a:xfrm>
                      <a:prstGeom prst="rect">
                        <a:avLst/>
                      </a:prstGeom>
                    </p:spPr>
                  </p:pic>
                </p:oleObj>
              </mc:Fallback>
            </mc:AlternateContent>
          </a:graphicData>
        </a:graphic>
      </p:graphicFrame>
      <p:sp>
        <p:nvSpPr>
          <p:cNvPr id="8" name="Title 1"/>
          <p:cNvSpPr>
            <a:spLocks noGrp="1"/>
          </p:cNvSpPr>
          <p:nvPr>
            <p:ph type="title"/>
          </p:nvPr>
        </p:nvSpPr>
        <p:spPr>
          <a:xfrm>
            <a:off x="0" y="0"/>
            <a:ext cx="9144000" cy="1066800"/>
          </a:xfrm>
        </p:spPr>
        <p:txBody>
          <a:bodyPr/>
          <a:lstStyle/>
          <a:p>
            <a:pPr>
              <a:lnSpc>
                <a:spcPct val="100000"/>
              </a:lnSpc>
            </a:pPr>
            <a:r>
              <a:rPr lang="en-US" sz="1200" i="0" dirty="0">
                <a:solidFill>
                  <a:srgbClr val="002060"/>
                </a:solidFill>
                <a:effectLst/>
              </a:rPr>
              <a:t>SWRMC Private Sector </a:t>
            </a:r>
            <a:br>
              <a:rPr lang="en-US" sz="1200" i="0" dirty="0">
                <a:solidFill>
                  <a:srgbClr val="002060"/>
                </a:solidFill>
                <a:effectLst/>
              </a:rPr>
            </a:br>
            <a:r>
              <a:rPr lang="en-US" sz="1200" i="0" dirty="0">
                <a:solidFill>
                  <a:srgbClr val="002060"/>
                </a:solidFill>
                <a:effectLst/>
              </a:rPr>
              <a:t>Workload Forecast with MOD estimates (no AIT) FY26 - FY27</a:t>
            </a:r>
            <a:br>
              <a:rPr lang="en-US" sz="1200" i="0" dirty="0">
                <a:solidFill>
                  <a:srgbClr val="002060"/>
                </a:solidFill>
                <a:effectLst/>
              </a:rPr>
            </a:br>
            <a:r>
              <a:rPr lang="en-US" sz="1200" i="0" dirty="0">
                <a:solidFill>
                  <a:srgbClr val="002060"/>
                </a:solidFill>
                <a:effectLst/>
              </a:rPr>
              <a:t>Industry Forecast - as of 01 OCT 2023</a:t>
            </a:r>
            <a:br>
              <a:rPr lang="en-US" sz="1200" i="0" dirty="0">
                <a:solidFill>
                  <a:srgbClr val="002060"/>
                </a:solidFill>
                <a:effectLst/>
              </a:rPr>
            </a:br>
            <a:endParaRPr lang="en-US" sz="1200" i="0" dirty="0">
              <a:solidFill>
                <a:srgbClr val="002060"/>
              </a:solidFill>
              <a:effectLst/>
            </a:endParaRPr>
          </a:p>
        </p:txBody>
      </p:sp>
      <p:sp>
        <p:nvSpPr>
          <p:cNvPr id="2" name="Slide Number Placeholder 1"/>
          <p:cNvSpPr>
            <a:spLocks noGrp="1"/>
          </p:cNvSpPr>
          <p:nvPr>
            <p:ph type="sldNum" sz="quarter" idx="11"/>
          </p:nvPr>
        </p:nvSpPr>
        <p:spPr/>
        <p:txBody>
          <a:bodyPr/>
          <a:lstStyle/>
          <a:p>
            <a:pPr>
              <a:defRPr/>
            </a:pPr>
            <a:fld id="{C6FFFDF7-475E-4D47-8720-BC1BB1C94DBD}" type="slidenum">
              <a:rPr lang="en-US" smtClean="0"/>
              <a:pPr>
                <a:defRPr/>
              </a:pPr>
              <a:t>10</a:t>
            </a:fld>
            <a:endParaRPr lang="en-US" dirty="0"/>
          </a:p>
        </p:txBody>
      </p:sp>
      <p:pic>
        <p:nvPicPr>
          <p:cNvPr id="12" name="Picture 5"/>
          <p:cNvPicPr>
            <a:picLocks noChangeAspect="1" noChangeArrowheads="1"/>
          </p:cNvPicPr>
          <p:nvPr/>
        </p:nvPicPr>
        <p:blipFill rotWithShape="1">
          <a:blip r:embed="rId6">
            <a:extLst>
              <a:ext uri="{28A0092B-C50C-407E-A947-70E740481C1C}">
                <a14:useLocalDpi xmlns:a14="http://schemas.microsoft.com/office/drawing/2010/main" val="0"/>
              </a:ext>
            </a:extLst>
          </a:blip>
          <a:srcRect r="18032"/>
          <a:stretch/>
        </p:blipFill>
        <p:spPr bwMode="auto">
          <a:xfrm>
            <a:off x="2285494" y="789384"/>
            <a:ext cx="4590781" cy="235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p>
          <a:p>
            <a:r>
              <a:rPr lang="en-US" sz="700" dirty="0"/>
              <a:t>“Distribution Statement A: Approved for Public Release; Distribution is unlimited.”</a:t>
            </a:r>
          </a:p>
          <a:p>
            <a:pPr algn="l"/>
            <a:endParaRPr lang="en-US" dirty="0"/>
          </a:p>
        </p:txBody>
      </p:sp>
    </p:spTree>
    <p:extLst>
      <p:ext uri="{BB962C8B-B14F-4D97-AF65-F5344CB8AC3E}">
        <p14:creationId xmlns:p14="http://schemas.microsoft.com/office/powerpoint/2010/main" val="3007794861"/>
      </p:ext>
    </p:extLst>
  </p:cSld>
  <p:clrMapOvr>
    <a:overrideClrMapping bg1="lt1" tx1="dk1" bg2="lt2" tx2="dk2" accent1="accent1" accent2="accent2" accent3="accent3" accent4="accent4" accent5="accent5" accent6="accent6" hlink="hlink" folHlink="folHlink"/>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Chart, histogram&#10;&#10;Description automatically generated">
            <a:extLst>
              <a:ext uri="{FF2B5EF4-FFF2-40B4-BE49-F238E27FC236}">
                <a16:creationId xmlns:a16="http://schemas.microsoft.com/office/drawing/2014/main" id="{C22483BF-0155-D17D-4443-5073521A6F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736329"/>
            <a:ext cx="9144000" cy="5028867"/>
          </a:xfrm>
          <a:prstGeom prst="rect">
            <a:avLst/>
          </a:prstGeom>
        </p:spPr>
      </p:pic>
      <p:sp>
        <p:nvSpPr>
          <p:cNvPr id="21" name="Title 1"/>
          <p:cNvSpPr txBox="1">
            <a:spLocks/>
          </p:cNvSpPr>
          <p:nvPr/>
        </p:nvSpPr>
        <p:spPr bwMode="auto">
          <a:xfrm>
            <a:off x="0" y="0"/>
            <a:ext cx="91440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2800" i="0" dirty="0">
                <a:solidFill>
                  <a:srgbClr val="002060"/>
                </a:solidFill>
                <a:effectLst/>
                <a:latin typeface="Arial"/>
                <a:cs typeface="Arial" pitchFamily="34" charset="0"/>
              </a:rPr>
              <a:t>SERMC Private Sector </a:t>
            </a:r>
            <a:endParaRPr kumimoji="0" lang="en-US" sz="1200" b="1" i="1" u="none" strike="noStrike" kern="0" cap="none" spc="0" normalizeH="0" baseline="0" noProof="0" dirty="0">
              <a:ln>
                <a:noFill/>
              </a:ln>
              <a:solidFill>
                <a:srgbClr val="002060"/>
              </a:solidFill>
              <a:effectLst/>
              <a:uLnTx/>
              <a:uFillTx/>
              <a:latin typeface="Arial"/>
            </a:endParaRPr>
          </a:p>
        </p:txBody>
      </p:sp>
      <p:sp>
        <p:nvSpPr>
          <p:cNvPr id="10" name="Slide Number Placeholder 1"/>
          <p:cNvSpPr>
            <a:spLocks noGrp="1"/>
          </p:cNvSpPr>
          <p:nvPr>
            <p:ph type="sldNum" sz="quarter" idx="11"/>
          </p:nvPr>
        </p:nvSpPr>
        <p:spPr/>
        <p:txBody>
          <a:bodyPr/>
          <a:lstStyle/>
          <a:p>
            <a:pPr>
              <a:defRPr/>
            </a:pPr>
            <a:fld id="{C6FFFDF7-475E-4D47-8720-BC1BB1C94DBD}" type="slidenum">
              <a:rPr lang="en-US" smtClean="0"/>
              <a:pPr>
                <a:defRPr/>
              </a:pPr>
              <a:t>11</a:t>
            </a:fld>
            <a:endParaRPr lang="en-US" dirty="0"/>
          </a:p>
        </p:txBody>
      </p:sp>
      <p:sp>
        <p:nvSpPr>
          <p:cNvPr id="8" name="TextBox 7"/>
          <p:cNvSpPr txBox="1"/>
          <p:nvPr/>
        </p:nvSpPr>
        <p:spPr>
          <a:xfrm>
            <a:off x="170171" y="6568948"/>
            <a:ext cx="8821429" cy="2890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endParaRPr lang="en-US" sz="400" dirty="0"/>
          </a:p>
          <a:p>
            <a:r>
              <a:rPr lang="en-US" sz="700" dirty="0"/>
              <a:t>“Distribution Statement A: Approved for Public Release; Distribution is unlimited.”</a:t>
            </a:r>
          </a:p>
          <a:p>
            <a:pPr algn="l"/>
            <a:endParaRPr lang="en-US" dirty="0"/>
          </a:p>
        </p:txBody>
      </p:sp>
      <p:cxnSp>
        <p:nvCxnSpPr>
          <p:cNvPr id="12" name="Straight Connector 11"/>
          <p:cNvCxnSpPr/>
          <p:nvPr/>
        </p:nvCxnSpPr>
        <p:spPr bwMode="auto">
          <a:xfrm>
            <a:off x="2514600" y="5943600"/>
            <a:ext cx="0" cy="0"/>
          </a:xfrm>
          <a:prstGeom prst="line">
            <a:avLst/>
          </a:prstGeom>
          <a:solidFill>
            <a:schemeClr val="accent1"/>
          </a:solidFill>
          <a:ln w="15875" cap="flat" cmpd="sng" algn="ctr">
            <a:solidFill>
              <a:srgbClr val="FF0000"/>
            </a:solidFill>
            <a:prstDash val="dash"/>
            <a:round/>
            <a:headEnd type="none" w="med" len="med"/>
            <a:tailEnd type="none" w="med" len="med"/>
          </a:ln>
          <a:effectLst/>
        </p:spPr>
      </p:cxnSp>
      <p:pic>
        <p:nvPicPr>
          <p:cNvPr id="6" name="Picture 5"/>
          <p:cNvPicPr>
            <a:picLocks noChangeAspect="1"/>
          </p:cNvPicPr>
          <p:nvPr/>
        </p:nvPicPr>
        <p:blipFill rotWithShape="1">
          <a:blip r:embed="rId5">
            <a:extLst>
              <a:ext uri="{28A0092B-C50C-407E-A947-70E740481C1C}">
                <a14:useLocalDpi xmlns:a14="http://schemas.microsoft.com/office/drawing/2010/main" val="0"/>
              </a:ext>
            </a:extLst>
          </a:blip>
          <a:srcRect b="8267"/>
          <a:stretch/>
        </p:blipFill>
        <p:spPr>
          <a:xfrm>
            <a:off x="1447800" y="1398999"/>
            <a:ext cx="5867400" cy="247227"/>
          </a:xfrm>
          <a:prstGeom prst="rect">
            <a:avLst/>
          </a:prstGeom>
        </p:spPr>
      </p:pic>
      <p:sp>
        <p:nvSpPr>
          <p:cNvPr id="4" name="TextBox 3">
            <a:extLst>
              <a:ext uri="{FF2B5EF4-FFF2-40B4-BE49-F238E27FC236}">
                <a16:creationId xmlns:a16="http://schemas.microsoft.com/office/drawing/2014/main" id="{DD38D61F-168D-C4EC-3207-0820228F2FD5}"/>
              </a:ext>
            </a:extLst>
          </p:cNvPr>
          <p:cNvSpPr txBox="1"/>
          <p:nvPr/>
        </p:nvSpPr>
        <p:spPr>
          <a:xfrm>
            <a:off x="533400" y="2133600"/>
            <a:ext cx="708848" cy="215444"/>
          </a:xfrm>
          <a:prstGeom prst="rect">
            <a:avLst/>
          </a:prstGeom>
          <a:ln w="28575" cap="flat" cmpd="sng" algn="ctr">
            <a:noFill/>
            <a:prstDash val="solid"/>
          </a:ln>
        </p:spPr>
        <p:style>
          <a:lnRef idx="1">
            <a:schemeClr val="accent1"/>
          </a:lnRef>
          <a:fillRef idx="0">
            <a:schemeClr val="accent1"/>
          </a:fillRef>
          <a:effectRef idx="0">
            <a:schemeClr val="accent1"/>
          </a:effectRef>
          <a:fontRef idx="minor">
            <a:schemeClr val="tx1"/>
          </a:fontRef>
        </p:style>
        <p:txBody>
          <a:bodyPr wrap="none" rtlCol="0">
            <a:spAutoFit/>
          </a:bodyPr>
          <a:lstStyle/>
          <a:p>
            <a:pPr algn="ctr"/>
            <a:r>
              <a:rPr lang="en-US" sz="800" b="0" i="0" kern="0" dirty="0">
                <a:solidFill>
                  <a:srgbClr val="FF0000"/>
                </a:solidFill>
              </a:rPr>
              <a:t>TIME NOW</a:t>
            </a:r>
          </a:p>
        </p:txBody>
      </p:sp>
    </p:spTree>
    <p:extLst>
      <p:ext uri="{BB962C8B-B14F-4D97-AF65-F5344CB8AC3E}">
        <p14:creationId xmlns:p14="http://schemas.microsoft.com/office/powerpoint/2010/main" val="3661324777"/>
      </p:ext>
    </p:extLst>
  </p:cSld>
  <p:clrMapOvr>
    <a:overrideClrMapping bg1="lt1" tx1="dk1" bg2="lt2" tx2="dk2" accent1="accent1" accent2="accent2" accent3="accent3" accent4="accent4" accent5="accent5" accent6="accent6" hlink="hlink" folHlink="folHlink"/>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Chart, histogram&#10;&#10;Description automatically generated">
            <a:extLst>
              <a:ext uri="{FF2B5EF4-FFF2-40B4-BE49-F238E27FC236}">
                <a16:creationId xmlns:a16="http://schemas.microsoft.com/office/drawing/2014/main" id="{8F4A47E1-862B-3A02-4366-F360E7EFE1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737360"/>
            <a:ext cx="9144000" cy="5028867"/>
          </a:xfrm>
          <a:prstGeom prst="rect">
            <a:avLst/>
          </a:prstGeom>
        </p:spPr>
      </p:pic>
      <p:sp>
        <p:nvSpPr>
          <p:cNvPr id="21" name="Title 1"/>
          <p:cNvSpPr txBox="1">
            <a:spLocks/>
          </p:cNvSpPr>
          <p:nvPr/>
        </p:nvSpPr>
        <p:spPr bwMode="auto">
          <a:xfrm>
            <a:off x="0" y="0"/>
            <a:ext cx="91440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2800" i="0" dirty="0">
                <a:solidFill>
                  <a:srgbClr val="002060"/>
                </a:solidFill>
                <a:effectLst/>
                <a:latin typeface="Arial"/>
                <a:cs typeface="Arial" pitchFamily="34" charset="0"/>
              </a:rPr>
              <a:t>SERMC Private Sector </a:t>
            </a:r>
            <a:endParaRPr kumimoji="0" lang="en-US" sz="1200" b="1" i="1" u="none" strike="noStrike" kern="0" cap="none" spc="0" normalizeH="0" baseline="0" noProof="0" dirty="0">
              <a:ln>
                <a:noFill/>
              </a:ln>
              <a:solidFill>
                <a:srgbClr val="002060"/>
              </a:solidFill>
              <a:effectLst/>
              <a:uLnTx/>
              <a:uFillTx/>
              <a:latin typeface="Arial"/>
            </a:endParaRPr>
          </a:p>
        </p:txBody>
      </p:sp>
      <p:sp>
        <p:nvSpPr>
          <p:cNvPr id="10" name="Slide Number Placeholder 1"/>
          <p:cNvSpPr>
            <a:spLocks noGrp="1"/>
          </p:cNvSpPr>
          <p:nvPr>
            <p:ph type="sldNum" sz="quarter" idx="11"/>
          </p:nvPr>
        </p:nvSpPr>
        <p:spPr/>
        <p:txBody>
          <a:bodyPr/>
          <a:lstStyle/>
          <a:p>
            <a:pPr>
              <a:defRPr/>
            </a:pPr>
            <a:fld id="{C6FFFDF7-475E-4D47-8720-BC1BB1C94DBD}" type="slidenum">
              <a:rPr lang="en-US" smtClean="0"/>
              <a:pPr>
                <a:defRPr/>
              </a:pPr>
              <a:t>12</a:t>
            </a:fld>
            <a:endParaRPr lang="en-US" dirty="0"/>
          </a:p>
        </p:txBody>
      </p:sp>
      <p:sp>
        <p:nvSpPr>
          <p:cNvPr id="8" name="TextBox 7"/>
          <p:cNvSpPr txBox="1"/>
          <p:nvPr/>
        </p:nvSpPr>
        <p:spPr>
          <a:xfrm>
            <a:off x="170171" y="6568948"/>
            <a:ext cx="8821429" cy="2890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endParaRPr lang="en-US" sz="400" dirty="0"/>
          </a:p>
          <a:p>
            <a:r>
              <a:rPr lang="en-US" sz="700" dirty="0"/>
              <a:t>“Distribution Statement A: Approved for Public Release; Distribution is unlimited.”</a:t>
            </a:r>
          </a:p>
          <a:p>
            <a:pPr algn="l"/>
            <a:endParaRPr lang="en-US" dirty="0"/>
          </a:p>
        </p:txBody>
      </p:sp>
      <p:cxnSp>
        <p:nvCxnSpPr>
          <p:cNvPr id="12" name="Straight Connector 11"/>
          <p:cNvCxnSpPr/>
          <p:nvPr/>
        </p:nvCxnSpPr>
        <p:spPr bwMode="auto">
          <a:xfrm>
            <a:off x="2514600" y="5943600"/>
            <a:ext cx="0" cy="0"/>
          </a:xfrm>
          <a:prstGeom prst="line">
            <a:avLst/>
          </a:prstGeom>
          <a:solidFill>
            <a:schemeClr val="accent1"/>
          </a:solidFill>
          <a:ln w="15875" cap="flat" cmpd="sng" algn="ctr">
            <a:solidFill>
              <a:srgbClr val="FF0000"/>
            </a:solidFill>
            <a:prstDash val="dash"/>
            <a:round/>
            <a:headEnd type="none" w="med" len="med"/>
            <a:tailEnd type="none" w="med" len="med"/>
          </a:ln>
          <a:effectLst/>
        </p:spPr>
      </p:cxnSp>
      <p:pic>
        <p:nvPicPr>
          <p:cNvPr id="2" name="Picture 1">
            <a:extLst>
              <a:ext uri="{FF2B5EF4-FFF2-40B4-BE49-F238E27FC236}">
                <a16:creationId xmlns:a16="http://schemas.microsoft.com/office/drawing/2014/main" id="{C2E2C516-1B7D-8B90-38D3-09DB41F436C6}"/>
              </a:ext>
            </a:extLst>
          </p:cNvPr>
          <p:cNvPicPr>
            <a:picLocks noChangeAspect="1"/>
          </p:cNvPicPr>
          <p:nvPr/>
        </p:nvPicPr>
        <p:blipFill>
          <a:blip r:embed="rId5"/>
          <a:stretch>
            <a:fillRect/>
          </a:stretch>
        </p:blipFill>
        <p:spPr>
          <a:xfrm>
            <a:off x="2819400" y="1287391"/>
            <a:ext cx="3821430" cy="391128"/>
          </a:xfrm>
          <a:prstGeom prst="rect">
            <a:avLst/>
          </a:prstGeom>
        </p:spPr>
      </p:pic>
      <p:sp>
        <p:nvSpPr>
          <p:cNvPr id="7" name="TextBox 6">
            <a:extLst>
              <a:ext uri="{FF2B5EF4-FFF2-40B4-BE49-F238E27FC236}">
                <a16:creationId xmlns:a16="http://schemas.microsoft.com/office/drawing/2014/main" id="{3D6AEA7C-7A14-77F7-DD71-6431432A12C2}"/>
              </a:ext>
            </a:extLst>
          </p:cNvPr>
          <p:cNvSpPr txBox="1"/>
          <p:nvPr/>
        </p:nvSpPr>
        <p:spPr>
          <a:xfrm>
            <a:off x="533400" y="2133600"/>
            <a:ext cx="708848" cy="215444"/>
          </a:xfrm>
          <a:prstGeom prst="rect">
            <a:avLst/>
          </a:prstGeom>
          <a:ln w="28575" cap="flat" cmpd="sng" algn="ctr">
            <a:noFill/>
            <a:prstDash val="solid"/>
          </a:ln>
        </p:spPr>
        <p:style>
          <a:lnRef idx="1">
            <a:schemeClr val="accent1"/>
          </a:lnRef>
          <a:fillRef idx="0">
            <a:schemeClr val="accent1"/>
          </a:fillRef>
          <a:effectRef idx="0">
            <a:schemeClr val="accent1"/>
          </a:effectRef>
          <a:fontRef idx="minor">
            <a:schemeClr val="tx1"/>
          </a:fontRef>
        </p:style>
        <p:txBody>
          <a:bodyPr wrap="none" rtlCol="0">
            <a:spAutoFit/>
          </a:bodyPr>
          <a:lstStyle/>
          <a:p>
            <a:pPr algn="ctr"/>
            <a:r>
              <a:rPr lang="en-US" sz="800" b="0" i="0" kern="0" dirty="0">
                <a:solidFill>
                  <a:srgbClr val="FF0000"/>
                </a:solidFill>
              </a:rPr>
              <a:t>TIME NOW</a:t>
            </a:r>
          </a:p>
        </p:txBody>
      </p:sp>
    </p:spTree>
    <p:extLst>
      <p:ext uri="{BB962C8B-B14F-4D97-AF65-F5344CB8AC3E}">
        <p14:creationId xmlns:p14="http://schemas.microsoft.com/office/powerpoint/2010/main" val="911158111"/>
      </p:ext>
    </p:extLst>
  </p:cSld>
  <p:clrMapOvr>
    <a:overrideClrMapping bg1="lt1" tx1="dk1" bg2="lt2" tx2="dk2" accent1="accent1" accent2="accent2" accent3="accent3" accent4="accent4" accent5="accent5" accent6="accent6" hlink="hlink" folHlink="folHlink"/>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B189612B-8657-A5D1-05D7-B8BA278770A0}"/>
              </a:ext>
            </a:extLst>
          </p:cNvPr>
          <p:cNvGraphicFramePr>
            <a:graphicFrameLocks noChangeAspect="1"/>
          </p:cNvGraphicFramePr>
          <p:nvPr>
            <p:extLst>
              <p:ext uri="{D42A27DB-BD31-4B8C-83A1-F6EECF244321}">
                <p14:modId xmlns:p14="http://schemas.microsoft.com/office/powerpoint/2010/main" val="1611432143"/>
              </p:ext>
            </p:extLst>
          </p:nvPr>
        </p:nvGraphicFramePr>
        <p:xfrm>
          <a:off x="1981199" y="1211125"/>
          <a:ext cx="6400799" cy="3360876"/>
        </p:xfrm>
        <a:graphic>
          <a:graphicData uri="http://schemas.openxmlformats.org/presentationml/2006/ole">
            <mc:AlternateContent xmlns:mc="http://schemas.openxmlformats.org/markup-compatibility/2006">
              <mc:Choice xmlns:v="urn:schemas-microsoft-com:vml" Requires="v">
                <p:oleObj name="Worksheet" r:id="rId3" imgW="11879545" imgH="5311290" progId="Excel.Sheet.12">
                  <p:embed/>
                </p:oleObj>
              </mc:Choice>
              <mc:Fallback>
                <p:oleObj name="Worksheet" r:id="rId3" imgW="11879545" imgH="5311290" progId="Excel.Sheet.12">
                  <p:embed/>
                  <p:pic>
                    <p:nvPicPr>
                      <p:cNvPr id="3" name="Object 2">
                        <a:extLst>
                          <a:ext uri="{FF2B5EF4-FFF2-40B4-BE49-F238E27FC236}">
                            <a16:creationId xmlns:a16="http://schemas.microsoft.com/office/drawing/2014/main" id="{B189612B-8657-A5D1-05D7-B8BA278770A0}"/>
                          </a:ext>
                        </a:extLst>
                      </p:cNvPr>
                      <p:cNvPicPr/>
                      <p:nvPr/>
                    </p:nvPicPr>
                    <p:blipFill>
                      <a:blip r:embed="rId4"/>
                      <a:stretch>
                        <a:fillRect/>
                      </a:stretch>
                    </p:blipFill>
                    <p:spPr>
                      <a:xfrm>
                        <a:off x="1981199" y="1211125"/>
                        <a:ext cx="6400799" cy="3360876"/>
                      </a:xfrm>
                      <a:prstGeom prst="rect">
                        <a:avLst/>
                      </a:prstGeom>
                    </p:spPr>
                  </p:pic>
                </p:oleObj>
              </mc:Fallback>
            </mc:AlternateContent>
          </a:graphicData>
        </a:graphic>
      </p:graphicFrame>
      <p:sp>
        <p:nvSpPr>
          <p:cNvPr id="2" name="Slide Number Placeholder 1"/>
          <p:cNvSpPr>
            <a:spLocks noGrp="1"/>
          </p:cNvSpPr>
          <p:nvPr>
            <p:ph type="sldNum" sz="quarter" idx="11"/>
          </p:nvPr>
        </p:nvSpPr>
        <p:spPr/>
        <p:txBody>
          <a:bodyPr/>
          <a:lstStyle/>
          <a:p>
            <a:pPr>
              <a:defRPr/>
            </a:pPr>
            <a:fld id="{C6FFFDF7-475E-4D47-8720-BC1BB1C94DBD}" type="slidenum">
              <a:rPr lang="en-US" smtClean="0"/>
              <a:pPr>
                <a:defRPr/>
              </a:pPr>
              <a:t>13</a:t>
            </a:fld>
            <a:endParaRPr lang="en-US" dirty="0"/>
          </a:p>
        </p:txBody>
      </p:sp>
      <p:sp>
        <p:nvSpPr>
          <p:cNvPr id="8" name="Title 1"/>
          <p:cNvSpPr>
            <a:spLocks noGrp="1"/>
          </p:cNvSpPr>
          <p:nvPr>
            <p:ph type="title"/>
          </p:nvPr>
        </p:nvSpPr>
        <p:spPr>
          <a:xfrm>
            <a:off x="0" y="0"/>
            <a:ext cx="9144000" cy="1066800"/>
          </a:xfrm>
        </p:spPr>
        <p:txBody>
          <a:bodyPr/>
          <a:lstStyle/>
          <a:p>
            <a:pPr>
              <a:lnSpc>
                <a:spcPct val="100000"/>
              </a:lnSpc>
            </a:pPr>
            <a:r>
              <a:rPr lang="en-US" sz="1200" i="0" dirty="0">
                <a:solidFill>
                  <a:srgbClr val="002060"/>
                </a:solidFill>
                <a:effectLst/>
              </a:rPr>
              <a:t>SERMC Private Sector </a:t>
            </a:r>
            <a:br>
              <a:rPr lang="en-US" sz="1200" i="0" dirty="0">
                <a:solidFill>
                  <a:srgbClr val="002060"/>
                </a:solidFill>
                <a:effectLst/>
              </a:rPr>
            </a:br>
            <a:r>
              <a:rPr lang="en-US" sz="1200" i="0" dirty="0">
                <a:solidFill>
                  <a:srgbClr val="002060"/>
                </a:solidFill>
                <a:effectLst/>
              </a:rPr>
              <a:t>Workload Forecast with MOD estimates (no AIT) FY24 - FY25</a:t>
            </a:r>
            <a:br>
              <a:rPr lang="en-US" sz="1200" i="0" dirty="0">
                <a:solidFill>
                  <a:srgbClr val="002060"/>
                </a:solidFill>
                <a:effectLst/>
              </a:rPr>
            </a:br>
            <a:r>
              <a:rPr lang="en-US" sz="1200" i="0" dirty="0">
                <a:solidFill>
                  <a:srgbClr val="002060"/>
                </a:solidFill>
                <a:effectLst/>
              </a:rPr>
              <a:t>Industry Forecast - as of 01 OCT 2023</a:t>
            </a:r>
            <a:br>
              <a:rPr lang="en-US" sz="1200" i="0" dirty="0">
                <a:solidFill>
                  <a:srgbClr val="002060"/>
                </a:solidFill>
                <a:effectLst/>
              </a:rPr>
            </a:br>
            <a:endParaRPr lang="en-US" sz="1200" i="0" dirty="0">
              <a:solidFill>
                <a:srgbClr val="002060"/>
              </a:solidFill>
              <a:effectLst/>
            </a:endParaRPr>
          </a:p>
        </p:txBody>
      </p:sp>
      <p:sp>
        <p:nvSpPr>
          <p:cNvPr id="10" name="TextBox 9"/>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p>
          <a:p>
            <a:r>
              <a:rPr lang="en-US" sz="700" dirty="0"/>
              <a:t>“Distribution Statement A: Approved for Public Release; Distribution is unlimited.”</a:t>
            </a:r>
          </a:p>
          <a:p>
            <a:pPr algn="l"/>
            <a:endParaRPr lang="en-US" dirty="0"/>
          </a:p>
        </p:txBody>
      </p:sp>
      <p:pic>
        <p:nvPicPr>
          <p:cNvPr id="9" name="Picture 5"/>
          <p:cNvPicPr>
            <a:picLocks noChangeAspect="1" noChangeArrowheads="1"/>
          </p:cNvPicPr>
          <p:nvPr/>
        </p:nvPicPr>
        <p:blipFill rotWithShape="1">
          <a:blip r:embed="rId5">
            <a:extLst>
              <a:ext uri="{28A0092B-C50C-407E-A947-70E740481C1C}">
                <a14:useLocalDpi xmlns:a14="http://schemas.microsoft.com/office/drawing/2010/main" val="0"/>
              </a:ext>
            </a:extLst>
          </a:blip>
          <a:srcRect l="1" r="38215" b="-2006"/>
          <a:stretch/>
        </p:blipFill>
        <p:spPr bwMode="auto">
          <a:xfrm>
            <a:off x="2917761" y="782288"/>
            <a:ext cx="3326247" cy="24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14945518"/>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5EF26DE-607A-A92D-89F9-5B91F39BC020}"/>
              </a:ext>
            </a:extLst>
          </p:cNvPr>
          <p:cNvPicPr>
            <a:picLocks noChangeAspect="1"/>
          </p:cNvPicPr>
          <p:nvPr/>
        </p:nvPicPr>
        <p:blipFill>
          <a:blip r:embed="rId3"/>
          <a:stretch>
            <a:fillRect/>
          </a:stretch>
        </p:blipFill>
        <p:spPr>
          <a:xfrm>
            <a:off x="1981200" y="1219200"/>
            <a:ext cx="6400800" cy="3263685"/>
          </a:xfrm>
          <a:prstGeom prst="rect">
            <a:avLst/>
          </a:prstGeom>
        </p:spPr>
      </p:pic>
      <p:sp>
        <p:nvSpPr>
          <p:cNvPr id="2" name="Slide Number Placeholder 1"/>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FFFDF7-475E-4D47-8720-BC1BB1C94DBD}" type="slidenum">
              <a:rPr kumimoji="0" lang="en-US" sz="1200" b="1" i="1" u="none" strike="noStrike" kern="1200" cap="none" spc="0" normalizeH="0" baseline="0" noProof="0" smtClean="0">
                <a:ln>
                  <a:noFill/>
                </a:ln>
                <a:solidFill>
                  <a:srgbClr val="80808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sz="1200" b="1" i="1" u="none" strike="noStrike" kern="1200" cap="none" spc="0" normalizeH="0" baseline="0" noProof="0" dirty="0">
              <a:ln>
                <a:noFill/>
              </a:ln>
              <a:solidFill>
                <a:srgbClr val="808080"/>
              </a:solidFill>
              <a:effectLst/>
              <a:uLnTx/>
              <a:uFillTx/>
              <a:latin typeface="Arial" pitchFamily="34" charset="0"/>
              <a:ea typeface="+mn-ea"/>
              <a:cs typeface="+mn-cs"/>
            </a:endParaRPr>
          </a:p>
        </p:txBody>
      </p:sp>
      <p:sp>
        <p:nvSpPr>
          <p:cNvPr id="8" name="Title 1"/>
          <p:cNvSpPr>
            <a:spLocks noGrp="1"/>
          </p:cNvSpPr>
          <p:nvPr>
            <p:ph type="title"/>
          </p:nvPr>
        </p:nvSpPr>
        <p:spPr>
          <a:xfrm>
            <a:off x="0" y="0"/>
            <a:ext cx="9144000" cy="1066800"/>
          </a:xfrm>
        </p:spPr>
        <p:txBody>
          <a:bodyPr/>
          <a:lstStyle/>
          <a:p>
            <a:pPr>
              <a:lnSpc>
                <a:spcPct val="100000"/>
              </a:lnSpc>
            </a:pPr>
            <a:r>
              <a:rPr lang="en-US" sz="1200" i="0" dirty="0">
                <a:solidFill>
                  <a:srgbClr val="002060"/>
                </a:solidFill>
                <a:effectLst/>
              </a:rPr>
              <a:t>SERMC Private Sector </a:t>
            </a:r>
            <a:br>
              <a:rPr lang="en-US" sz="1200" i="0" dirty="0">
                <a:solidFill>
                  <a:srgbClr val="002060"/>
                </a:solidFill>
                <a:effectLst/>
              </a:rPr>
            </a:br>
            <a:r>
              <a:rPr lang="en-US" sz="1200" i="0" dirty="0">
                <a:solidFill>
                  <a:srgbClr val="002060"/>
                </a:solidFill>
                <a:effectLst/>
              </a:rPr>
              <a:t>Workload Forecast with MOD estimates (no AIT) FY26 - FY27</a:t>
            </a:r>
            <a:br>
              <a:rPr lang="en-US" sz="1200" i="0" dirty="0">
                <a:solidFill>
                  <a:srgbClr val="002060"/>
                </a:solidFill>
                <a:effectLst/>
              </a:rPr>
            </a:br>
            <a:r>
              <a:rPr lang="en-US" sz="1200" i="0" dirty="0">
                <a:solidFill>
                  <a:srgbClr val="002060"/>
                </a:solidFill>
                <a:effectLst/>
              </a:rPr>
              <a:t>Industry Forecast - as of 01 OCT 2023</a:t>
            </a:r>
            <a:br>
              <a:rPr lang="en-US" sz="1200" i="0" dirty="0">
                <a:solidFill>
                  <a:srgbClr val="002060"/>
                </a:solidFill>
                <a:effectLst/>
              </a:rPr>
            </a:br>
            <a:endParaRPr lang="en-US" sz="1200" i="0" dirty="0">
              <a:solidFill>
                <a:srgbClr val="002060"/>
              </a:solidFill>
              <a:effectLst/>
            </a:endParaRPr>
          </a:p>
        </p:txBody>
      </p:sp>
      <p:sp>
        <p:nvSpPr>
          <p:cNvPr id="10" name="TextBox 9"/>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600" b="1" i="1" u="none" strike="noStrike" kern="1200" cap="none" spc="0" normalizeH="0" baseline="0" noProof="0" dirty="0">
                <a:ln>
                  <a:noFill/>
                </a:ln>
                <a:solidFill>
                  <a:srgbClr val="000064"/>
                </a:solidFill>
                <a:effectLst/>
                <a:uLnTx/>
                <a:uFillTx/>
                <a:latin typeface="Arial"/>
                <a:ea typeface="+mn-ea"/>
                <a:cs typeface="Arial" charset="0"/>
              </a:rPr>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400" b="1" i="1" u="none" strike="noStrike" kern="1200" cap="none" spc="0" normalizeH="0" baseline="0" noProof="0" dirty="0">
              <a:ln>
                <a:noFill/>
              </a:ln>
              <a:solidFill>
                <a:srgbClr val="000064"/>
              </a:solidFill>
              <a:effectLst/>
              <a:uLnTx/>
              <a:uFillTx/>
              <a:latin typeface="Arial"/>
              <a:ea typeface="+mn-ea"/>
              <a:cs typeface="Arial" charset="0"/>
            </a:endParaRP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700" b="1" i="1" u="none" strike="noStrike" kern="1200" cap="none" spc="0" normalizeH="0" baseline="0" noProof="0" dirty="0">
                <a:ln>
                  <a:noFill/>
                </a:ln>
                <a:solidFill>
                  <a:srgbClr val="000064"/>
                </a:solidFill>
                <a:effectLst/>
                <a:uLnTx/>
                <a:uFillTx/>
                <a:latin typeface="Arial"/>
                <a:ea typeface="+mn-ea"/>
                <a:cs typeface="Arial" charset="0"/>
              </a:rPr>
              <a:t>“Distribution Statement A: Approved for Public Release; Distribution is unlimited.”</a:t>
            </a:r>
          </a:p>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600" b="1" i="1" u="none" strike="noStrike" kern="1200" cap="none" spc="0" normalizeH="0" baseline="0" noProof="0" dirty="0">
              <a:ln>
                <a:noFill/>
              </a:ln>
              <a:solidFill>
                <a:srgbClr val="000064"/>
              </a:solidFill>
              <a:effectLst/>
              <a:uLnTx/>
              <a:uFillTx/>
              <a:latin typeface="Arial"/>
              <a:ea typeface="+mn-ea"/>
              <a:cs typeface="Arial" charset="0"/>
            </a:endParaRPr>
          </a:p>
        </p:txBody>
      </p:sp>
      <p:pic>
        <p:nvPicPr>
          <p:cNvPr id="9" name="Picture 5"/>
          <p:cNvPicPr>
            <a:picLocks noChangeAspect="1" noChangeArrowheads="1"/>
          </p:cNvPicPr>
          <p:nvPr/>
        </p:nvPicPr>
        <p:blipFill rotWithShape="1">
          <a:blip r:embed="rId4">
            <a:extLst>
              <a:ext uri="{28A0092B-C50C-407E-A947-70E740481C1C}">
                <a14:useLocalDpi xmlns:a14="http://schemas.microsoft.com/office/drawing/2010/main" val="0"/>
              </a:ext>
            </a:extLst>
          </a:blip>
          <a:srcRect l="1" r="38215" b="-2006"/>
          <a:stretch/>
        </p:blipFill>
        <p:spPr bwMode="auto">
          <a:xfrm>
            <a:off x="2917761" y="782288"/>
            <a:ext cx="3326247" cy="24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99903843"/>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Chart&#10;&#10;Description automatically generated">
            <a:extLst>
              <a:ext uri="{FF2B5EF4-FFF2-40B4-BE49-F238E27FC236}">
                <a16:creationId xmlns:a16="http://schemas.microsoft.com/office/drawing/2014/main" id="{FD41001C-0689-08A5-2E0F-FAC02D09A5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737360"/>
            <a:ext cx="9144000" cy="5028867"/>
          </a:xfrm>
          <a:prstGeom prst="rect">
            <a:avLst/>
          </a:prstGeom>
        </p:spPr>
      </p:pic>
      <p:sp>
        <p:nvSpPr>
          <p:cNvPr id="21" name="Title 1"/>
          <p:cNvSpPr txBox="1">
            <a:spLocks/>
          </p:cNvSpPr>
          <p:nvPr/>
        </p:nvSpPr>
        <p:spPr bwMode="auto">
          <a:xfrm>
            <a:off x="-7144" y="0"/>
            <a:ext cx="91440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a:lstStyle>
          <a:p>
            <a:pPr>
              <a:lnSpc>
                <a:spcPct val="100000"/>
              </a:lnSpc>
              <a:defRPr/>
            </a:pPr>
            <a:r>
              <a:rPr lang="en-US" sz="2800" i="0" dirty="0">
                <a:solidFill>
                  <a:srgbClr val="002060"/>
                </a:solidFill>
                <a:effectLst/>
                <a:latin typeface="Arial"/>
                <a:cs typeface="Arial" pitchFamily="34" charset="0"/>
              </a:rPr>
              <a:t>NWRMC Private Sector </a:t>
            </a:r>
            <a:endParaRPr lang="en-US" sz="1200" kern="0" dirty="0">
              <a:solidFill>
                <a:srgbClr val="002060"/>
              </a:solidFill>
              <a:effectLst/>
              <a:latin typeface="Arial"/>
            </a:endParaRPr>
          </a:p>
        </p:txBody>
      </p:sp>
      <p:sp>
        <p:nvSpPr>
          <p:cNvPr id="10" name="Slide Number Placeholder 1"/>
          <p:cNvSpPr>
            <a:spLocks noGrp="1"/>
          </p:cNvSpPr>
          <p:nvPr>
            <p:ph type="sldNum" sz="quarter" idx="11"/>
          </p:nvPr>
        </p:nvSpPr>
        <p:spPr/>
        <p:txBody>
          <a:bodyPr/>
          <a:lstStyle/>
          <a:p>
            <a:pPr>
              <a:defRPr/>
            </a:pPr>
            <a:fld id="{C6FFFDF7-475E-4D47-8720-BC1BB1C94DBD}" type="slidenum">
              <a:rPr lang="en-US" smtClean="0"/>
              <a:pPr>
                <a:defRPr/>
              </a:pPr>
              <a:t>15</a:t>
            </a:fld>
            <a:endParaRPr lang="en-US" dirty="0"/>
          </a:p>
        </p:txBody>
      </p:sp>
      <p:sp>
        <p:nvSpPr>
          <p:cNvPr id="11" name="TextBox 10"/>
          <p:cNvSpPr txBox="1"/>
          <p:nvPr/>
        </p:nvSpPr>
        <p:spPr>
          <a:xfrm>
            <a:off x="170171" y="6568948"/>
            <a:ext cx="8821429" cy="2890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endParaRPr lang="en-US" sz="400" dirty="0"/>
          </a:p>
          <a:p>
            <a:r>
              <a:rPr lang="en-US" sz="700" dirty="0"/>
              <a:t>“Distribution Statement A: Approved for Public Release; Distribution is unlimited.”</a:t>
            </a:r>
          </a:p>
          <a:p>
            <a:pPr algn="l"/>
            <a:endParaRPr lang="en-US" dirty="0"/>
          </a:p>
        </p:txBody>
      </p:sp>
      <p:pic>
        <p:nvPicPr>
          <p:cNvPr id="13" name="Picture 12"/>
          <p:cNvPicPr>
            <a:picLocks noChangeAspect="1"/>
          </p:cNvPicPr>
          <p:nvPr/>
        </p:nvPicPr>
        <p:blipFill>
          <a:blip r:embed="rId5"/>
          <a:stretch>
            <a:fillRect/>
          </a:stretch>
        </p:blipFill>
        <p:spPr>
          <a:xfrm>
            <a:off x="1292820" y="1377839"/>
            <a:ext cx="6558361" cy="164592"/>
          </a:xfrm>
          <a:prstGeom prst="rect">
            <a:avLst/>
          </a:prstGeom>
        </p:spPr>
      </p:pic>
      <p:sp>
        <p:nvSpPr>
          <p:cNvPr id="6" name="TextBox 5">
            <a:extLst>
              <a:ext uri="{FF2B5EF4-FFF2-40B4-BE49-F238E27FC236}">
                <a16:creationId xmlns:a16="http://schemas.microsoft.com/office/drawing/2014/main" id="{20EC2AEF-2BA6-98D4-6F3A-9A850066A5AD}"/>
              </a:ext>
            </a:extLst>
          </p:cNvPr>
          <p:cNvSpPr txBox="1"/>
          <p:nvPr/>
        </p:nvSpPr>
        <p:spPr>
          <a:xfrm>
            <a:off x="533400" y="2133600"/>
            <a:ext cx="708848" cy="215444"/>
          </a:xfrm>
          <a:prstGeom prst="rect">
            <a:avLst/>
          </a:prstGeom>
          <a:ln w="28575" cap="flat" cmpd="sng" algn="ctr">
            <a:noFill/>
            <a:prstDash val="solid"/>
          </a:ln>
        </p:spPr>
        <p:style>
          <a:lnRef idx="1">
            <a:schemeClr val="accent1"/>
          </a:lnRef>
          <a:fillRef idx="0">
            <a:schemeClr val="accent1"/>
          </a:fillRef>
          <a:effectRef idx="0">
            <a:schemeClr val="accent1"/>
          </a:effectRef>
          <a:fontRef idx="minor">
            <a:schemeClr val="tx1"/>
          </a:fontRef>
        </p:style>
        <p:txBody>
          <a:bodyPr wrap="none" rtlCol="0">
            <a:spAutoFit/>
          </a:bodyPr>
          <a:lstStyle/>
          <a:p>
            <a:pPr algn="ctr"/>
            <a:r>
              <a:rPr lang="en-US" sz="800" b="0" i="0" kern="0" dirty="0">
                <a:solidFill>
                  <a:srgbClr val="FF0000"/>
                </a:solidFill>
              </a:rPr>
              <a:t>TIME NOW</a:t>
            </a:r>
          </a:p>
        </p:txBody>
      </p:sp>
    </p:spTree>
    <p:extLst>
      <p:ext uri="{BB962C8B-B14F-4D97-AF65-F5344CB8AC3E}">
        <p14:creationId xmlns:p14="http://schemas.microsoft.com/office/powerpoint/2010/main" val="1441321975"/>
      </p:ext>
    </p:extLst>
  </p:cSld>
  <p:clrMapOvr>
    <a:overrideClrMapping bg1="lt1" tx1="dk1" bg2="lt2" tx2="dk2" accent1="accent1" accent2="accent2" accent3="accent3" accent4="accent4" accent5="accent5" accent6="accent6" hlink="hlink" folHlink="folHlink"/>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Chart&#10;&#10;Description automatically generated">
            <a:extLst>
              <a:ext uri="{FF2B5EF4-FFF2-40B4-BE49-F238E27FC236}">
                <a16:creationId xmlns:a16="http://schemas.microsoft.com/office/drawing/2014/main" id="{14D9ED58-D674-E808-6260-1E37268D84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737360"/>
            <a:ext cx="9144000" cy="5028867"/>
          </a:xfrm>
          <a:prstGeom prst="rect">
            <a:avLst/>
          </a:prstGeom>
        </p:spPr>
      </p:pic>
      <p:sp>
        <p:nvSpPr>
          <p:cNvPr id="21" name="Title 1"/>
          <p:cNvSpPr txBox="1">
            <a:spLocks/>
          </p:cNvSpPr>
          <p:nvPr/>
        </p:nvSpPr>
        <p:spPr bwMode="auto">
          <a:xfrm>
            <a:off x="-7144" y="0"/>
            <a:ext cx="91440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a:lstStyle>
          <a:p>
            <a:pPr>
              <a:lnSpc>
                <a:spcPct val="100000"/>
              </a:lnSpc>
              <a:defRPr/>
            </a:pPr>
            <a:r>
              <a:rPr lang="en-US" sz="2800" i="0" dirty="0">
                <a:solidFill>
                  <a:srgbClr val="002060"/>
                </a:solidFill>
                <a:effectLst/>
                <a:latin typeface="Arial"/>
                <a:cs typeface="Arial" pitchFamily="34" charset="0"/>
              </a:rPr>
              <a:t>NWRMC Private Sector </a:t>
            </a:r>
            <a:endParaRPr lang="en-US" sz="1200" kern="0" dirty="0">
              <a:solidFill>
                <a:srgbClr val="002060"/>
              </a:solidFill>
              <a:effectLst/>
              <a:latin typeface="Arial"/>
            </a:endParaRPr>
          </a:p>
        </p:txBody>
      </p:sp>
      <p:sp>
        <p:nvSpPr>
          <p:cNvPr id="10" name="Slide Number Placeholder 1"/>
          <p:cNvSpPr>
            <a:spLocks noGrp="1"/>
          </p:cNvSpPr>
          <p:nvPr>
            <p:ph type="sldNum" sz="quarter" idx="11"/>
          </p:nvPr>
        </p:nvSpPr>
        <p:spPr/>
        <p:txBody>
          <a:bodyPr/>
          <a:lstStyle/>
          <a:p>
            <a:pPr>
              <a:defRPr/>
            </a:pPr>
            <a:fld id="{C6FFFDF7-475E-4D47-8720-BC1BB1C94DBD}" type="slidenum">
              <a:rPr lang="en-US" smtClean="0"/>
              <a:pPr>
                <a:defRPr/>
              </a:pPr>
              <a:t>16</a:t>
            </a:fld>
            <a:endParaRPr lang="en-US" dirty="0"/>
          </a:p>
        </p:txBody>
      </p:sp>
      <p:sp>
        <p:nvSpPr>
          <p:cNvPr id="11" name="TextBox 10"/>
          <p:cNvSpPr txBox="1"/>
          <p:nvPr/>
        </p:nvSpPr>
        <p:spPr>
          <a:xfrm>
            <a:off x="170171" y="6568948"/>
            <a:ext cx="8821429" cy="2890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endParaRPr lang="en-US" sz="400" dirty="0"/>
          </a:p>
          <a:p>
            <a:r>
              <a:rPr lang="en-US" sz="700" dirty="0"/>
              <a:t>“Distribution Statement A: Approved for Public Release; Distribution is unlimited.”</a:t>
            </a:r>
          </a:p>
          <a:p>
            <a:pPr algn="l"/>
            <a:endParaRPr lang="en-US" dirty="0"/>
          </a:p>
        </p:txBody>
      </p:sp>
      <p:pic>
        <p:nvPicPr>
          <p:cNvPr id="2" name="Picture 1">
            <a:extLst>
              <a:ext uri="{FF2B5EF4-FFF2-40B4-BE49-F238E27FC236}">
                <a16:creationId xmlns:a16="http://schemas.microsoft.com/office/drawing/2014/main" id="{1F9326D1-645B-DDFF-21EC-79C253D00D76}"/>
              </a:ext>
            </a:extLst>
          </p:cNvPr>
          <p:cNvPicPr>
            <a:picLocks noChangeAspect="1"/>
          </p:cNvPicPr>
          <p:nvPr/>
        </p:nvPicPr>
        <p:blipFill>
          <a:blip r:embed="rId5"/>
          <a:stretch>
            <a:fillRect/>
          </a:stretch>
        </p:blipFill>
        <p:spPr>
          <a:xfrm>
            <a:off x="2819400" y="1287391"/>
            <a:ext cx="3821430" cy="391128"/>
          </a:xfrm>
          <a:prstGeom prst="rect">
            <a:avLst/>
          </a:prstGeom>
        </p:spPr>
      </p:pic>
      <p:sp>
        <p:nvSpPr>
          <p:cNvPr id="6" name="TextBox 5">
            <a:extLst>
              <a:ext uri="{FF2B5EF4-FFF2-40B4-BE49-F238E27FC236}">
                <a16:creationId xmlns:a16="http://schemas.microsoft.com/office/drawing/2014/main" id="{15BAE3CE-154B-B198-C04E-E5DFF62AB134}"/>
              </a:ext>
            </a:extLst>
          </p:cNvPr>
          <p:cNvSpPr txBox="1"/>
          <p:nvPr/>
        </p:nvSpPr>
        <p:spPr>
          <a:xfrm>
            <a:off x="533400" y="2133600"/>
            <a:ext cx="708848" cy="215444"/>
          </a:xfrm>
          <a:prstGeom prst="rect">
            <a:avLst/>
          </a:prstGeom>
          <a:ln w="28575" cap="flat" cmpd="sng" algn="ctr">
            <a:noFill/>
            <a:prstDash val="solid"/>
          </a:ln>
        </p:spPr>
        <p:style>
          <a:lnRef idx="1">
            <a:schemeClr val="accent1"/>
          </a:lnRef>
          <a:fillRef idx="0">
            <a:schemeClr val="accent1"/>
          </a:fillRef>
          <a:effectRef idx="0">
            <a:schemeClr val="accent1"/>
          </a:effectRef>
          <a:fontRef idx="minor">
            <a:schemeClr val="tx1"/>
          </a:fontRef>
        </p:style>
        <p:txBody>
          <a:bodyPr wrap="none" rtlCol="0">
            <a:spAutoFit/>
          </a:bodyPr>
          <a:lstStyle/>
          <a:p>
            <a:pPr algn="ctr"/>
            <a:r>
              <a:rPr lang="en-US" sz="800" b="0" i="0" kern="0" dirty="0">
                <a:solidFill>
                  <a:srgbClr val="FF0000"/>
                </a:solidFill>
              </a:rPr>
              <a:t>TIME NOW</a:t>
            </a:r>
          </a:p>
        </p:txBody>
      </p:sp>
    </p:spTree>
    <p:extLst>
      <p:ext uri="{BB962C8B-B14F-4D97-AF65-F5344CB8AC3E}">
        <p14:creationId xmlns:p14="http://schemas.microsoft.com/office/powerpoint/2010/main" val="3400735287"/>
      </p:ext>
    </p:extLst>
  </p:cSld>
  <p:clrMapOvr>
    <a:overrideClrMapping bg1="lt1" tx1="dk1" bg2="lt2" tx2="dk2" accent1="accent1" accent2="accent2" accent3="accent3" accent4="accent4" accent5="accent5" accent6="accent6" hlink="hlink" folHlink="folHlink"/>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7" name="Object 6">
            <a:extLst>
              <a:ext uri="{FF2B5EF4-FFF2-40B4-BE49-F238E27FC236}">
                <a16:creationId xmlns:a16="http://schemas.microsoft.com/office/drawing/2014/main" id="{4298EC2B-8858-4B1C-3A77-D8791C8C1EB5}"/>
              </a:ext>
            </a:extLst>
          </p:cNvPr>
          <p:cNvGraphicFramePr>
            <a:graphicFrameLocks noChangeAspect="1"/>
          </p:cNvGraphicFramePr>
          <p:nvPr>
            <p:extLst>
              <p:ext uri="{D42A27DB-BD31-4B8C-83A1-F6EECF244321}">
                <p14:modId xmlns:p14="http://schemas.microsoft.com/office/powerpoint/2010/main" val="3401321565"/>
              </p:ext>
            </p:extLst>
          </p:nvPr>
        </p:nvGraphicFramePr>
        <p:xfrm>
          <a:off x="1981200" y="1212926"/>
          <a:ext cx="6400800" cy="4862286"/>
        </p:xfrm>
        <a:graphic>
          <a:graphicData uri="http://schemas.openxmlformats.org/presentationml/2006/ole">
            <mc:AlternateContent xmlns:mc="http://schemas.openxmlformats.org/markup-compatibility/2006">
              <mc:Choice xmlns:v="urn:schemas-microsoft-com:vml" Requires="v">
                <p:oleObj name="Worksheet" r:id="rId4" imgW="11879545" imgH="8237275" progId="Excel.Sheet.12">
                  <p:embed/>
                </p:oleObj>
              </mc:Choice>
              <mc:Fallback>
                <p:oleObj name="Worksheet" r:id="rId4" imgW="11879545" imgH="8237275" progId="Excel.Sheet.12">
                  <p:embed/>
                  <p:pic>
                    <p:nvPicPr>
                      <p:cNvPr id="7" name="Object 6">
                        <a:extLst>
                          <a:ext uri="{FF2B5EF4-FFF2-40B4-BE49-F238E27FC236}">
                            <a16:creationId xmlns:a16="http://schemas.microsoft.com/office/drawing/2014/main" id="{4298EC2B-8858-4B1C-3A77-D8791C8C1EB5}"/>
                          </a:ext>
                        </a:extLst>
                      </p:cNvPr>
                      <p:cNvPicPr/>
                      <p:nvPr/>
                    </p:nvPicPr>
                    <p:blipFill>
                      <a:blip r:embed="rId5"/>
                      <a:stretch>
                        <a:fillRect/>
                      </a:stretch>
                    </p:blipFill>
                    <p:spPr>
                      <a:xfrm>
                        <a:off x="1981200" y="1212926"/>
                        <a:ext cx="6400800" cy="4862286"/>
                      </a:xfrm>
                      <a:prstGeom prst="rect">
                        <a:avLst/>
                      </a:prstGeom>
                    </p:spPr>
                  </p:pic>
                </p:oleObj>
              </mc:Fallback>
            </mc:AlternateContent>
          </a:graphicData>
        </a:graphic>
      </p:graphicFrame>
      <p:sp>
        <p:nvSpPr>
          <p:cNvPr id="8" name="Title 1"/>
          <p:cNvSpPr>
            <a:spLocks noGrp="1"/>
          </p:cNvSpPr>
          <p:nvPr>
            <p:ph type="title"/>
          </p:nvPr>
        </p:nvSpPr>
        <p:spPr>
          <a:xfrm>
            <a:off x="0" y="0"/>
            <a:ext cx="9144000" cy="1066800"/>
          </a:xfrm>
        </p:spPr>
        <p:txBody>
          <a:bodyPr/>
          <a:lstStyle/>
          <a:p>
            <a:pPr>
              <a:lnSpc>
                <a:spcPct val="100000"/>
              </a:lnSpc>
            </a:pPr>
            <a:r>
              <a:rPr lang="en-US" sz="1200" i="0" dirty="0">
                <a:solidFill>
                  <a:srgbClr val="002060"/>
                </a:solidFill>
                <a:effectLst/>
              </a:rPr>
              <a:t>NWRMC Private Sector </a:t>
            </a:r>
            <a:br>
              <a:rPr lang="en-US" sz="1200" i="0" dirty="0">
                <a:solidFill>
                  <a:srgbClr val="002060"/>
                </a:solidFill>
                <a:effectLst/>
              </a:rPr>
            </a:br>
            <a:r>
              <a:rPr lang="en-US" sz="1200" i="0" dirty="0">
                <a:solidFill>
                  <a:srgbClr val="002060"/>
                </a:solidFill>
                <a:effectLst/>
              </a:rPr>
              <a:t>Workload Forecast with MOD estimates (no AIT) FY24 - FY27</a:t>
            </a:r>
            <a:br>
              <a:rPr lang="en-US" sz="1200" i="0" dirty="0">
                <a:solidFill>
                  <a:srgbClr val="002060"/>
                </a:solidFill>
                <a:effectLst/>
              </a:rPr>
            </a:br>
            <a:r>
              <a:rPr lang="en-US" sz="1200" i="0" dirty="0">
                <a:solidFill>
                  <a:srgbClr val="002060"/>
                </a:solidFill>
                <a:effectLst/>
              </a:rPr>
              <a:t>Industry Forecast - as of 01 OCT 2023</a:t>
            </a:r>
            <a:br>
              <a:rPr lang="en-US" sz="1200" i="0" dirty="0">
                <a:solidFill>
                  <a:srgbClr val="002060"/>
                </a:solidFill>
                <a:effectLst/>
              </a:rPr>
            </a:br>
            <a:endParaRPr lang="en-US" sz="1200" i="0" dirty="0">
              <a:solidFill>
                <a:srgbClr val="002060"/>
              </a:solidFill>
              <a:effectLst/>
            </a:endParaRPr>
          </a:p>
        </p:txBody>
      </p:sp>
      <p:sp>
        <p:nvSpPr>
          <p:cNvPr id="2" name="Slide Number Placeholder 1"/>
          <p:cNvSpPr>
            <a:spLocks noGrp="1"/>
          </p:cNvSpPr>
          <p:nvPr>
            <p:ph type="sldNum" sz="quarter" idx="11"/>
          </p:nvPr>
        </p:nvSpPr>
        <p:spPr/>
        <p:txBody>
          <a:bodyPr/>
          <a:lstStyle/>
          <a:p>
            <a:pPr>
              <a:defRPr/>
            </a:pPr>
            <a:fld id="{C6FFFDF7-475E-4D47-8720-BC1BB1C94DBD}" type="slidenum">
              <a:rPr lang="en-US" smtClean="0"/>
              <a:pPr>
                <a:defRPr/>
              </a:pPr>
              <a:t>17</a:t>
            </a:fld>
            <a:endParaRPr lang="en-US" dirty="0"/>
          </a:p>
        </p:txBody>
      </p:sp>
      <p:sp>
        <p:nvSpPr>
          <p:cNvPr id="11" name="TextBox 10"/>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p>
          <a:p>
            <a:r>
              <a:rPr lang="en-US" sz="700" dirty="0"/>
              <a:t>“Distribution Statement A: Approved for Public Release; Distribution is unlimited.”</a:t>
            </a:r>
          </a:p>
          <a:p>
            <a:pPr algn="l"/>
            <a:endParaRPr lang="en-US" dirty="0"/>
          </a:p>
        </p:txBody>
      </p:sp>
      <p:pic>
        <p:nvPicPr>
          <p:cNvPr id="9" name="Picture 5"/>
          <p:cNvPicPr>
            <a:picLocks noChangeAspect="1" noChangeArrowheads="1"/>
          </p:cNvPicPr>
          <p:nvPr/>
        </p:nvPicPr>
        <p:blipFill rotWithShape="1">
          <a:blip r:embed="rId6">
            <a:extLst>
              <a:ext uri="{28A0092B-C50C-407E-A947-70E740481C1C}">
                <a14:useLocalDpi xmlns:a14="http://schemas.microsoft.com/office/drawing/2010/main" val="0"/>
              </a:ext>
            </a:extLst>
          </a:blip>
          <a:srcRect l="1" r="38215" b="-2006"/>
          <a:stretch/>
        </p:blipFill>
        <p:spPr bwMode="auto">
          <a:xfrm>
            <a:off x="2917761" y="781308"/>
            <a:ext cx="3326247" cy="24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p:cNvPicPr>
          <p:nvPr/>
        </p:nvPicPr>
        <p:blipFill>
          <a:blip r:embed="rId7"/>
          <a:stretch>
            <a:fillRect/>
          </a:stretch>
        </p:blipFill>
        <p:spPr>
          <a:xfrm>
            <a:off x="-2396490" y="-891540"/>
            <a:ext cx="0" cy="0"/>
          </a:xfrm>
          <a:prstGeom prst="rect">
            <a:avLst/>
          </a:prstGeom>
        </p:spPr>
      </p:pic>
    </p:spTree>
    <p:extLst>
      <p:ext uri="{BB962C8B-B14F-4D97-AF65-F5344CB8AC3E}">
        <p14:creationId xmlns:p14="http://schemas.microsoft.com/office/powerpoint/2010/main" val="1734608552"/>
      </p:ext>
    </p:extLst>
  </p:cSld>
  <p:clrMapOvr>
    <a:overrideClrMapping bg1="lt1" tx1="dk1" bg2="lt2" tx2="dk2" accent1="accent1" accent2="accent2" accent3="accent3" accent4="accent4" accent5="accent5" accent6="accent6" hlink="hlink" folHlink="folHlink"/>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Chart, histogram&#10;&#10;Description automatically generated">
            <a:extLst>
              <a:ext uri="{FF2B5EF4-FFF2-40B4-BE49-F238E27FC236}">
                <a16:creationId xmlns:a16="http://schemas.microsoft.com/office/drawing/2014/main" id="{7E903AA5-D41C-C3B0-5C1D-0F2983B169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737360"/>
            <a:ext cx="9144000" cy="5028867"/>
          </a:xfrm>
          <a:prstGeom prst="rect">
            <a:avLst/>
          </a:prstGeom>
        </p:spPr>
      </p:pic>
      <p:sp>
        <p:nvSpPr>
          <p:cNvPr id="21" name="Title 1"/>
          <p:cNvSpPr txBox="1">
            <a:spLocks/>
          </p:cNvSpPr>
          <p:nvPr/>
        </p:nvSpPr>
        <p:spPr bwMode="auto">
          <a:xfrm>
            <a:off x="0" y="0"/>
            <a:ext cx="91440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2800" i="0" dirty="0">
                <a:solidFill>
                  <a:srgbClr val="002060"/>
                </a:solidFill>
                <a:effectLst/>
                <a:latin typeface="Arial"/>
                <a:cs typeface="Arial" pitchFamily="34" charset="0"/>
              </a:rPr>
              <a:t>HRMC Private Sector </a:t>
            </a:r>
            <a:endParaRPr kumimoji="0" lang="en-US" sz="1200" b="1" i="1" u="none" strike="noStrike" kern="0" cap="none" spc="0" normalizeH="0" baseline="0" noProof="0" dirty="0">
              <a:ln>
                <a:noFill/>
              </a:ln>
              <a:solidFill>
                <a:srgbClr val="002060"/>
              </a:solidFill>
              <a:effectLst/>
              <a:uLnTx/>
              <a:uFillTx/>
              <a:latin typeface="Arial"/>
            </a:endParaRPr>
          </a:p>
        </p:txBody>
      </p:sp>
      <p:sp>
        <p:nvSpPr>
          <p:cNvPr id="10" name="Slide Number Placeholder 1"/>
          <p:cNvSpPr>
            <a:spLocks noGrp="1"/>
          </p:cNvSpPr>
          <p:nvPr>
            <p:ph type="sldNum" sz="quarter" idx="11"/>
          </p:nvPr>
        </p:nvSpPr>
        <p:spPr/>
        <p:txBody>
          <a:bodyPr/>
          <a:lstStyle/>
          <a:p>
            <a:pPr>
              <a:defRPr/>
            </a:pPr>
            <a:fld id="{C6FFFDF7-475E-4D47-8720-BC1BB1C94DBD}" type="slidenum">
              <a:rPr lang="en-US" smtClean="0"/>
              <a:pPr>
                <a:defRPr/>
              </a:pPr>
              <a:t>18</a:t>
            </a:fld>
            <a:endParaRPr lang="en-US" dirty="0"/>
          </a:p>
        </p:txBody>
      </p:sp>
      <p:sp>
        <p:nvSpPr>
          <p:cNvPr id="12" name="TextBox 11"/>
          <p:cNvSpPr txBox="1"/>
          <p:nvPr/>
        </p:nvSpPr>
        <p:spPr>
          <a:xfrm>
            <a:off x="170171" y="6568948"/>
            <a:ext cx="8821429" cy="2890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endParaRPr lang="en-US" sz="400" dirty="0"/>
          </a:p>
          <a:p>
            <a:r>
              <a:rPr lang="en-US" sz="700" dirty="0"/>
              <a:t>“Distribution Statement A: Approved for Public Release; Distribution is unlimited.”</a:t>
            </a:r>
          </a:p>
          <a:p>
            <a:pPr algn="l"/>
            <a:endParaRPr lang="en-US" dirty="0"/>
          </a:p>
        </p:txBody>
      </p:sp>
      <p:sp>
        <p:nvSpPr>
          <p:cNvPr id="15" name="TextBox 14"/>
          <p:cNvSpPr txBox="1"/>
          <p:nvPr/>
        </p:nvSpPr>
        <p:spPr>
          <a:xfrm>
            <a:off x="533400" y="2133600"/>
            <a:ext cx="708848" cy="215444"/>
          </a:xfrm>
          <a:prstGeom prst="rect">
            <a:avLst/>
          </a:prstGeom>
          <a:ln w="28575" cap="flat" cmpd="sng" algn="ctr">
            <a:noFill/>
            <a:prstDash val="solid"/>
          </a:ln>
        </p:spPr>
        <p:style>
          <a:lnRef idx="1">
            <a:schemeClr val="accent1"/>
          </a:lnRef>
          <a:fillRef idx="0">
            <a:schemeClr val="accent1"/>
          </a:fillRef>
          <a:effectRef idx="0">
            <a:schemeClr val="accent1"/>
          </a:effectRef>
          <a:fontRef idx="minor">
            <a:schemeClr val="tx1"/>
          </a:fontRef>
        </p:style>
        <p:txBody>
          <a:bodyPr wrap="none" rtlCol="0">
            <a:spAutoFit/>
          </a:bodyPr>
          <a:lstStyle/>
          <a:p>
            <a:pPr algn="ctr"/>
            <a:r>
              <a:rPr lang="en-US" sz="800" b="0" i="0" kern="0" dirty="0">
                <a:solidFill>
                  <a:srgbClr val="FF0000"/>
                </a:solidFill>
              </a:rPr>
              <a:t>TIME NOW</a:t>
            </a:r>
          </a:p>
        </p:txBody>
      </p:sp>
      <p:pic>
        <p:nvPicPr>
          <p:cNvPr id="5" name="Picture 4">
            <a:extLst>
              <a:ext uri="{FF2B5EF4-FFF2-40B4-BE49-F238E27FC236}">
                <a16:creationId xmlns:a16="http://schemas.microsoft.com/office/drawing/2014/main" id="{71872080-F7EA-47FC-B471-418D76BA4A0C}"/>
              </a:ext>
            </a:extLst>
          </p:cNvPr>
          <p:cNvPicPr>
            <a:picLocks noChangeAspect="1"/>
          </p:cNvPicPr>
          <p:nvPr/>
        </p:nvPicPr>
        <p:blipFill>
          <a:blip r:embed="rId5"/>
          <a:stretch>
            <a:fillRect/>
          </a:stretch>
        </p:blipFill>
        <p:spPr>
          <a:xfrm>
            <a:off x="2819400" y="1287391"/>
            <a:ext cx="3821430" cy="391128"/>
          </a:xfrm>
          <a:prstGeom prst="rect">
            <a:avLst/>
          </a:prstGeom>
        </p:spPr>
      </p:pic>
    </p:spTree>
    <p:extLst>
      <p:ext uri="{BB962C8B-B14F-4D97-AF65-F5344CB8AC3E}">
        <p14:creationId xmlns:p14="http://schemas.microsoft.com/office/powerpoint/2010/main" val="4072958820"/>
      </p:ext>
    </p:extLst>
  </p:cSld>
  <p:clrMapOvr>
    <a:overrideClrMapping bg1="lt1" tx1="dk1" bg2="lt2" tx2="dk2" accent1="accent1" accent2="accent2" accent3="accent3" accent4="accent4" accent5="accent5" accent6="accent6" hlink="hlink" folHlink="folHlink"/>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Chart, histogram&#10;&#10;Description automatically generated">
            <a:extLst>
              <a:ext uri="{FF2B5EF4-FFF2-40B4-BE49-F238E27FC236}">
                <a16:creationId xmlns:a16="http://schemas.microsoft.com/office/drawing/2014/main" id="{6114749A-0282-8518-AEE9-A48C7B1AA5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737360"/>
            <a:ext cx="9144000" cy="5028867"/>
          </a:xfrm>
          <a:prstGeom prst="rect">
            <a:avLst/>
          </a:prstGeom>
        </p:spPr>
      </p:pic>
      <p:sp>
        <p:nvSpPr>
          <p:cNvPr id="21" name="Title 1"/>
          <p:cNvSpPr txBox="1">
            <a:spLocks/>
          </p:cNvSpPr>
          <p:nvPr/>
        </p:nvSpPr>
        <p:spPr bwMode="auto">
          <a:xfrm>
            <a:off x="0" y="0"/>
            <a:ext cx="91440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2800" i="0" dirty="0">
                <a:solidFill>
                  <a:srgbClr val="002060"/>
                </a:solidFill>
                <a:effectLst/>
                <a:latin typeface="Arial"/>
                <a:cs typeface="Arial" pitchFamily="34" charset="0"/>
              </a:rPr>
              <a:t>HRMC Private Sector </a:t>
            </a:r>
            <a:endParaRPr kumimoji="0" lang="en-US" sz="1200" b="1" i="1" u="none" strike="noStrike" kern="0" cap="none" spc="0" normalizeH="0" baseline="0" noProof="0" dirty="0">
              <a:ln>
                <a:noFill/>
              </a:ln>
              <a:solidFill>
                <a:srgbClr val="002060"/>
              </a:solidFill>
              <a:effectLst/>
              <a:uLnTx/>
              <a:uFillTx/>
              <a:latin typeface="Arial"/>
            </a:endParaRPr>
          </a:p>
        </p:txBody>
      </p:sp>
      <p:sp>
        <p:nvSpPr>
          <p:cNvPr id="10" name="Slide Number Placeholder 1"/>
          <p:cNvSpPr>
            <a:spLocks noGrp="1"/>
          </p:cNvSpPr>
          <p:nvPr>
            <p:ph type="sldNum" sz="quarter" idx="11"/>
          </p:nvPr>
        </p:nvSpPr>
        <p:spPr/>
        <p:txBody>
          <a:bodyPr/>
          <a:lstStyle/>
          <a:p>
            <a:pPr>
              <a:defRPr/>
            </a:pPr>
            <a:fld id="{C6FFFDF7-475E-4D47-8720-BC1BB1C94DBD}" type="slidenum">
              <a:rPr lang="en-US" smtClean="0"/>
              <a:pPr>
                <a:defRPr/>
              </a:pPr>
              <a:t>19</a:t>
            </a:fld>
            <a:endParaRPr lang="en-US" dirty="0"/>
          </a:p>
        </p:txBody>
      </p:sp>
      <p:sp>
        <p:nvSpPr>
          <p:cNvPr id="12" name="TextBox 11"/>
          <p:cNvSpPr txBox="1"/>
          <p:nvPr/>
        </p:nvSpPr>
        <p:spPr>
          <a:xfrm>
            <a:off x="170171" y="6568948"/>
            <a:ext cx="8821429" cy="2890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endParaRPr lang="en-US" sz="400" dirty="0"/>
          </a:p>
          <a:p>
            <a:r>
              <a:rPr lang="en-US" sz="700" dirty="0"/>
              <a:t>“Distribution Statement A: Approved for Public Release; Distribution is unlimited.”</a:t>
            </a:r>
          </a:p>
          <a:p>
            <a:pPr algn="l"/>
            <a:endParaRPr lang="en-US" dirty="0"/>
          </a:p>
        </p:txBody>
      </p:sp>
      <p:sp>
        <p:nvSpPr>
          <p:cNvPr id="15" name="TextBox 14"/>
          <p:cNvSpPr txBox="1"/>
          <p:nvPr/>
        </p:nvSpPr>
        <p:spPr>
          <a:xfrm>
            <a:off x="533400" y="2133600"/>
            <a:ext cx="708848" cy="215444"/>
          </a:xfrm>
          <a:prstGeom prst="rect">
            <a:avLst/>
          </a:prstGeom>
          <a:ln w="28575" cap="flat" cmpd="sng" algn="ctr">
            <a:noFill/>
            <a:prstDash val="solid"/>
          </a:ln>
        </p:spPr>
        <p:style>
          <a:lnRef idx="1">
            <a:schemeClr val="accent1"/>
          </a:lnRef>
          <a:fillRef idx="0">
            <a:schemeClr val="accent1"/>
          </a:fillRef>
          <a:effectRef idx="0">
            <a:schemeClr val="accent1"/>
          </a:effectRef>
          <a:fontRef idx="minor">
            <a:schemeClr val="tx1"/>
          </a:fontRef>
        </p:style>
        <p:txBody>
          <a:bodyPr wrap="none" rtlCol="0">
            <a:spAutoFit/>
          </a:bodyPr>
          <a:lstStyle/>
          <a:p>
            <a:pPr algn="ctr"/>
            <a:r>
              <a:rPr lang="en-US" sz="800" b="0" i="0" kern="0" dirty="0">
                <a:solidFill>
                  <a:srgbClr val="FF0000"/>
                </a:solidFill>
              </a:rPr>
              <a:t>TIME NOW</a:t>
            </a:r>
          </a:p>
        </p:txBody>
      </p:sp>
      <p:pic>
        <p:nvPicPr>
          <p:cNvPr id="2" name="Picture 1">
            <a:extLst>
              <a:ext uri="{FF2B5EF4-FFF2-40B4-BE49-F238E27FC236}">
                <a16:creationId xmlns:a16="http://schemas.microsoft.com/office/drawing/2014/main" id="{C46B075E-3CF5-6774-4C2A-3D9993D9CDD2}"/>
              </a:ext>
            </a:extLst>
          </p:cNvPr>
          <p:cNvPicPr>
            <a:picLocks noChangeAspect="1"/>
          </p:cNvPicPr>
          <p:nvPr/>
        </p:nvPicPr>
        <p:blipFill>
          <a:blip r:embed="rId5"/>
          <a:stretch>
            <a:fillRect/>
          </a:stretch>
        </p:blipFill>
        <p:spPr>
          <a:xfrm>
            <a:off x="2819400" y="1287391"/>
            <a:ext cx="3821430" cy="391128"/>
          </a:xfrm>
          <a:prstGeom prst="rect">
            <a:avLst/>
          </a:prstGeom>
        </p:spPr>
      </p:pic>
    </p:spTree>
    <p:extLst>
      <p:ext uri="{BB962C8B-B14F-4D97-AF65-F5344CB8AC3E}">
        <p14:creationId xmlns:p14="http://schemas.microsoft.com/office/powerpoint/2010/main" val="2484424947"/>
      </p:ext>
    </p:extLst>
  </p:cSld>
  <p:clrMapOvr>
    <a:overrideClrMapping bg1="lt1" tx1="dk1" bg2="lt2" tx2="dk2" accent1="accent1" accent2="accent2" accent3="accent3" accent4="accent4" accent5="accent5" accent6="accent6" hlink="hlink" folHlink="folHlink"/>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2747121E-A872-186C-6743-704EBA3D435A}"/>
              </a:ext>
            </a:extLst>
          </p:cNvPr>
          <p:cNvGraphicFramePr>
            <a:graphicFrameLocks noChangeAspect="1"/>
          </p:cNvGraphicFramePr>
          <p:nvPr>
            <p:extLst>
              <p:ext uri="{D42A27DB-BD31-4B8C-83A1-F6EECF244321}">
                <p14:modId xmlns:p14="http://schemas.microsoft.com/office/powerpoint/2010/main" val="3993797930"/>
              </p:ext>
            </p:extLst>
          </p:nvPr>
        </p:nvGraphicFramePr>
        <p:xfrm>
          <a:off x="1978404" y="1254955"/>
          <a:ext cx="6400798" cy="3961263"/>
        </p:xfrm>
        <a:graphic>
          <a:graphicData uri="http://schemas.openxmlformats.org/presentationml/2006/ole">
            <mc:AlternateContent xmlns:mc="http://schemas.openxmlformats.org/markup-compatibility/2006">
              <mc:Choice xmlns:v="urn:schemas-microsoft-com:vml" Requires="v">
                <p:oleObj name="Worksheet" r:id="rId4" imgW="11879545" imgH="6774283" progId="Excel.Sheet.12">
                  <p:embed/>
                </p:oleObj>
              </mc:Choice>
              <mc:Fallback>
                <p:oleObj name="Worksheet" r:id="rId4" imgW="11879545" imgH="6774283" progId="Excel.Sheet.12">
                  <p:embed/>
                  <p:pic>
                    <p:nvPicPr>
                      <p:cNvPr id="3" name="Object 2">
                        <a:extLst>
                          <a:ext uri="{FF2B5EF4-FFF2-40B4-BE49-F238E27FC236}">
                            <a16:creationId xmlns:a16="http://schemas.microsoft.com/office/drawing/2014/main" id="{2747121E-A872-186C-6743-704EBA3D435A}"/>
                          </a:ext>
                        </a:extLst>
                      </p:cNvPr>
                      <p:cNvPicPr/>
                      <p:nvPr/>
                    </p:nvPicPr>
                    <p:blipFill>
                      <a:blip r:embed="rId5"/>
                      <a:stretch>
                        <a:fillRect/>
                      </a:stretch>
                    </p:blipFill>
                    <p:spPr>
                      <a:xfrm>
                        <a:off x="1978404" y="1254955"/>
                        <a:ext cx="6400798" cy="3961263"/>
                      </a:xfrm>
                      <a:prstGeom prst="rect">
                        <a:avLst/>
                      </a:prstGeom>
                    </p:spPr>
                  </p:pic>
                </p:oleObj>
              </mc:Fallback>
            </mc:AlternateContent>
          </a:graphicData>
        </a:graphic>
      </p:graphicFrame>
      <p:sp>
        <p:nvSpPr>
          <p:cNvPr id="8" name="Title 1"/>
          <p:cNvSpPr>
            <a:spLocks noGrp="1"/>
          </p:cNvSpPr>
          <p:nvPr>
            <p:ph type="title"/>
          </p:nvPr>
        </p:nvSpPr>
        <p:spPr>
          <a:xfrm>
            <a:off x="0" y="0"/>
            <a:ext cx="9144000" cy="1062069"/>
          </a:xfrm>
        </p:spPr>
        <p:txBody>
          <a:bodyPr/>
          <a:lstStyle/>
          <a:p>
            <a:pPr>
              <a:lnSpc>
                <a:spcPct val="100000"/>
              </a:lnSpc>
            </a:pPr>
            <a:r>
              <a:rPr lang="en-US" sz="1200" i="0" dirty="0">
                <a:solidFill>
                  <a:srgbClr val="002060"/>
                </a:solidFill>
                <a:effectLst/>
              </a:rPr>
              <a:t>HRMC Private Sector </a:t>
            </a:r>
            <a:br>
              <a:rPr lang="en-US" sz="1200" i="0" dirty="0">
                <a:solidFill>
                  <a:srgbClr val="002060"/>
                </a:solidFill>
                <a:effectLst/>
              </a:rPr>
            </a:br>
            <a:r>
              <a:rPr lang="en-US" sz="1200" i="0" dirty="0">
                <a:solidFill>
                  <a:srgbClr val="002060"/>
                </a:solidFill>
                <a:effectLst/>
              </a:rPr>
              <a:t>Workload Forecast with MOD estimates (no AIT) FY24 - FY27</a:t>
            </a:r>
            <a:br>
              <a:rPr lang="en-US" sz="1200" i="0" dirty="0">
                <a:solidFill>
                  <a:srgbClr val="002060"/>
                </a:solidFill>
                <a:effectLst/>
              </a:rPr>
            </a:br>
            <a:r>
              <a:rPr lang="en-US" sz="1200" i="0" dirty="0">
                <a:solidFill>
                  <a:srgbClr val="002060"/>
                </a:solidFill>
                <a:effectLst/>
              </a:rPr>
              <a:t>Industry Forecast - as of 01 OCT 2023</a:t>
            </a:r>
            <a:br>
              <a:rPr lang="en-US" sz="1200" i="0" dirty="0">
                <a:solidFill>
                  <a:srgbClr val="002060"/>
                </a:solidFill>
                <a:effectLst/>
              </a:rPr>
            </a:br>
            <a:endParaRPr lang="en-US" sz="1200" i="0" dirty="0">
              <a:solidFill>
                <a:srgbClr val="002060"/>
              </a:solidFill>
              <a:effectLst/>
            </a:endParaRPr>
          </a:p>
        </p:txBody>
      </p:sp>
      <p:sp>
        <p:nvSpPr>
          <p:cNvPr id="2" name="Slide Number Placeholder 1"/>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FFFDF7-475E-4D47-8720-BC1BB1C94DBD}" type="slidenum">
              <a:rPr kumimoji="0" lang="en-US" sz="1200" b="1" i="1" u="none" strike="noStrike" kern="1200" cap="none" spc="0" normalizeH="0" baseline="0" noProof="0" smtClean="0">
                <a:ln>
                  <a:noFill/>
                </a:ln>
                <a:solidFill>
                  <a:srgbClr val="80808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sz="1200" b="1" i="1" u="none" strike="noStrike" kern="1200" cap="none" spc="0" normalizeH="0" baseline="0" noProof="0" dirty="0">
              <a:ln>
                <a:noFill/>
              </a:ln>
              <a:solidFill>
                <a:srgbClr val="808080"/>
              </a:solidFill>
              <a:effectLst/>
              <a:uLnTx/>
              <a:uFillTx/>
              <a:latin typeface="Arial" pitchFamily="34" charset="0"/>
              <a:ea typeface="+mn-ea"/>
              <a:cs typeface="+mn-cs"/>
            </a:endParaRPr>
          </a:p>
        </p:txBody>
      </p:sp>
      <p:sp>
        <p:nvSpPr>
          <p:cNvPr id="9" name="TextBox 8"/>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600" b="1" i="1" u="none" strike="noStrike" kern="1200" cap="none" spc="0" normalizeH="0" baseline="0" noProof="0" dirty="0">
                <a:ln>
                  <a:noFill/>
                </a:ln>
                <a:solidFill>
                  <a:srgbClr val="000064"/>
                </a:solidFill>
                <a:effectLst/>
                <a:uLnTx/>
                <a:uFillTx/>
                <a:latin typeface="Arial"/>
                <a:ea typeface="+mn-ea"/>
                <a:cs typeface="Arial" charset="0"/>
              </a:rPr>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400" b="1" i="1" u="none" strike="noStrike" kern="1200" cap="none" spc="0" normalizeH="0" baseline="0" noProof="0" dirty="0">
              <a:ln>
                <a:noFill/>
              </a:ln>
              <a:solidFill>
                <a:srgbClr val="000064"/>
              </a:solidFill>
              <a:effectLst/>
              <a:uLnTx/>
              <a:uFillTx/>
              <a:latin typeface="Arial"/>
              <a:ea typeface="+mn-ea"/>
              <a:cs typeface="Arial" charset="0"/>
            </a:endParaRP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700" b="1" i="1" u="none" strike="noStrike" kern="1200" cap="none" spc="0" normalizeH="0" baseline="0" noProof="0" dirty="0">
                <a:ln>
                  <a:noFill/>
                </a:ln>
                <a:solidFill>
                  <a:srgbClr val="000064"/>
                </a:solidFill>
                <a:effectLst/>
                <a:uLnTx/>
                <a:uFillTx/>
                <a:latin typeface="Arial"/>
                <a:ea typeface="+mn-ea"/>
                <a:cs typeface="Arial" charset="0"/>
              </a:rPr>
              <a:t>“Distribution Statement A: Approved for Public Release; Distribution is unlimited.”</a:t>
            </a:r>
          </a:p>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600" b="1" i="1" u="none" strike="noStrike" kern="1200" cap="none" spc="0" normalizeH="0" baseline="0" noProof="0" dirty="0">
              <a:ln>
                <a:noFill/>
              </a:ln>
              <a:solidFill>
                <a:srgbClr val="000064"/>
              </a:solidFill>
              <a:effectLst/>
              <a:uLnTx/>
              <a:uFillTx/>
              <a:latin typeface="Arial"/>
              <a:ea typeface="+mn-ea"/>
              <a:cs typeface="Arial" charset="0"/>
            </a:endParaRPr>
          </a:p>
        </p:txBody>
      </p:sp>
      <p:pic>
        <p:nvPicPr>
          <p:cNvPr id="10" name="Picture 5"/>
          <p:cNvPicPr>
            <a:picLocks noChangeAspect="1" noChangeArrowheads="1"/>
          </p:cNvPicPr>
          <p:nvPr/>
        </p:nvPicPr>
        <p:blipFill rotWithShape="1">
          <a:blip r:embed="rId6">
            <a:extLst>
              <a:ext uri="{28A0092B-C50C-407E-A947-70E740481C1C}">
                <a14:useLocalDpi xmlns:a14="http://schemas.microsoft.com/office/drawing/2010/main" val="0"/>
              </a:ext>
            </a:extLst>
          </a:blip>
          <a:srcRect l="1" r="38215" b="-2006"/>
          <a:stretch/>
        </p:blipFill>
        <p:spPr bwMode="auto">
          <a:xfrm>
            <a:off x="2917761" y="780800"/>
            <a:ext cx="3326247" cy="24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24933417"/>
      </p:ext>
    </p:extLst>
  </p:cSld>
  <p:clrMapOvr>
    <a:overrideClrMapping bg1="lt1" tx1="dk1" bg2="lt2" tx2="dk2" accent1="accent1" accent2="accent2" accent3="accent3" accent4="accent4" accent5="accent5" accent6="accent6" hlink="hlink" folHlink="folHlink"/>
  </p:clrMapOvr>
  <p:transition spd="slow"/>
</p:sld>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400" b="1" i="1" u="none" strike="noStrike" cap="none" normalizeH="0" baseline="0" smtClean="0">
            <a:ln>
              <a:noFill/>
            </a:ln>
            <a:solidFill>
              <a:schemeClr val="tx2"/>
            </a:solidFill>
            <a:effectLst>
              <a:outerShdw blurRad="38100" dist="38100" dir="2700000" algn="tl">
                <a:srgbClr val="000000">
                  <a:alpha val="43137"/>
                </a:srgbClr>
              </a:outerShdw>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400" b="1" i="1" u="none" strike="noStrike" cap="none" normalizeH="0" baseline="0" smtClean="0">
            <a:ln>
              <a:noFill/>
            </a:ln>
            <a:solidFill>
              <a:schemeClr val="tx2"/>
            </a:solidFill>
            <a:effectLst>
              <a:outerShdw blurRad="38100" dist="38100" dir="2700000" algn="tl">
                <a:srgbClr val="000000">
                  <a:alpha val="43137"/>
                </a:srgbClr>
              </a:outerShdw>
            </a:effectLst>
            <a:latin typeface="Arial"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NRMC">
  <a:themeElements>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400" b="1" i="1" u="none" strike="noStrike" cap="none" normalizeH="0" baseline="0" smtClean="0">
            <a:ln>
              <a:noFill/>
            </a:ln>
            <a:solidFill>
              <a:schemeClr val="tx2"/>
            </a:solidFill>
            <a:effectLst>
              <a:outerShdw blurRad="38100" dist="38100" dir="2700000" algn="tl">
                <a:srgbClr val="000000">
                  <a:alpha val="43137"/>
                </a:srgbClr>
              </a:outerShdw>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400" b="1" i="1" u="none" strike="noStrike" cap="none" normalizeH="0" baseline="0" smtClean="0">
            <a:ln>
              <a:noFill/>
            </a:ln>
            <a:solidFill>
              <a:schemeClr val="tx2"/>
            </a:solidFill>
            <a:effectLst>
              <a:outerShdw blurRad="38100" dist="38100" dir="2700000" algn="tl">
                <a:srgbClr val="000000">
                  <a:alpha val="43137"/>
                </a:srgbClr>
              </a:outerShdw>
            </a:effectLst>
            <a:latin typeface="Arial" pitchFamily="34" charset="0"/>
          </a:defRPr>
        </a:defPPr>
      </a:lstStyle>
    </a:lnDef>
    <a:txDef>
      <a:spPr>
        <a:ln w="28575" cap="flat" cmpd="sng" algn="ctr">
          <a:noFill/>
          <a:prstDash val="solid"/>
        </a:ln>
      </a:spPr>
      <a:bodyPr/>
      <a:lstStyle>
        <a:defPPr algn="ctr">
          <a:defRPr sz="1600" u="sng" kern="0" dirty="0"/>
        </a:defPPr>
      </a:lstStyle>
      <a:style>
        <a:lnRef idx="1">
          <a:schemeClr val="accent1"/>
        </a:lnRef>
        <a:fillRef idx="0">
          <a:schemeClr val="accent1"/>
        </a:fillRef>
        <a:effectRef idx="0">
          <a:schemeClr val="accent1"/>
        </a:effectRef>
        <a:fontRef idx="minor">
          <a:schemeClr val="tx1"/>
        </a:fontRef>
      </a:style>
    </a:tx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NRMC">
  <a:themeElements>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400" b="1" i="1" u="none" strike="noStrike" cap="none" normalizeH="0" baseline="0" smtClean="0">
            <a:ln>
              <a:noFill/>
            </a:ln>
            <a:solidFill>
              <a:schemeClr val="tx2"/>
            </a:solidFill>
            <a:effectLst>
              <a:outerShdw blurRad="38100" dist="38100" dir="2700000" algn="tl">
                <a:srgbClr val="000000">
                  <a:alpha val="43137"/>
                </a:srgbClr>
              </a:outerShdw>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400" b="1" i="1" u="none" strike="noStrike" cap="none" normalizeH="0" baseline="0" smtClean="0">
            <a:ln>
              <a:noFill/>
            </a:ln>
            <a:solidFill>
              <a:schemeClr val="tx2"/>
            </a:solidFill>
            <a:effectLst>
              <a:outerShdw blurRad="38100" dist="38100" dir="2700000" algn="tl">
                <a:srgbClr val="000000">
                  <a:alpha val="43137"/>
                </a:srgbClr>
              </a:outerShdw>
            </a:effectLst>
            <a:latin typeface="Arial" pitchFamily="34" charset="0"/>
          </a:defRPr>
        </a:defPPr>
      </a:lstStyle>
    </a:lnDef>
    <a:txDef>
      <a:spPr>
        <a:ln w="28575" cap="flat" cmpd="sng" algn="ctr">
          <a:noFill/>
          <a:prstDash val="solid"/>
        </a:ln>
      </a:spPr>
      <a:bodyPr/>
      <a:lstStyle>
        <a:defPPr algn="ctr">
          <a:defRPr sz="1600" u="sng" kern="0" dirty="0"/>
        </a:defPPr>
      </a:lstStyle>
      <a:style>
        <a:lnRef idx="1">
          <a:schemeClr val="accent1"/>
        </a:lnRef>
        <a:fillRef idx="0">
          <a:schemeClr val="accent1"/>
        </a:fillRef>
        <a:effectRef idx="0">
          <a:schemeClr val="accent1"/>
        </a:effectRef>
        <a:fontRef idx="minor">
          <a:schemeClr val="tx1"/>
        </a:fontRef>
      </a:style>
    </a:tx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NRMC">
  <a:themeElements>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400" b="1" i="1" u="none" strike="noStrike" cap="none" normalizeH="0" baseline="0" smtClean="0">
            <a:ln>
              <a:noFill/>
            </a:ln>
            <a:solidFill>
              <a:schemeClr val="tx2"/>
            </a:solidFill>
            <a:effectLst>
              <a:outerShdw blurRad="38100" dist="38100" dir="2700000" algn="tl">
                <a:srgbClr val="000000">
                  <a:alpha val="43137"/>
                </a:srgbClr>
              </a:outerShdw>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400" b="1" i="1" u="none" strike="noStrike" cap="none" normalizeH="0" baseline="0" smtClean="0">
            <a:ln>
              <a:noFill/>
            </a:ln>
            <a:solidFill>
              <a:schemeClr val="tx2"/>
            </a:solidFill>
            <a:effectLst>
              <a:outerShdw blurRad="38100" dist="38100" dir="2700000" algn="tl">
                <a:srgbClr val="000000">
                  <a:alpha val="43137"/>
                </a:srgbClr>
              </a:outerShdw>
            </a:effectLst>
            <a:latin typeface="Arial" pitchFamily="34" charset="0"/>
          </a:defRPr>
        </a:defPPr>
      </a:lstStyle>
    </a:lnDef>
    <a:txDef>
      <a:spPr>
        <a:ln w="28575" cap="flat" cmpd="sng" algn="ctr">
          <a:noFill/>
          <a:prstDash val="solid"/>
        </a:ln>
      </a:spPr>
      <a:bodyPr/>
      <a:lstStyle>
        <a:defPPr algn="ctr">
          <a:defRPr sz="1600" u="sng" kern="0" dirty="0"/>
        </a:defPPr>
      </a:lstStyle>
      <a:style>
        <a:lnRef idx="1">
          <a:schemeClr val="accent1"/>
        </a:lnRef>
        <a:fillRef idx="0">
          <a:schemeClr val="accent1"/>
        </a:fillRef>
        <a:effectRef idx="0">
          <a:schemeClr val="accent1"/>
        </a:effectRef>
        <a:fontRef idx="minor">
          <a:schemeClr val="tx1"/>
        </a:fontRef>
      </a:style>
    </a:tx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2.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3.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4.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5.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6.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7.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8.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9.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10.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11.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12.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13.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14.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docMetadata/LabelInfo.xml><?xml version="1.0" encoding="utf-8"?>
<clbl:labelList xmlns:clbl="http://schemas.microsoft.com/office/2020/mipLabelMetadata">
  <clbl:label id="{3ce0b61c-3e9d-4790-85f1-d44a713bf642}" enabled="0" method="" siteId="{3ce0b61c-3e9d-4790-85f1-d44a713bf642}" removed="1"/>
</clbl:labelList>
</file>

<file path=docProps/app.xml><?xml version="1.0" encoding="utf-8"?>
<Properties xmlns="http://schemas.openxmlformats.org/officeDocument/2006/extended-properties" xmlns:vt="http://schemas.openxmlformats.org/officeDocument/2006/docPropsVTypes">
  <Template/>
  <TotalTime>149764</TotalTime>
  <Words>1671</Words>
  <Application>Microsoft Office PowerPoint</Application>
  <PresentationFormat>On-screen Show (4:3)</PresentationFormat>
  <Paragraphs>126</Paragraphs>
  <Slides>20</Slides>
  <Notes>19</Notes>
  <HiddenSlides>0</HiddenSlides>
  <MMClips>0</MMClips>
  <ScaleCrop>false</ScaleCrop>
  <HeadingPairs>
    <vt:vector size="8" baseType="variant">
      <vt:variant>
        <vt:lpstr>Fonts Used</vt:lpstr>
      </vt:variant>
      <vt:variant>
        <vt:i4>2</vt:i4>
      </vt:variant>
      <vt:variant>
        <vt:lpstr>Theme</vt:lpstr>
      </vt:variant>
      <vt:variant>
        <vt:i4>4</vt:i4>
      </vt:variant>
      <vt:variant>
        <vt:lpstr>Embedded OLE Servers</vt:lpstr>
      </vt:variant>
      <vt:variant>
        <vt:i4>2</vt:i4>
      </vt:variant>
      <vt:variant>
        <vt:lpstr>Slide Titles</vt:lpstr>
      </vt:variant>
      <vt:variant>
        <vt:i4>20</vt:i4>
      </vt:variant>
    </vt:vector>
  </HeadingPairs>
  <TitlesOfParts>
    <vt:vector size="28" baseType="lpstr">
      <vt:lpstr>Arial</vt:lpstr>
      <vt:lpstr>Wingdings</vt:lpstr>
      <vt:lpstr>Custom Design</vt:lpstr>
      <vt:lpstr>NRMC</vt:lpstr>
      <vt:lpstr>1_NRMC</vt:lpstr>
      <vt:lpstr>2_NRMC</vt:lpstr>
      <vt:lpstr>Worksheet</vt:lpstr>
      <vt:lpstr>Microsoft Excel Worksheet</vt:lpstr>
      <vt:lpstr>Domestic Private Sector Workload Estimate   FY24 - FY27 Workload as of 01 OCT 2023  Industry Version FY24 Q1 M1</vt:lpstr>
      <vt:lpstr>PowerPoint Presentation</vt:lpstr>
      <vt:lpstr>PowerPoint Presentation</vt:lpstr>
      <vt:lpstr>PowerPoint Presentation</vt:lpstr>
      <vt:lpstr>MARMC Private Sector  Workload Forecast with MOD estimates (no AIT) FY24 - FY25 Industry Forecast - as of 01 OCT 2023 </vt:lpstr>
      <vt:lpstr>MARMC Private Sector  Workload Forecast with MOD estimates (no AIT) FY26 - FY27 Industry Forecast - as of 01 OCT 2023 </vt:lpstr>
      <vt:lpstr>PowerPoint Presentation</vt:lpstr>
      <vt:lpstr>PowerPoint Presentation</vt:lpstr>
      <vt:lpstr>SWRMC Private Sector  Workload Forecast with MOD estimates (no AIT) FY24 - FY25 Industry Forecast - as of 01 OCT 2023 </vt:lpstr>
      <vt:lpstr>SWRMC Private Sector  Workload Forecast with MOD estimates (no AIT) FY26 - FY27 Industry Forecast - as of 01 OCT 2023 </vt:lpstr>
      <vt:lpstr>PowerPoint Presentation</vt:lpstr>
      <vt:lpstr>PowerPoint Presentation</vt:lpstr>
      <vt:lpstr>SERMC Private Sector  Workload Forecast with MOD estimates (no AIT) FY24 - FY25 Industry Forecast - as of 01 OCT 2023 </vt:lpstr>
      <vt:lpstr>SERMC Private Sector  Workload Forecast with MOD estimates (no AIT) FY26 - FY27 Industry Forecast - as of 01 OCT 2023 </vt:lpstr>
      <vt:lpstr>PowerPoint Presentation</vt:lpstr>
      <vt:lpstr>PowerPoint Presentation</vt:lpstr>
      <vt:lpstr>NWRMC Private Sector  Workload Forecast with MOD estimates (no AIT) FY24 - FY27 Industry Forecast - as of 01 OCT 2023 </vt:lpstr>
      <vt:lpstr>PowerPoint Presentation</vt:lpstr>
      <vt:lpstr>PowerPoint Presentation</vt:lpstr>
      <vt:lpstr>HRMC Private Sector  Workload Forecast with MOD estimates (no AIT) FY24 - FY27 Industry Forecast - as of 01 OCT 2023 </vt:lpstr>
    </vt:vector>
  </TitlesOfParts>
  <Manager>John Renner</Manager>
  <Company>Sabre Systems,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NAVSEA 04 PowerPoint Template</dc:title>
  <dc:subject>Standard PowerPoint Template</dc:subject>
  <dc:creator>Shannon Murfree</dc:creator>
  <dc:description>Updated per comments 3-5-04</dc:description>
  <cp:lastModifiedBy>People, Keesha</cp:lastModifiedBy>
  <cp:revision>4073</cp:revision>
  <cp:lastPrinted>2020-03-09T12:13:11Z</cp:lastPrinted>
  <dcterms:created xsi:type="dcterms:W3CDTF">2002-09-24T17:02:49Z</dcterms:created>
  <dcterms:modified xsi:type="dcterms:W3CDTF">2023-10-26T14:05:14Z</dcterms:modified>
</cp:coreProperties>
</file>