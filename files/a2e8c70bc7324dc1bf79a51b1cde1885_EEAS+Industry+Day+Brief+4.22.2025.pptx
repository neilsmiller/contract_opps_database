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theme/theme4.xml" ContentType="application/vnd.openxmlformats-officedocument.theme+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theme/theme5.xml" ContentType="application/vnd.openxmlformats-officedocument.theme+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theme/theme6.xml" ContentType="application/vnd.openxmlformats-officedocument.theme+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Override1.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6" r:id="rId4"/>
    <p:sldMasterId id="2147484142" r:id="rId5"/>
    <p:sldMasterId id="2147484051" r:id="rId6"/>
    <p:sldMasterId id="2147484081" r:id="rId7"/>
    <p:sldMasterId id="2147484110" r:id="rId8"/>
    <p:sldMasterId id="2147484170" r:id="rId9"/>
    <p:sldMasterId id="2147483723" r:id="rId10"/>
  </p:sldMasterIdLst>
  <p:notesMasterIdLst>
    <p:notesMasterId r:id="rId17"/>
  </p:notesMasterIdLst>
  <p:handoutMasterIdLst>
    <p:handoutMasterId r:id="rId18"/>
  </p:handoutMasterIdLst>
  <p:sldIdLst>
    <p:sldId id="274" r:id="rId11"/>
    <p:sldId id="286" r:id="rId12"/>
    <p:sldId id="287" r:id="rId13"/>
    <p:sldId id="288" r:id="rId14"/>
    <p:sldId id="289" r:id="rId15"/>
    <p:sldId id="29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8DC5D61-C707-7C83-1899-B3A1E3BE32EB}" name="Howland, Timothy J CIV USARMY CENWO (USA)" initials="TH" userId="S::Timothy.J.Howland@usace.army.mil::7540ede8-175a-470e-8bd6-4d7a94fc34d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E4E4"/>
    <a:srgbClr val="4D4D4D"/>
    <a:srgbClr val="DEDEDE"/>
    <a:srgbClr val="A29A92"/>
    <a:srgbClr val="00863D"/>
    <a:srgbClr val="00B050"/>
    <a:srgbClr val="C8C8C8"/>
    <a:srgbClr val="FF6600"/>
    <a:srgbClr val="D9D9D9"/>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3.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5" Type="http://schemas.openxmlformats.org/officeDocument/2006/relationships/slideMaster" Target="slideMasters/slideMaster2.xml"/><Relationship Id="rId15" Type="http://schemas.openxmlformats.org/officeDocument/2006/relationships/slide" Target="slides/slide5.xml"/><Relationship Id="rId23" Type="http://schemas.microsoft.com/office/2018/10/relationships/authors" Target="authors.xml"/><Relationship Id="rId10" Type="http://schemas.openxmlformats.org/officeDocument/2006/relationships/slideMaster" Target="slideMasters/slideMaster7.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CF3383-DF08-4C90-8557-22EF3027DD43}" type="datetimeFigureOut">
              <a:rPr lang="en-US" smtClean="0"/>
              <a:t>4/17/2025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179305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D16557-6E8E-4D95-8DF3-2DE1590C714A}" type="datetimeFigureOut">
              <a:rPr lang="en-US" smtClean="0"/>
              <a:t>4/17/2025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A86D8-1D95-4DFF-A26B-8F86AC3AC58E}" type="slidenum">
              <a:rPr lang="en-US" smtClean="0"/>
              <a:t>‹#›</a:t>
            </a:fld>
            <a:endParaRPr lang="en-US" dirty="0"/>
          </a:p>
        </p:txBody>
      </p:sp>
    </p:spTree>
    <p:extLst>
      <p:ext uri="{BB962C8B-B14F-4D97-AF65-F5344CB8AC3E}">
        <p14:creationId xmlns:p14="http://schemas.microsoft.com/office/powerpoint/2010/main" val="1538130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r>
              <a:rPr lang="en-US" dirty="0"/>
              <a:t>EEAS Industry Day 2025</a:t>
            </a:r>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9711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r>
              <a:rPr lang="en-US" dirty="0"/>
              <a:t>EEAS Industry Day 2025</a:t>
            </a:r>
          </a:p>
        </p:txBody>
      </p:sp>
    </p:spTree>
    <p:extLst>
      <p:ext uri="{BB962C8B-B14F-4D97-AF65-F5344CB8AC3E}">
        <p14:creationId xmlns:p14="http://schemas.microsoft.com/office/powerpoint/2010/main" val="3562901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r>
              <a:rPr lang="en-US" dirty="0"/>
              <a:t>EEAS Industry Day 2025</a:t>
            </a:r>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79953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r>
              <a:rPr lang="en-US" dirty="0"/>
              <a:t>EEAS Industry Day 2025</a:t>
            </a:r>
          </a:p>
        </p:txBody>
      </p:sp>
    </p:spTree>
    <p:extLst>
      <p:ext uri="{BB962C8B-B14F-4D97-AF65-F5344CB8AC3E}">
        <p14:creationId xmlns:p14="http://schemas.microsoft.com/office/powerpoint/2010/main" val="392458453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r>
              <a:rPr lang="en-US" dirty="0"/>
              <a:t>EEAS Industry Day 2025</a:t>
            </a:r>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67572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r>
              <a:rPr lang="en-US" dirty="0"/>
              <a:t>EEAS Industry Day 2025</a:t>
            </a:r>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6741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r>
              <a:rPr lang="en-US" dirty="0"/>
              <a:t>EEAS Industry Day 2025</a:t>
            </a:r>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74681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r>
              <a:rPr lang="en-US" dirty="0"/>
              <a:t>EEAS Industry Day 2025</a:t>
            </a:r>
          </a:p>
        </p:txBody>
      </p:sp>
    </p:spTree>
    <p:extLst>
      <p:ext uri="{BB962C8B-B14F-4D97-AF65-F5344CB8AC3E}">
        <p14:creationId xmlns:p14="http://schemas.microsoft.com/office/powerpoint/2010/main" val="3750384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r>
              <a:rPr lang="en-US" dirty="0"/>
              <a:t>EEAS Industry Day 2025</a:t>
            </a:r>
          </a:p>
        </p:txBody>
      </p:sp>
    </p:spTree>
    <p:extLst>
      <p:ext uri="{BB962C8B-B14F-4D97-AF65-F5344CB8AC3E}">
        <p14:creationId xmlns:p14="http://schemas.microsoft.com/office/powerpoint/2010/main" val="191691140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r>
              <a:rPr lang="en-US" dirty="0"/>
              <a:t>EEAS Industry Day 2025</a:t>
            </a:r>
          </a:p>
        </p:txBody>
      </p:sp>
    </p:spTree>
    <p:extLst>
      <p:ext uri="{BB962C8B-B14F-4D97-AF65-F5344CB8AC3E}">
        <p14:creationId xmlns:p14="http://schemas.microsoft.com/office/powerpoint/2010/main" val="501760378"/>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r>
              <a:rPr lang="en-US" dirty="0"/>
              <a:t>EEAS Industry Day 2025</a:t>
            </a:r>
          </a:p>
        </p:txBody>
      </p:sp>
    </p:spTree>
    <p:extLst>
      <p:ext uri="{BB962C8B-B14F-4D97-AF65-F5344CB8AC3E}">
        <p14:creationId xmlns:p14="http://schemas.microsoft.com/office/powerpoint/2010/main" val="280287266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r>
              <a:rPr lang="en-US" dirty="0"/>
              <a:t>EEAS Industry Day 2025</a:t>
            </a:r>
          </a:p>
        </p:txBody>
      </p:sp>
    </p:spTree>
    <p:extLst>
      <p:ext uri="{BB962C8B-B14F-4D97-AF65-F5344CB8AC3E}">
        <p14:creationId xmlns:p14="http://schemas.microsoft.com/office/powerpoint/2010/main" val="173658870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r>
              <a:rPr lang="en-US" dirty="0"/>
              <a:t>EEAS Industry Day 2025</a:t>
            </a:r>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55241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r>
              <a:rPr lang="en-US" dirty="0"/>
              <a:t>EEAS Industry Day 2025</a:t>
            </a:r>
          </a:p>
        </p:txBody>
      </p:sp>
    </p:spTree>
    <p:extLst>
      <p:ext uri="{BB962C8B-B14F-4D97-AF65-F5344CB8AC3E}">
        <p14:creationId xmlns:p14="http://schemas.microsoft.com/office/powerpoint/2010/main" val="184334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r>
              <a:rPr lang="en-US" dirty="0"/>
              <a:t>EEAS Industry Day 2025</a:t>
            </a:r>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5126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dirty="0"/>
              <a:t>EEAS Industry Day 2025</a:t>
            </a:r>
          </a:p>
        </p:txBody>
      </p:sp>
    </p:spTree>
    <p:extLst>
      <p:ext uri="{BB962C8B-B14F-4D97-AF65-F5344CB8AC3E}">
        <p14:creationId xmlns:p14="http://schemas.microsoft.com/office/powerpoint/2010/main" val="1993319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dirty="0"/>
              <a:t>EEAS Industry Day 2025</a:t>
            </a:r>
          </a:p>
        </p:txBody>
      </p:sp>
    </p:spTree>
    <p:extLst>
      <p:ext uri="{BB962C8B-B14F-4D97-AF65-F5344CB8AC3E}">
        <p14:creationId xmlns:p14="http://schemas.microsoft.com/office/powerpoint/2010/main" val="3783085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r>
              <a:rPr lang="en-US" dirty="0"/>
              <a:t>EEAS Industry Day 2025</a:t>
            </a:r>
          </a:p>
        </p:txBody>
      </p:sp>
    </p:spTree>
    <p:extLst>
      <p:ext uri="{BB962C8B-B14F-4D97-AF65-F5344CB8AC3E}">
        <p14:creationId xmlns:p14="http://schemas.microsoft.com/office/powerpoint/2010/main" val="9265633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r>
              <a:rPr lang="en-US" dirty="0"/>
              <a:t>EEAS Industry Day 2025</a:t>
            </a:r>
          </a:p>
        </p:txBody>
      </p:sp>
    </p:spTree>
    <p:extLst>
      <p:ext uri="{BB962C8B-B14F-4D97-AF65-F5344CB8AC3E}">
        <p14:creationId xmlns:p14="http://schemas.microsoft.com/office/powerpoint/2010/main" val="15294033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852394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37802714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65720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27407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4431359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999428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4229492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973824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r>
              <a:rPr lang="en-US" dirty="0"/>
              <a:t>EEAS Industry Day 2025</a:t>
            </a:r>
          </a:p>
        </p:txBody>
      </p:sp>
      <p:sp>
        <p:nvSpPr>
          <p:cNvPr id="2" name="Title 1">
            <a:extLst>
              <a:ext uri="{FF2B5EF4-FFF2-40B4-BE49-F238E27FC236}">
                <a16:creationId xmlns:a16="http://schemas.microsoft.com/office/drawing/2014/main" id="{C718C8BC-3817-BA43-A697-C0F8A79E643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70837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r>
              <a:rPr lang="en-US" dirty="0"/>
              <a:t>EEAS Industry Day 2025</a:t>
            </a:r>
          </a:p>
        </p:txBody>
      </p:sp>
    </p:spTree>
    <p:extLst>
      <p:ext uri="{BB962C8B-B14F-4D97-AF65-F5344CB8AC3E}">
        <p14:creationId xmlns:p14="http://schemas.microsoft.com/office/powerpoint/2010/main" val="155209665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r>
              <a:rPr lang="en-US" dirty="0"/>
              <a:t>EEAS Industry Day 2025</a:t>
            </a:r>
          </a:p>
        </p:txBody>
      </p:sp>
      <p:sp>
        <p:nvSpPr>
          <p:cNvPr id="2" name="Title 1">
            <a:extLst>
              <a:ext uri="{FF2B5EF4-FFF2-40B4-BE49-F238E27FC236}">
                <a16:creationId xmlns:a16="http://schemas.microsoft.com/office/drawing/2014/main" id="{942C9F60-E948-0B16-240A-DCBC52D49E5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72625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Picture with Caption">
    <p:bg>
      <p:bgPr>
        <a:gradFill flip="none" rotWithShape="1">
          <a:gsLst>
            <a:gs pos="75000">
              <a:schemeClr val="tx2"/>
            </a:gs>
            <a:gs pos="85000">
              <a:schemeClr val="tx2">
                <a:alpha val="35000"/>
              </a:schemeClr>
            </a:gs>
            <a:gs pos="95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r>
              <a:rPr lang="en-US" dirty="0"/>
              <a:t>EEAS Industry Day 2025</a:t>
            </a:r>
          </a:p>
        </p:txBody>
      </p:sp>
    </p:spTree>
    <p:extLst>
      <p:ext uri="{BB962C8B-B14F-4D97-AF65-F5344CB8AC3E}">
        <p14:creationId xmlns:p14="http://schemas.microsoft.com/office/powerpoint/2010/main" val="2103966943"/>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r>
              <a:rPr lang="en-US" dirty="0"/>
              <a:t>EEAS Industry Day 2025</a:t>
            </a:r>
          </a:p>
        </p:txBody>
      </p:sp>
      <p:sp>
        <p:nvSpPr>
          <p:cNvPr id="4" name="Title 3">
            <a:extLst>
              <a:ext uri="{FF2B5EF4-FFF2-40B4-BE49-F238E27FC236}">
                <a16:creationId xmlns:a16="http://schemas.microsoft.com/office/drawing/2014/main" id="{FC0BCDB4-4C07-CBF2-EFC4-7CEF0E09948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47178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r>
              <a:rPr lang="en-US" dirty="0"/>
              <a:t>EEAS Industry Day 2025</a:t>
            </a:r>
          </a:p>
        </p:txBody>
      </p:sp>
      <p:sp>
        <p:nvSpPr>
          <p:cNvPr id="3" name="Title 2">
            <a:extLst>
              <a:ext uri="{FF2B5EF4-FFF2-40B4-BE49-F238E27FC236}">
                <a16:creationId xmlns:a16="http://schemas.microsoft.com/office/drawing/2014/main" id="{1D0F7681-D094-4E6D-0DF0-99CD21DC42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62641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r>
              <a:rPr lang="en-US" dirty="0"/>
              <a:t>EEAS Industry Day 2025</a:t>
            </a:r>
          </a:p>
        </p:txBody>
      </p:sp>
      <p:sp>
        <p:nvSpPr>
          <p:cNvPr id="4" name="Title 3">
            <a:extLst>
              <a:ext uri="{FF2B5EF4-FFF2-40B4-BE49-F238E27FC236}">
                <a16:creationId xmlns:a16="http://schemas.microsoft.com/office/drawing/2014/main" id="{CC30DB31-FD65-4D95-4478-6813E7F155C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65561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r>
              <a:rPr lang="en-US" dirty="0"/>
              <a:t>EEAS Industry Day 2025</a:t>
            </a:r>
          </a:p>
        </p:txBody>
      </p:sp>
    </p:spTree>
    <p:extLst>
      <p:ext uri="{BB962C8B-B14F-4D97-AF65-F5344CB8AC3E}">
        <p14:creationId xmlns:p14="http://schemas.microsoft.com/office/powerpoint/2010/main" val="26498186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r>
              <a:rPr lang="en-US" dirty="0"/>
              <a:t>EEAS Industry Day 2025</a:t>
            </a:r>
          </a:p>
        </p:txBody>
      </p:sp>
    </p:spTree>
    <p:extLst>
      <p:ext uri="{BB962C8B-B14F-4D97-AF65-F5344CB8AC3E}">
        <p14:creationId xmlns:p14="http://schemas.microsoft.com/office/powerpoint/2010/main" val="297790407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r>
              <a:rPr lang="en-US" dirty="0"/>
              <a:t>EEAS Industry Day 2025</a:t>
            </a:r>
          </a:p>
        </p:txBody>
      </p:sp>
    </p:spTree>
    <p:extLst>
      <p:ext uri="{BB962C8B-B14F-4D97-AF65-F5344CB8AC3E}">
        <p14:creationId xmlns:p14="http://schemas.microsoft.com/office/powerpoint/2010/main" val="269322727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r>
              <a:rPr lang="en-US" dirty="0"/>
              <a:t>EEAS Industry Day 2025</a:t>
            </a:r>
          </a:p>
        </p:txBody>
      </p:sp>
    </p:spTree>
    <p:extLst>
      <p:ext uri="{BB962C8B-B14F-4D97-AF65-F5344CB8AC3E}">
        <p14:creationId xmlns:p14="http://schemas.microsoft.com/office/powerpoint/2010/main" val="251635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r>
              <a:rPr lang="en-US" dirty="0"/>
              <a:t>EEAS Industry Day 2025</a:t>
            </a:r>
          </a:p>
        </p:txBody>
      </p:sp>
    </p:spTree>
    <p:extLst>
      <p:ext uri="{BB962C8B-B14F-4D97-AF65-F5344CB8AC3E}">
        <p14:creationId xmlns:p14="http://schemas.microsoft.com/office/powerpoint/2010/main" val="181979367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r>
              <a:rPr lang="en-US" dirty="0"/>
              <a:t>EEAS Industry Day 2025</a:t>
            </a:r>
          </a:p>
        </p:txBody>
      </p:sp>
      <p:sp>
        <p:nvSpPr>
          <p:cNvPr id="3" name="Title 2">
            <a:extLst>
              <a:ext uri="{FF2B5EF4-FFF2-40B4-BE49-F238E27FC236}">
                <a16:creationId xmlns:a16="http://schemas.microsoft.com/office/drawing/2014/main" id="{7AD23EB7-47BD-A421-AD32-BA7882ED26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38435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r>
              <a:rPr lang="en-US" dirty="0"/>
              <a:t>EEAS Industry Day 2025</a:t>
            </a:r>
          </a:p>
        </p:txBody>
      </p:sp>
    </p:spTree>
    <p:extLst>
      <p:ext uri="{BB962C8B-B14F-4D97-AF65-F5344CB8AC3E}">
        <p14:creationId xmlns:p14="http://schemas.microsoft.com/office/powerpoint/2010/main" val="36461439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0"/>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r>
              <a:rPr lang="en-US" dirty="0"/>
              <a:t>EEAS Industry Day 2025</a:t>
            </a:r>
          </a:p>
        </p:txBody>
      </p:sp>
      <p:sp>
        <p:nvSpPr>
          <p:cNvPr id="5" name="Title 4">
            <a:extLst>
              <a:ext uri="{FF2B5EF4-FFF2-40B4-BE49-F238E27FC236}">
                <a16:creationId xmlns:a16="http://schemas.microsoft.com/office/drawing/2014/main" id="{7B0D9059-3C9E-5AFD-2A32-2874C4FC4C5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761594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dirty="0"/>
              <a:t>EEAS Industry Day 2025</a:t>
            </a:r>
          </a:p>
        </p:txBody>
      </p:sp>
    </p:spTree>
    <p:extLst>
      <p:ext uri="{BB962C8B-B14F-4D97-AF65-F5344CB8AC3E}">
        <p14:creationId xmlns:p14="http://schemas.microsoft.com/office/powerpoint/2010/main" val="25562496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20000"/>
            <a:lumOff val="8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dirty="0"/>
              <a:t>EEAS Industry Day 2025</a:t>
            </a:r>
          </a:p>
        </p:txBody>
      </p:sp>
    </p:spTree>
    <p:extLst>
      <p:ext uri="{BB962C8B-B14F-4D97-AF65-F5344CB8AC3E}">
        <p14:creationId xmlns:p14="http://schemas.microsoft.com/office/powerpoint/2010/main" val="37373409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r>
              <a:rPr lang="en-US" dirty="0"/>
              <a:t>EEAS Industry Day 2025</a:t>
            </a:r>
          </a:p>
        </p:txBody>
      </p:sp>
    </p:spTree>
    <p:extLst>
      <p:ext uri="{BB962C8B-B14F-4D97-AF65-F5344CB8AC3E}">
        <p14:creationId xmlns:p14="http://schemas.microsoft.com/office/powerpoint/2010/main" val="24976461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5000">
              <a:schemeClr val="tx2"/>
            </a:gs>
            <a:gs pos="90000">
              <a:schemeClr val="tx2">
                <a:alpha val="4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r>
              <a:rPr lang="en-US" dirty="0"/>
              <a:t>EEAS Industry Day 2025</a:t>
            </a:r>
          </a:p>
        </p:txBody>
      </p:sp>
    </p:spTree>
    <p:extLst>
      <p:ext uri="{BB962C8B-B14F-4D97-AF65-F5344CB8AC3E}">
        <p14:creationId xmlns:p14="http://schemas.microsoft.com/office/powerpoint/2010/main" val="20197952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77220610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69728047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107278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187335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7599311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839277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57816786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picTx" preserve="1">
  <p:cSld name="1_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48030604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r>
              <a:rPr lang="en-US" dirty="0"/>
              <a:t>EEAS Industry Day 2025</a:t>
            </a:r>
          </a:p>
        </p:txBody>
      </p:sp>
      <p:sp>
        <p:nvSpPr>
          <p:cNvPr id="2" name="Title 1">
            <a:extLst>
              <a:ext uri="{FF2B5EF4-FFF2-40B4-BE49-F238E27FC236}">
                <a16:creationId xmlns:a16="http://schemas.microsoft.com/office/drawing/2014/main" id="{B8F7E44F-C564-AFF5-D73D-599A8EB64DC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5659145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r>
              <a:rPr lang="en-US" dirty="0"/>
              <a:t>EEAS Industry Day 2025</a:t>
            </a:r>
          </a:p>
        </p:txBody>
      </p:sp>
      <p:sp>
        <p:nvSpPr>
          <p:cNvPr id="3" name="Title 2">
            <a:extLst>
              <a:ext uri="{FF2B5EF4-FFF2-40B4-BE49-F238E27FC236}">
                <a16:creationId xmlns:a16="http://schemas.microsoft.com/office/drawing/2014/main" id="{AEDBE4B2-ED26-DF20-EB88-9102132A1C0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49469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r>
              <a:rPr lang="en-US" dirty="0"/>
              <a:t>EEAS Industry Day 2025</a:t>
            </a:r>
          </a:p>
        </p:txBody>
      </p:sp>
      <p:sp>
        <p:nvSpPr>
          <p:cNvPr id="2" name="Title 1">
            <a:extLst>
              <a:ext uri="{FF2B5EF4-FFF2-40B4-BE49-F238E27FC236}">
                <a16:creationId xmlns:a16="http://schemas.microsoft.com/office/drawing/2014/main" id="{74074E2E-ED81-F3EC-B678-0FDCBC64206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317972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r>
              <a:rPr lang="en-US" dirty="0"/>
              <a:t>EEAS Industry Day 2025</a:t>
            </a:r>
          </a:p>
        </p:txBody>
      </p:sp>
      <p:sp>
        <p:nvSpPr>
          <p:cNvPr id="5" name="Title 4">
            <a:extLst>
              <a:ext uri="{FF2B5EF4-FFF2-40B4-BE49-F238E27FC236}">
                <a16:creationId xmlns:a16="http://schemas.microsoft.com/office/drawing/2014/main" id="{AB808ED8-8426-A0C0-9763-B7D4C153D10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40544361"/>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r>
              <a:rPr lang="en-US" dirty="0"/>
              <a:t>EEAS Industry Day 2025</a:t>
            </a:r>
          </a:p>
        </p:txBody>
      </p:sp>
      <p:sp>
        <p:nvSpPr>
          <p:cNvPr id="4" name="Title 3">
            <a:extLst>
              <a:ext uri="{FF2B5EF4-FFF2-40B4-BE49-F238E27FC236}">
                <a16:creationId xmlns:a16="http://schemas.microsoft.com/office/drawing/2014/main" id="{62C6ABDE-E95A-0F3C-098E-3AB6CD8A71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078199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r>
              <a:rPr lang="en-US" dirty="0"/>
              <a:t>EEAS Industry Day 2025</a:t>
            </a:r>
          </a:p>
        </p:txBody>
      </p:sp>
      <p:sp>
        <p:nvSpPr>
          <p:cNvPr id="3" name="Title 2">
            <a:extLst>
              <a:ext uri="{FF2B5EF4-FFF2-40B4-BE49-F238E27FC236}">
                <a16:creationId xmlns:a16="http://schemas.microsoft.com/office/drawing/2014/main" id="{DFDE0C51-EABF-8EEF-D372-6195FADF385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7024721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r>
              <a:rPr lang="en-US" dirty="0"/>
              <a:t>EEAS Industry Day 2025</a:t>
            </a:r>
          </a:p>
        </p:txBody>
      </p:sp>
      <p:sp>
        <p:nvSpPr>
          <p:cNvPr id="4" name="Title 3">
            <a:extLst>
              <a:ext uri="{FF2B5EF4-FFF2-40B4-BE49-F238E27FC236}">
                <a16:creationId xmlns:a16="http://schemas.microsoft.com/office/drawing/2014/main" id="{1FA45842-A577-D012-E0A0-40AA7BE0D29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888920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r>
              <a:rPr lang="en-US" dirty="0"/>
              <a:t>EEAS Industry Day 2025</a:t>
            </a:r>
          </a:p>
        </p:txBody>
      </p:sp>
      <p:sp>
        <p:nvSpPr>
          <p:cNvPr id="3" name="Title 2">
            <a:extLst>
              <a:ext uri="{FF2B5EF4-FFF2-40B4-BE49-F238E27FC236}">
                <a16:creationId xmlns:a16="http://schemas.microsoft.com/office/drawing/2014/main" id="{B93C48AD-9F55-0046-00A1-CC510D30C60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4427488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r>
              <a:rPr lang="en-US" dirty="0"/>
              <a:t>EEAS Industry Day 2025</a:t>
            </a:r>
          </a:p>
        </p:txBody>
      </p:sp>
      <p:sp>
        <p:nvSpPr>
          <p:cNvPr id="5" name="Title 4">
            <a:extLst>
              <a:ext uri="{FF2B5EF4-FFF2-40B4-BE49-F238E27FC236}">
                <a16:creationId xmlns:a16="http://schemas.microsoft.com/office/drawing/2014/main" id="{44FB5578-DA9B-BD0B-5613-AEFB9E68B6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98025777"/>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r>
              <a:rPr lang="en-US" dirty="0"/>
              <a:t>EEAS Industry Day 2025</a:t>
            </a:r>
          </a:p>
        </p:txBody>
      </p:sp>
      <p:sp>
        <p:nvSpPr>
          <p:cNvPr id="7" name="Title 6">
            <a:extLst>
              <a:ext uri="{FF2B5EF4-FFF2-40B4-BE49-F238E27FC236}">
                <a16:creationId xmlns:a16="http://schemas.microsoft.com/office/drawing/2014/main" id="{929DC40A-BB92-C526-3CD0-189C3429C4D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13898774"/>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r>
              <a:rPr lang="en-US" dirty="0"/>
              <a:t>EEAS Industry Day 2025</a:t>
            </a:r>
          </a:p>
        </p:txBody>
      </p:sp>
      <p:sp>
        <p:nvSpPr>
          <p:cNvPr id="6" name="Title 5">
            <a:extLst>
              <a:ext uri="{FF2B5EF4-FFF2-40B4-BE49-F238E27FC236}">
                <a16:creationId xmlns:a16="http://schemas.microsoft.com/office/drawing/2014/main" id="{481C1557-2F36-FF70-9AEB-DF21DD5067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01852820"/>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r>
              <a:rPr lang="en-US" dirty="0"/>
              <a:t>EEAS Industry Day 2025</a:t>
            </a:r>
          </a:p>
        </p:txBody>
      </p:sp>
      <p:sp>
        <p:nvSpPr>
          <p:cNvPr id="6" name="Title 5">
            <a:extLst>
              <a:ext uri="{FF2B5EF4-FFF2-40B4-BE49-F238E27FC236}">
                <a16:creationId xmlns:a16="http://schemas.microsoft.com/office/drawing/2014/main" id="{F2E409FF-5585-8E4A-14AA-59DBC4EAF93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688008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r>
              <a:rPr lang="en-US" dirty="0"/>
              <a:t>EEAS Industry Day 2025</a:t>
            </a:r>
          </a:p>
        </p:txBody>
      </p:sp>
      <p:sp>
        <p:nvSpPr>
          <p:cNvPr id="3" name="Title 2">
            <a:extLst>
              <a:ext uri="{FF2B5EF4-FFF2-40B4-BE49-F238E27FC236}">
                <a16:creationId xmlns:a16="http://schemas.microsoft.com/office/drawing/2014/main" id="{B02F4169-3E26-AB53-54FC-47BE477B905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6277569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r>
              <a:rPr lang="en-US" dirty="0"/>
              <a:t>EEAS Industry Day 2025</a:t>
            </a:r>
          </a:p>
        </p:txBody>
      </p:sp>
    </p:spTree>
    <p:extLst>
      <p:ext uri="{BB962C8B-B14F-4D97-AF65-F5344CB8AC3E}">
        <p14:creationId xmlns:p14="http://schemas.microsoft.com/office/powerpoint/2010/main" val="411051466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r>
              <a:rPr lang="en-US" dirty="0"/>
              <a:t>EEAS Industry Day 2025</a:t>
            </a:r>
          </a:p>
        </p:txBody>
      </p:sp>
      <p:sp>
        <p:nvSpPr>
          <p:cNvPr id="5" name="Title 4">
            <a:extLst>
              <a:ext uri="{FF2B5EF4-FFF2-40B4-BE49-F238E27FC236}">
                <a16:creationId xmlns:a16="http://schemas.microsoft.com/office/drawing/2014/main" id="{DACA2C3D-12FE-63E8-E6E7-2094824214F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914652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dirty="0"/>
              <a:t>EEAS Industry Day 2025</a:t>
            </a:r>
          </a:p>
        </p:txBody>
      </p:sp>
    </p:spTree>
    <p:extLst>
      <p:ext uri="{BB962C8B-B14F-4D97-AF65-F5344CB8AC3E}">
        <p14:creationId xmlns:p14="http://schemas.microsoft.com/office/powerpoint/2010/main" val="329045276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dirty="0"/>
              <a:t>EEAS Industry Day 2025</a:t>
            </a:r>
          </a:p>
        </p:txBody>
      </p:sp>
    </p:spTree>
    <p:extLst>
      <p:ext uri="{BB962C8B-B14F-4D97-AF65-F5344CB8AC3E}">
        <p14:creationId xmlns:p14="http://schemas.microsoft.com/office/powerpoint/2010/main" val="347190998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r>
              <a:rPr lang="en-US" dirty="0"/>
              <a:t>EEAS Industry Day 2025</a:t>
            </a:r>
          </a:p>
        </p:txBody>
      </p:sp>
    </p:spTree>
    <p:extLst>
      <p:ext uri="{BB962C8B-B14F-4D97-AF65-F5344CB8AC3E}">
        <p14:creationId xmlns:p14="http://schemas.microsoft.com/office/powerpoint/2010/main" val="7981640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r>
              <a:rPr lang="en-US" dirty="0"/>
              <a:t>EEAS Industry Day 2025</a:t>
            </a:r>
          </a:p>
        </p:txBody>
      </p:sp>
    </p:spTree>
    <p:extLst>
      <p:ext uri="{BB962C8B-B14F-4D97-AF65-F5344CB8AC3E}">
        <p14:creationId xmlns:p14="http://schemas.microsoft.com/office/powerpoint/2010/main" val="420945057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388322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57199595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15168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97445919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5186247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7105447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799151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974162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r>
              <a:rPr lang="en-US" dirty="0"/>
              <a:t>EEAS Industry Day 2025</a:t>
            </a:r>
          </a:p>
        </p:txBody>
      </p:sp>
      <p:sp>
        <p:nvSpPr>
          <p:cNvPr id="2" name="Title 1">
            <a:extLst>
              <a:ext uri="{FF2B5EF4-FFF2-40B4-BE49-F238E27FC236}">
                <a16:creationId xmlns:a16="http://schemas.microsoft.com/office/drawing/2014/main" id="{3B3BB445-F4B7-CADC-0D0E-2F77E6D29A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6034605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r>
              <a:rPr lang="en-US" dirty="0"/>
              <a:t>EEAS Industry Day 2025</a:t>
            </a:r>
          </a:p>
        </p:txBody>
      </p:sp>
      <p:sp>
        <p:nvSpPr>
          <p:cNvPr id="3" name="Title 2">
            <a:extLst>
              <a:ext uri="{FF2B5EF4-FFF2-40B4-BE49-F238E27FC236}">
                <a16:creationId xmlns:a16="http://schemas.microsoft.com/office/drawing/2014/main" id="{3F0C188E-247B-9C3F-A9A1-C83CFE759AA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3782153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r>
              <a:rPr lang="en-US" dirty="0"/>
              <a:t>EEAS Industry Day 2025</a:t>
            </a:r>
          </a:p>
        </p:txBody>
      </p:sp>
    </p:spTree>
    <p:extLst>
      <p:ext uri="{BB962C8B-B14F-4D97-AF65-F5344CB8AC3E}">
        <p14:creationId xmlns:p14="http://schemas.microsoft.com/office/powerpoint/2010/main" val="7202369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r>
              <a:rPr lang="en-US" dirty="0"/>
              <a:t>EEAS Industry Day 2025</a:t>
            </a:r>
          </a:p>
        </p:txBody>
      </p:sp>
    </p:spTree>
    <p:extLst>
      <p:ext uri="{BB962C8B-B14F-4D97-AF65-F5344CB8AC3E}">
        <p14:creationId xmlns:p14="http://schemas.microsoft.com/office/powerpoint/2010/main" val="1683895260"/>
      </p:ext>
    </p:extLst>
  </p:cSld>
  <p:clrMapOvr>
    <a:masterClrMapping/>
  </p:clrMapOvr>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r>
              <a:rPr lang="en-US" dirty="0"/>
              <a:t>EEAS Industry Day 2025</a:t>
            </a:r>
          </a:p>
        </p:txBody>
      </p:sp>
    </p:spTree>
    <p:extLst>
      <p:ext uri="{BB962C8B-B14F-4D97-AF65-F5344CB8AC3E}">
        <p14:creationId xmlns:p14="http://schemas.microsoft.com/office/powerpoint/2010/main" val="343208891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r>
              <a:rPr lang="en-US" dirty="0"/>
              <a:t>EEAS Industry Day 2025</a:t>
            </a:r>
          </a:p>
        </p:txBody>
      </p:sp>
      <p:sp>
        <p:nvSpPr>
          <p:cNvPr id="3" name="Title 2">
            <a:extLst>
              <a:ext uri="{FF2B5EF4-FFF2-40B4-BE49-F238E27FC236}">
                <a16:creationId xmlns:a16="http://schemas.microsoft.com/office/drawing/2014/main" id="{0D83DA01-DEF9-54DE-5B29-4ACD3FE63AA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248608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r>
              <a:rPr lang="en-US" dirty="0"/>
              <a:t>EEAS Industry Day 2025</a:t>
            </a:r>
          </a:p>
        </p:txBody>
      </p:sp>
      <p:sp>
        <p:nvSpPr>
          <p:cNvPr id="4" name="Title 3">
            <a:extLst>
              <a:ext uri="{FF2B5EF4-FFF2-40B4-BE49-F238E27FC236}">
                <a16:creationId xmlns:a16="http://schemas.microsoft.com/office/drawing/2014/main" id="{7C0718C4-6A68-5C9A-D51B-6E4A148DA30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7768353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r>
              <a:rPr lang="en-US" dirty="0"/>
              <a:t>EEAS Industry Day 2025</a:t>
            </a:r>
          </a:p>
        </p:txBody>
      </p:sp>
      <p:sp>
        <p:nvSpPr>
          <p:cNvPr id="3" name="Title 2">
            <a:extLst>
              <a:ext uri="{FF2B5EF4-FFF2-40B4-BE49-F238E27FC236}">
                <a16:creationId xmlns:a16="http://schemas.microsoft.com/office/drawing/2014/main" id="{D7BCB16E-0E8E-5157-7B5A-C68F6A9B78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103598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r>
              <a:rPr lang="en-US" dirty="0"/>
              <a:t>EEAS Industry Day 2025</a:t>
            </a:r>
          </a:p>
        </p:txBody>
      </p:sp>
    </p:spTree>
    <p:extLst>
      <p:ext uri="{BB962C8B-B14F-4D97-AF65-F5344CB8AC3E}">
        <p14:creationId xmlns:p14="http://schemas.microsoft.com/office/powerpoint/2010/main" val="886297771"/>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r>
              <a:rPr lang="en-US" dirty="0"/>
              <a:t>EEAS Industry Day 2025</a:t>
            </a:r>
          </a:p>
        </p:txBody>
      </p:sp>
    </p:spTree>
    <p:extLst>
      <p:ext uri="{BB962C8B-B14F-4D97-AF65-F5344CB8AC3E}">
        <p14:creationId xmlns:p14="http://schemas.microsoft.com/office/powerpoint/2010/main" val="3787658590"/>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r>
              <a:rPr lang="en-US" dirty="0"/>
              <a:t>EEAS Industry Day 2025</a:t>
            </a:r>
          </a:p>
        </p:txBody>
      </p:sp>
    </p:spTree>
    <p:extLst>
      <p:ext uri="{BB962C8B-B14F-4D97-AF65-F5344CB8AC3E}">
        <p14:creationId xmlns:p14="http://schemas.microsoft.com/office/powerpoint/2010/main" val="194306714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r>
              <a:rPr lang="en-US" dirty="0"/>
              <a:t>EEAS Industry Day 2025</a:t>
            </a:r>
          </a:p>
        </p:txBody>
      </p:sp>
    </p:spTree>
    <p:extLst>
      <p:ext uri="{BB962C8B-B14F-4D97-AF65-F5344CB8AC3E}">
        <p14:creationId xmlns:p14="http://schemas.microsoft.com/office/powerpoint/2010/main" val="1319340364"/>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r>
              <a:rPr lang="en-US" dirty="0"/>
              <a:t>EEAS Industry Day 2025</a:t>
            </a:r>
          </a:p>
        </p:txBody>
      </p:sp>
      <p:sp>
        <p:nvSpPr>
          <p:cNvPr id="3" name="Title 2">
            <a:extLst>
              <a:ext uri="{FF2B5EF4-FFF2-40B4-BE49-F238E27FC236}">
                <a16:creationId xmlns:a16="http://schemas.microsoft.com/office/drawing/2014/main" id="{C36767D0-41E3-FB81-AF9C-B23748A500E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6662924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r>
              <a:rPr lang="en-US" dirty="0"/>
              <a:t>EEAS Industry Day 2025</a:t>
            </a:r>
          </a:p>
        </p:txBody>
      </p:sp>
    </p:spTree>
    <p:extLst>
      <p:ext uri="{BB962C8B-B14F-4D97-AF65-F5344CB8AC3E}">
        <p14:creationId xmlns:p14="http://schemas.microsoft.com/office/powerpoint/2010/main" val="2902094995"/>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r>
              <a:rPr lang="en-US" dirty="0"/>
              <a:t>EEAS Industry Day 2025</a:t>
            </a:r>
          </a:p>
        </p:txBody>
      </p:sp>
      <p:sp>
        <p:nvSpPr>
          <p:cNvPr id="5" name="Title 4">
            <a:extLst>
              <a:ext uri="{FF2B5EF4-FFF2-40B4-BE49-F238E27FC236}">
                <a16:creationId xmlns:a16="http://schemas.microsoft.com/office/drawing/2014/main" id="{906D055C-0506-0861-DE5F-4C6932D6751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7324322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dirty="0"/>
              <a:t>EEAS Industry Day 2025</a:t>
            </a:r>
          </a:p>
        </p:txBody>
      </p:sp>
      <p:sp>
        <p:nvSpPr>
          <p:cNvPr id="3" name="TextBox 2">
            <a:extLst>
              <a:ext uri="{FF2B5EF4-FFF2-40B4-BE49-F238E27FC236}">
                <a16:creationId xmlns:a16="http://schemas.microsoft.com/office/drawing/2014/main" id="{C369F6EA-5BBB-736F-8B43-C8414A1A7110}"/>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A49041E3-ECCE-7D4E-3D0F-271435F717AB}"/>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11871335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bg2">
                    <a:lumMod val="50000"/>
                  </a:schemeClr>
                </a:solidFill>
              </a:rPr>
              <a:pPr algn="r">
                <a:spcBef>
                  <a:spcPct val="50000"/>
                </a:spcBef>
                <a:defRPr/>
              </a:pPr>
              <a:t>‹#›</a:t>
            </a:fld>
            <a:endParaRPr lang="en-US" sz="1100" b="0" baseline="0" dirty="0">
              <a:solidFill>
                <a:schemeClr val="bg2">
                  <a:lumMod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bg2">
                    <a:lumMod val="50000"/>
                  </a:schemeClr>
                </a:solidFill>
              </a:defRPr>
            </a:lvl1pPr>
          </a:lstStyle>
          <a:p>
            <a:r>
              <a:rPr lang="en-US" dirty="0"/>
              <a:t>EEAS Industry Day 2025</a:t>
            </a:r>
          </a:p>
        </p:txBody>
      </p:sp>
      <p:sp>
        <p:nvSpPr>
          <p:cNvPr id="3" name="TextBox 2">
            <a:extLst>
              <a:ext uri="{FF2B5EF4-FFF2-40B4-BE49-F238E27FC236}">
                <a16:creationId xmlns:a16="http://schemas.microsoft.com/office/drawing/2014/main" id="{D9F0C27E-08F8-B2DC-3FBC-DBF8758A6EB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1BF6447-1438-9DC9-A4D0-DA7BD956CC6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80601818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r>
              <a:rPr lang="en-US" dirty="0"/>
              <a:t>EEAS Industry Day 2025</a:t>
            </a:r>
          </a:p>
        </p:txBody>
      </p:sp>
      <p:sp>
        <p:nvSpPr>
          <p:cNvPr id="3" name="TextBox 2">
            <a:extLst>
              <a:ext uri="{FF2B5EF4-FFF2-40B4-BE49-F238E27FC236}">
                <a16:creationId xmlns:a16="http://schemas.microsoft.com/office/drawing/2014/main" id="{36CCC378-15A8-6972-3896-FF69DB1A86EF}"/>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B4753ADC-3CDC-8585-1B64-FC71910FE39F}"/>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26643433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r>
              <a:rPr lang="en-US" dirty="0"/>
              <a:t>EEAS Industry Day 2025</a:t>
            </a:r>
          </a:p>
        </p:txBody>
      </p:sp>
      <p:sp>
        <p:nvSpPr>
          <p:cNvPr id="3" name="TextBox 2">
            <a:extLst>
              <a:ext uri="{FF2B5EF4-FFF2-40B4-BE49-F238E27FC236}">
                <a16:creationId xmlns:a16="http://schemas.microsoft.com/office/drawing/2014/main" id="{2BA9C1D8-06A5-3CF2-8FFF-D157FCBDA838}"/>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27DC6927-6328-54A3-652D-C2A424EB7FFA}"/>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38524690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4" name="TextBox 3">
            <a:extLst>
              <a:ext uri="{FF2B5EF4-FFF2-40B4-BE49-F238E27FC236}">
                <a16:creationId xmlns:a16="http://schemas.microsoft.com/office/drawing/2014/main" id="{630BD048-B218-74A4-3C87-05F3F4A8C07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5" name="TextBox 4">
            <a:extLst>
              <a:ext uri="{FF2B5EF4-FFF2-40B4-BE49-F238E27FC236}">
                <a16:creationId xmlns:a16="http://schemas.microsoft.com/office/drawing/2014/main" id="{3DB49293-9868-09DD-39EF-161AEFC6379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18358085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2" name="TextBox 1">
            <a:extLst>
              <a:ext uri="{FF2B5EF4-FFF2-40B4-BE49-F238E27FC236}">
                <a16:creationId xmlns:a16="http://schemas.microsoft.com/office/drawing/2014/main" id="{C4E397FB-1BD3-B604-0055-B801B36980F1}"/>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F89B0BD2-2241-1984-EDA5-DF47FC1C5535}"/>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2897725979"/>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TextBox 6">
            <a:extLst>
              <a:ext uri="{FF2B5EF4-FFF2-40B4-BE49-F238E27FC236}">
                <a16:creationId xmlns:a16="http://schemas.microsoft.com/office/drawing/2014/main" id="{6B1A8707-5D07-168E-A660-71E24684D34A}"/>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226D763A-45F5-16E1-3837-E3A03BFB0CE1}"/>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414510271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69DD5BFE-D25D-8741-ADAE-C79A9ECF903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2118CA89-9EB2-83A5-C690-ED0F196E89C9}"/>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 Placeholder 3">
            <a:extLst>
              <a:ext uri="{FF2B5EF4-FFF2-40B4-BE49-F238E27FC236}">
                <a16:creationId xmlns:a16="http://schemas.microsoft.com/office/drawing/2014/main" id="{DF92E724-FB8E-DBF9-9C01-321A41DCF83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087945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D65A919C-BB57-C85E-D512-91C2F36D8E3C}"/>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9F43E06D-00DD-5633-AC95-2BB934291B12}"/>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178FC1A7-865F-04A4-DEDA-753B0AAD0B77}"/>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44205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2" name="TextBox 1">
            <a:extLst>
              <a:ext uri="{FF2B5EF4-FFF2-40B4-BE49-F238E27FC236}">
                <a16:creationId xmlns:a16="http://schemas.microsoft.com/office/drawing/2014/main" id="{6601B32B-620F-5F12-C780-5B24254CA8D4}"/>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D4C974F1-8C7E-A3AA-CFB8-4D1931322188}"/>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 Placeholder 3">
            <a:extLst>
              <a:ext uri="{FF2B5EF4-FFF2-40B4-BE49-F238E27FC236}">
                <a16:creationId xmlns:a16="http://schemas.microsoft.com/office/drawing/2014/main" id="{4F1F7A21-0DBA-C465-E0AA-72DD009C817B}"/>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04130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3" name="TextBox 2">
            <a:extLst>
              <a:ext uri="{FF2B5EF4-FFF2-40B4-BE49-F238E27FC236}">
                <a16:creationId xmlns:a16="http://schemas.microsoft.com/office/drawing/2014/main" id="{DC078E2E-5692-69A7-3932-C9B95BFB1455}"/>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7" name="TextBox 6">
            <a:extLst>
              <a:ext uri="{FF2B5EF4-FFF2-40B4-BE49-F238E27FC236}">
                <a16:creationId xmlns:a16="http://schemas.microsoft.com/office/drawing/2014/main" id="{34ACF833-FF07-52A0-1A00-9B26C0517ACC}"/>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 Placeholder 3">
            <a:extLst>
              <a:ext uri="{FF2B5EF4-FFF2-40B4-BE49-F238E27FC236}">
                <a16:creationId xmlns:a16="http://schemas.microsoft.com/office/drawing/2014/main" id="{150C02F4-0DF1-F443-5C88-4EA1D8A61E60}"/>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570294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5" name="TextBox 4">
            <a:extLst>
              <a:ext uri="{FF2B5EF4-FFF2-40B4-BE49-F238E27FC236}">
                <a16:creationId xmlns:a16="http://schemas.microsoft.com/office/drawing/2014/main" id="{F607A8A6-FDF1-80E7-F46D-BC408816EE42}"/>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6" name="TextBox 5">
            <a:extLst>
              <a:ext uri="{FF2B5EF4-FFF2-40B4-BE49-F238E27FC236}">
                <a16:creationId xmlns:a16="http://schemas.microsoft.com/office/drawing/2014/main" id="{E4982A8D-99E5-0832-4DAF-99DAD01113E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9" name="Text Placeholder 3">
            <a:extLst>
              <a:ext uri="{FF2B5EF4-FFF2-40B4-BE49-F238E27FC236}">
                <a16:creationId xmlns:a16="http://schemas.microsoft.com/office/drawing/2014/main" id="{F679BBB8-117C-A6C5-51B9-0962CFEA68C3}"/>
              </a:ext>
            </a:extLst>
          </p:cNvPr>
          <p:cNvSpPr>
            <a:spLocks noGrp="1"/>
          </p:cNvSpPr>
          <p:nvPr>
            <p:ph type="body" sz="quarter" idx="20" hasCustomPrompt="1"/>
          </p:nvPr>
        </p:nvSpPr>
        <p:spPr>
          <a:xfrm>
            <a:off x="2816126" y="5408613"/>
            <a:ext cx="3403920" cy="1220787"/>
          </a:xfrm>
        </p:spPr>
        <p:txBody>
          <a:bodyPr wrap="none" lIns="0" rIns="0" anchor="ctr">
            <a:normAutofit/>
          </a:bodyPr>
          <a:lstStyle>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36804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3093E-F997-9C1A-6F41-94195AEDCE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6622E9-B548-9861-17FE-B80B6A60E3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552F3AF-A319-231F-545F-18799EF83E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B70C4-3999-81B3-9B74-C670362B9650}"/>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5EF19D12-2F54-317E-96F3-9AAA761DFA05}"/>
              </a:ext>
            </a:extLst>
          </p:cNvPr>
          <p:cNvSpPr>
            <a:spLocks noGrp="1"/>
          </p:cNvSpPr>
          <p:nvPr>
            <p:ph type="ftr" sz="quarter" idx="11"/>
          </p:nvPr>
        </p:nvSpPr>
        <p:spPr/>
        <p:txBody>
          <a:bodyPr/>
          <a:lstStyle/>
          <a:p>
            <a:r>
              <a:rPr lang="en-US" dirty="0"/>
              <a:t>EEAS Industry Day 2025</a:t>
            </a:r>
          </a:p>
        </p:txBody>
      </p:sp>
    </p:spTree>
    <p:extLst>
      <p:ext uri="{BB962C8B-B14F-4D97-AF65-F5344CB8AC3E}">
        <p14:creationId xmlns:p14="http://schemas.microsoft.com/office/powerpoint/2010/main" val="40402505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r>
              <a:rPr lang="en-US" dirty="0"/>
              <a:t>EEAS Industry Day 2025</a:t>
            </a:r>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3675707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r>
              <a:rPr lang="en-US" dirty="0"/>
              <a:t>EEAS Industry Day 2025</a:t>
            </a:r>
          </a:p>
        </p:txBody>
      </p:sp>
    </p:spTree>
    <p:extLst>
      <p:ext uri="{BB962C8B-B14F-4D97-AF65-F5344CB8AC3E}">
        <p14:creationId xmlns:p14="http://schemas.microsoft.com/office/powerpoint/2010/main" val="2368177934"/>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r>
              <a:rPr lang="en-US" dirty="0"/>
              <a:t>EEAS Industry Day 2025</a:t>
            </a:r>
          </a:p>
        </p:txBody>
      </p:sp>
    </p:spTree>
    <p:extLst>
      <p:ext uri="{BB962C8B-B14F-4D97-AF65-F5344CB8AC3E}">
        <p14:creationId xmlns:p14="http://schemas.microsoft.com/office/powerpoint/2010/main" val="150843740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r>
              <a:rPr lang="en-US" dirty="0"/>
              <a:t>EEAS Industry Day 2025</a:t>
            </a:r>
          </a:p>
        </p:txBody>
      </p:sp>
    </p:spTree>
    <p:extLst>
      <p:ext uri="{BB962C8B-B14F-4D97-AF65-F5344CB8AC3E}">
        <p14:creationId xmlns:p14="http://schemas.microsoft.com/office/powerpoint/2010/main" val="1439278527"/>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r>
              <a:rPr lang="en-US" dirty="0"/>
              <a:t>EEAS Industry Day 2025</a:t>
            </a:r>
          </a:p>
        </p:txBody>
      </p:sp>
    </p:spTree>
    <p:extLst>
      <p:ext uri="{BB962C8B-B14F-4D97-AF65-F5344CB8AC3E}">
        <p14:creationId xmlns:p14="http://schemas.microsoft.com/office/powerpoint/2010/main" val="2998738387"/>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r>
              <a:rPr lang="en-US" dirty="0"/>
              <a:t>EEAS Industry Day 2025</a:t>
            </a:r>
          </a:p>
        </p:txBody>
      </p:sp>
    </p:spTree>
    <p:extLst>
      <p:ext uri="{BB962C8B-B14F-4D97-AF65-F5344CB8AC3E}">
        <p14:creationId xmlns:p14="http://schemas.microsoft.com/office/powerpoint/2010/main" val="52411938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r>
              <a:rPr lang="en-US" dirty="0"/>
              <a:t>EEAS Industry Day 2025</a:t>
            </a:r>
          </a:p>
        </p:txBody>
      </p:sp>
    </p:spTree>
    <p:extLst>
      <p:ext uri="{BB962C8B-B14F-4D97-AF65-F5344CB8AC3E}">
        <p14:creationId xmlns:p14="http://schemas.microsoft.com/office/powerpoint/2010/main" val="233171661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r>
              <a:rPr lang="en-US" dirty="0"/>
              <a:t>EEAS Industry Day 2025</a:t>
            </a:r>
          </a:p>
        </p:txBody>
      </p:sp>
    </p:spTree>
    <p:extLst>
      <p:ext uri="{BB962C8B-B14F-4D97-AF65-F5344CB8AC3E}">
        <p14:creationId xmlns:p14="http://schemas.microsoft.com/office/powerpoint/2010/main" val="262468487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r>
              <a:rPr lang="en-US" dirty="0"/>
              <a:t>EEAS Industry Day 2025</a:t>
            </a:r>
          </a:p>
        </p:txBody>
      </p:sp>
    </p:spTree>
    <p:extLst>
      <p:ext uri="{BB962C8B-B14F-4D97-AF65-F5344CB8AC3E}">
        <p14:creationId xmlns:p14="http://schemas.microsoft.com/office/powerpoint/2010/main" val="2024212555"/>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r>
              <a:rPr lang="en-US" dirty="0"/>
              <a:t>EEAS Industry Day 2025</a:t>
            </a:r>
          </a:p>
        </p:txBody>
      </p:sp>
    </p:spTree>
    <p:extLst>
      <p:ext uri="{BB962C8B-B14F-4D97-AF65-F5344CB8AC3E}">
        <p14:creationId xmlns:p14="http://schemas.microsoft.com/office/powerpoint/2010/main" val="1978226686"/>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r>
              <a:rPr lang="en-US" dirty="0"/>
              <a:t>EEAS Industry Day 2025</a:t>
            </a:r>
          </a:p>
        </p:txBody>
      </p:sp>
    </p:spTree>
    <p:extLst>
      <p:ext uri="{BB962C8B-B14F-4D97-AF65-F5344CB8AC3E}">
        <p14:creationId xmlns:p14="http://schemas.microsoft.com/office/powerpoint/2010/main" val="204953975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r>
              <a:rPr lang="en-US" dirty="0"/>
              <a:t>EEAS Industry Day 2025</a:t>
            </a:r>
          </a:p>
        </p:txBody>
      </p:sp>
    </p:spTree>
    <p:extLst>
      <p:ext uri="{BB962C8B-B14F-4D97-AF65-F5344CB8AC3E}">
        <p14:creationId xmlns:p14="http://schemas.microsoft.com/office/powerpoint/2010/main" val="3877110228"/>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r>
              <a:rPr lang="en-US" dirty="0"/>
              <a:t>EEAS Industry Day 2025</a:t>
            </a:r>
          </a:p>
        </p:txBody>
      </p:sp>
    </p:spTree>
    <p:extLst>
      <p:ext uri="{BB962C8B-B14F-4D97-AF65-F5344CB8AC3E}">
        <p14:creationId xmlns:p14="http://schemas.microsoft.com/office/powerpoint/2010/main" val="331499288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r>
              <a:rPr lang="en-US" dirty="0"/>
              <a:t>EEAS Industry Day 2025</a:t>
            </a:r>
          </a:p>
        </p:txBody>
      </p:sp>
    </p:spTree>
    <p:extLst>
      <p:ext uri="{BB962C8B-B14F-4D97-AF65-F5344CB8AC3E}">
        <p14:creationId xmlns:p14="http://schemas.microsoft.com/office/powerpoint/2010/main" val="158753715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r>
              <a:rPr lang="en-US" dirty="0"/>
              <a:t>EEAS Industry Day 2025</a:t>
            </a:r>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51643150"/>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dirty="0"/>
              <a:t>EEAS Industry Day 2025</a:t>
            </a:r>
          </a:p>
        </p:txBody>
      </p:sp>
    </p:spTree>
    <p:extLst>
      <p:ext uri="{BB962C8B-B14F-4D97-AF65-F5344CB8AC3E}">
        <p14:creationId xmlns:p14="http://schemas.microsoft.com/office/powerpoint/2010/main" val="3097512708"/>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dirty="0"/>
              <a:t>EEAS Industry Day 2025</a:t>
            </a:r>
          </a:p>
        </p:txBody>
      </p:sp>
    </p:spTree>
    <p:extLst>
      <p:ext uri="{BB962C8B-B14F-4D97-AF65-F5344CB8AC3E}">
        <p14:creationId xmlns:p14="http://schemas.microsoft.com/office/powerpoint/2010/main" val="367920520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r>
              <a:rPr lang="en-US" dirty="0"/>
              <a:t>EEAS Industry Day 2025</a:t>
            </a:r>
          </a:p>
        </p:txBody>
      </p:sp>
    </p:spTree>
    <p:extLst>
      <p:ext uri="{BB962C8B-B14F-4D97-AF65-F5344CB8AC3E}">
        <p14:creationId xmlns:p14="http://schemas.microsoft.com/office/powerpoint/2010/main" val="3657638817"/>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r>
              <a:rPr lang="en-US" dirty="0"/>
              <a:t>EEAS Industry Day 2025</a:t>
            </a:r>
          </a:p>
        </p:txBody>
      </p:sp>
    </p:spTree>
    <p:extLst>
      <p:ext uri="{BB962C8B-B14F-4D97-AF65-F5344CB8AC3E}">
        <p14:creationId xmlns:p14="http://schemas.microsoft.com/office/powerpoint/2010/main" val="35299516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9590112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17509264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50425440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30026797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753160821"/>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57210536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12185524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45311004"/>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Content Placeholder 5"/>
          <p:cNvSpPr>
            <a:spLocks noGrp="1"/>
          </p:cNvSpPr>
          <p:nvPr>
            <p:ph sz="quarter" idx="10"/>
          </p:nvPr>
        </p:nvSpPr>
        <p:spPr>
          <a:xfrm>
            <a:off x="266700" y="1028700"/>
            <a:ext cx="11658600" cy="560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79E246-DB27-040E-95D2-B26EAF143D30}"/>
              </a:ext>
            </a:extLst>
          </p:cNvPr>
          <p:cNvSpPr>
            <a:spLocks noGrp="1"/>
          </p:cNvSpPr>
          <p:nvPr>
            <p:ph type="dt" sz="half" idx="11"/>
          </p:nvPr>
        </p:nvSpPr>
        <p:spPr/>
        <p:txBody>
          <a:bodyPr/>
          <a:lstStyle/>
          <a:p>
            <a:endParaRPr lang="en-US" dirty="0"/>
          </a:p>
        </p:txBody>
      </p:sp>
      <p:sp>
        <p:nvSpPr>
          <p:cNvPr id="7" name="Footer Placeholder 6">
            <a:extLst>
              <a:ext uri="{FF2B5EF4-FFF2-40B4-BE49-F238E27FC236}">
                <a16:creationId xmlns:a16="http://schemas.microsoft.com/office/drawing/2014/main" id="{CFD0F5C1-A6E1-A37D-C392-0E742FAC1C2F}"/>
              </a:ext>
            </a:extLst>
          </p:cNvPr>
          <p:cNvSpPr>
            <a:spLocks noGrp="1"/>
          </p:cNvSpPr>
          <p:nvPr>
            <p:ph type="ftr" sz="quarter" idx="12"/>
          </p:nvPr>
        </p:nvSpPr>
        <p:spPr/>
        <p:txBody>
          <a:bodyPr/>
          <a:lstStyle/>
          <a:p>
            <a:r>
              <a:rPr lang="en-US" dirty="0"/>
              <a:t>EEAS Industry Day 2025</a:t>
            </a:r>
          </a:p>
        </p:txBody>
      </p:sp>
      <p:sp>
        <p:nvSpPr>
          <p:cNvPr id="2" name="Title 1">
            <a:extLst>
              <a:ext uri="{FF2B5EF4-FFF2-40B4-BE49-F238E27FC236}">
                <a16:creationId xmlns:a16="http://schemas.microsoft.com/office/drawing/2014/main" id="{62A64504-0669-5CF0-805D-174C1EFD60F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4728701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and Content - 2 Columns">
    <p:spTree>
      <p:nvGrpSpPr>
        <p:cNvPr id="1" name=""/>
        <p:cNvGrpSpPr/>
        <p:nvPr/>
      </p:nvGrpSpPr>
      <p:grpSpPr>
        <a:xfrm>
          <a:off x="0" y="0"/>
          <a:ext cx="0" cy="0"/>
          <a:chOff x="0" y="0"/>
          <a:chExt cx="0" cy="0"/>
        </a:xfrm>
      </p:grpSpPr>
      <p:sp>
        <p:nvSpPr>
          <p:cNvPr id="8" name="Content Placeholder 3"/>
          <p:cNvSpPr>
            <a:spLocks noGrp="1"/>
          </p:cNvSpPr>
          <p:nvPr>
            <p:ph sz="quarter" idx="10"/>
          </p:nvPr>
        </p:nvSpPr>
        <p:spPr>
          <a:xfrm>
            <a:off x="266700" y="1028700"/>
            <a:ext cx="11658600" cy="5600700"/>
          </a:xfr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E4B1084-AF70-E7DA-2842-9FB9FFF0804B}"/>
              </a:ext>
            </a:extLst>
          </p:cNvPr>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76C7A763-F7D0-2074-5F3F-2D1DA1226607}"/>
              </a:ext>
            </a:extLst>
          </p:cNvPr>
          <p:cNvSpPr>
            <a:spLocks noGrp="1"/>
          </p:cNvSpPr>
          <p:nvPr>
            <p:ph type="dt" sz="half" idx="11"/>
          </p:nvPr>
        </p:nvSpPr>
        <p:spPr/>
        <p:txBody>
          <a:bodyPr/>
          <a:lstStyle/>
          <a:p>
            <a:endParaRPr lang="en-US" dirty="0"/>
          </a:p>
        </p:txBody>
      </p:sp>
      <p:sp>
        <p:nvSpPr>
          <p:cNvPr id="6" name="Footer Placeholder 5">
            <a:extLst>
              <a:ext uri="{FF2B5EF4-FFF2-40B4-BE49-F238E27FC236}">
                <a16:creationId xmlns:a16="http://schemas.microsoft.com/office/drawing/2014/main" id="{BB5C1216-5C4C-C44D-DE08-88D5BFB6266F}"/>
              </a:ext>
            </a:extLst>
          </p:cNvPr>
          <p:cNvSpPr>
            <a:spLocks noGrp="1"/>
          </p:cNvSpPr>
          <p:nvPr>
            <p:ph type="ftr" sz="quarter" idx="12"/>
          </p:nvPr>
        </p:nvSpPr>
        <p:spPr/>
        <p:txBody>
          <a:bodyPr/>
          <a:lstStyle/>
          <a:p>
            <a:r>
              <a:rPr lang="en-US" dirty="0"/>
              <a:t>EEAS Industry Day 2025</a:t>
            </a:r>
          </a:p>
        </p:txBody>
      </p:sp>
    </p:spTree>
    <p:extLst>
      <p:ext uri="{BB962C8B-B14F-4D97-AF65-F5344CB8AC3E}">
        <p14:creationId xmlns:p14="http://schemas.microsoft.com/office/powerpoint/2010/main" val="276890965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and Content - 3 Columns">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Click to edit Master title style</a:t>
            </a:r>
          </a:p>
        </p:txBody>
      </p:sp>
      <p:sp>
        <p:nvSpPr>
          <p:cNvPr id="9" name="Content Placeholder 3"/>
          <p:cNvSpPr>
            <a:spLocks noGrp="1"/>
          </p:cNvSpPr>
          <p:nvPr>
            <p:ph sz="quarter" idx="12"/>
          </p:nvPr>
        </p:nvSpPr>
        <p:spPr>
          <a:xfrm>
            <a:off x="266700" y="1028700"/>
            <a:ext cx="11658600" cy="5600700"/>
          </a:xfr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FC9BA2-EC81-5287-D39F-725A5EC32471}"/>
              </a:ext>
            </a:extLst>
          </p:cNvPr>
          <p:cNvSpPr>
            <a:spLocks noGrp="1"/>
          </p:cNvSpPr>
          <p:nvPr>
            <p:ph type="dt" sz="half" idx="13"/>
          </p:nvPr>
        </p:nvSpPr>
        <p:spPr/>
        <p:txBody>
          <a:bodyPr/>
          <a:lstStyle/>
          <a:p>
            <a:endParaRPr lang="en-US" dirty="0"/>
          </a:p>
        </p:txBody>
      </p:sp>
      <p:sp>
        <p:nvSpPr>
          <p:cNvPr id="6" name="Footer Placeholder 5">
            <a:extLst>
              <a:ext uri="{FF2B5EF4-FFF2-40B4-BE49-F238E27FC236}">
                <a16:creationId xmlns:a16="http://schemas.microsoft.com/office/drawing/2014/main" id="{FE97BF52-3E27-86B6-23FC-B495D58A6360}"/>
              </a:ext>
            </a:extLst>
          </p:cNvPr>
          <p:cNvSpPr>
            <a:spLocks noGrp="1"/>
          </p:cNvSpPr>
          <p:nvPr>
            <p:ph type="ftr" sz="quarter" idx="14"/>
          </p:nvPr>
        </p:nvSpPr>
        <p:spPr/>
        <p:txBody>
          <a:bodyPr/>
          <a:lstStyle/>
          <a:p>
            <a:r>
              <a:rPr lang="en-US" dirty="0"/>
              <a:t>EEAS Industry Day 2025</a:t>
            </a:r>
          </a:p>
        </p:txBody>
      </p:sp>
    </p:spTree>
    <p:extLst>
      <p:ext uri="{BB962C8B-B14F-4D97-AF65-F5344CB8AC3E}">
        <p14:creationId xmlns:p14="http://schemas.microsoft.com/office/powerpoint/2010/main" val="347316825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21" name="Text Placeholder 2"/>
          <p:cNvSpPr>
            <a:spLocks noGrp="1"/>
          </p:cNvSpPr>
          <p:nvPr>
            <p:ph idx="1"/>
          </p:nvPr>
        </p:nvSpPr>
        <p:spPr bwMode="auto">
          <a:xfrm>
            <a:off x="266700" y="6191103"/>
            <a:ext cx="11658600" cy="438297"/>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0" name="Content Placeholder 3"/>
          <p:cNvSpPr>
            <a:spLocks noGrp="1"/>
          </p:cNvSpPr>
          <p:nvPr>
            <p:ph sz="quarter" idx="12"/>
          </p:nvPr>
        </p:nvSpPr>
        <p:spPr>
          <a:xfrm>
            <a:off x="266700" y="1028700"/>
            <a:ext cx="11658600" cy="5086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67CF58A5-50A2-4609-9528-306C52949FE4}"/>
              </a:ext>
            </a:extLst>
          </p:cNvPr>
          <p:cNvSpPr>
            <a:spLocks noGrp="1"/>
          </p:cNvSpPr>
          <p:nvPr>
            <p:ph type="dt" sz="half" idx="13"/>
          </p:nvPr>
        </p:nvSpPr>
        <p:spPr>
          <a:xfrm>
            <a:off x="8842515" y="6653150"/>
            <a:ext cx="2761673" cy="137160"/>
          </a:xfrm>
          <a:prstGeom prst="rect">
            <a:avLst/>
          </a:prstGeom>
        </p:spPr>
        <p:txBody>
          <a:bodyPr/>
          <a:lstStyle/>
          <a:p>
            <a:endParaRPr lang="en-US" dirty="0"/>
          </a:p>
        </p:txBody>
      </p:sp>
      <p:sp>
        <p:nvSpPr>
          <p:cNvPr id="3" name="Footer Placeholder 2">
            <a:extLst>
              <a:ext uri="{FF2B5EF4-FFF2-40B4-BE49-F238E27FC236}">
                <a16:creationId xmlns:a16="http://schemas.microsoft.com/office/drawing/2014/main" id="{13141E4A-7726-4CDD-AEE9-576AC0A57297}"/>
              </a:ext>
            </a:extLst>
          </p:cNvPr>
          <p:cNvSpPr>
            <a:spLocks noGrp="1"/>
          </p:cNvSpPr>
          <p:nvPr>
            <p:ph type="ftr" sz="quarter" idx="14"/>
          </p:nvPr>
        </p:nvSpPr>
        <p:spPr>
          <a:xfrm>
            <a:off x="266700" y="6653150"/>
            <a:ext cx="2901373" cy="137160"/>
          </a:xfrm>
          <a:prstGeom prst="rect">
            <a:avLst/>
          </a:prstGeom>
        </p:spPr>
        <p:txBody>
          <a:bodyPr/>
          <a:lstStyle/>
          <a:p>
            <a:r>
              <a:rPr lang="en-US" dirty="0"/>
              <a:t>EEAS Industry Day 2025</a:t>
            </a:r>
          </a:p>
        </p:txBody>
      </p:sp>
    </p:spTree>
    <p:extLst>
      <p:ext uri="{BB962C8B-B14F-4D97-AF65-F5344CB8AC3E}">
        <p14:creationId xmlns:p14="http://schemas.microsoft.com/office/powerpoint/2010/main" val="1433027956"/>
      </p:ext>
    </p:extLst>
  </p:cSld>
  <p:clrMapOvr>
    <a:masterClrMapping/>
  </p:clrMapOvr>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9"/>
          </p:nvPr>
        </p:nvSpPr>
        <p:spPr>
          <a:xfrm>
            <a:off x="6203894" y="1028700"/>
            <a:ext cx="5721406"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BEC9A928-C3DF-2C22-44D2-6CEAF37A2452}"/>
              </a:ext>
            </a:extLst>
          </p:cNvPr>
          <p:cNvSpPr>
            <a:spLocks noGrp="1"/>
          </p:cNvSpPr>
          <p:nvPr>
            <p:ph type="dt" sz="half" idx="20"/>
          </p:nvPr>
        </p:nvSpPr>
        <p:spPr/>
        <p:txBody>
          <a:bodyPr/>
          <a:lstStyle/>
          <a:p>
            <a:endParaRPr lang="en-US" dirty="0"/>
          </a:p>
        </p:txBody>
      </p:sp>
      <p:sp>
        <p:nvSpPr>
          <p:cNvPr id="7" name="Footer Placeholder 6">
            <a:extLst>
              <a:ext uri="{FF2B5EF4-FFF2-40B4-BE49-F238E27FC236}">
                <a16:creationId xmlns:a16="http://schemas.microsoft.com/office/drawing/2014/main" id="{F7247472-A8F5-BC75-9086-8D91A7F6A294}"/>
              </a:ext>
            </a:extLst>
          </p:cNvPr>
          <p:cNvSpPr>
            <a:spLocks noGrp="1"/>
          </p:cNvSpPr>
          <p:nvPr>
            <p:ph type="ftr" sz="quarter" idx="21"/>
          </p:nvPr>
        </p:nvSpPr>
        <p:spPr/>
        <p:txBody>
          <a:bodyPr/>
          <a:lstStyle/>
          <a:p>
            <a:r>
              <a:rPr lang="en-US" dirty="0"/>
              <a:t>EEAS Industry Day 2025</a:t>
            </a:r>
          </a:p>
        </p:txBody>
      </p:sp>
    </p:spTree>
    <p:extLst>
      <p:ext uri="{BB962C8B-B14F-4D97-AF65-F5344CB8AC3E}">
        <p14:creationId xmlns:p14="http://schemas.microsoft.com/office/powerpoint/2010/main" val="4011075717"/>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9" name="Text Placeholder 3"/>
          <p:cNvSpPr>
            <a:spLocks noGrp="1"/>
          </p:cNvSpPr>
          <p:nvPr>
            <p:ph type="body" sz="quarter" idx="13"/>
          </p:nvPr>
        </p:nvSpPr>
        <p:spPr>
          <a:xfrm>
            <a:off x="266700"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13" name="Content Placeholder 2"/>
          <p:cNvSpPr>
            <a:spLocks noGrp="1"/>
          </p:cNvSpPr>
          <p:nvPr>
            <p:ph sz="quarter" idx="16"/>
          </p:nvPr>
        </p:nvSpPr>
        <p:spPr>
          <a:xfrm>
            <a:off x="266700"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p:cNvSpPr>
            <a:spLocks noGrp="1"/>
          </p:cNvSpPr>
          <p:nvPr>
            <p:ph sz="quarter" idx="19"/>
          </p:nvPr>
        </p:nvSpPr>
        <p:spPr>
          <a:xfrm>
            <a:off x="6203894" y="1743075"/>
            <a:ext cx="5721406" cy="4886325"/>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
          <p:cNvSpPr>
            <a:spLocks noGrp="1"/>
          </p:cNvSpPr>
          <p:nvPr>
            <p:ph type="body" sz="quarter" idx="20"/>
          </p:nvPr>
        </p:nvSpPr>
        <p:spPr>
          <a:xfrm>
            <a:off x="6205728" y="1028700"/>
            <a:ext cx="5719572" cy="666241"/>
          </a:xfrm>
        </p:spPr>
        <p:txBody>
          <a:bodyPr bIns="0" anchor="b"/>
          <a:lstStyle>
            <a:lvl1pPr>
              <a:defRPr sz="1500">
                <a:solidFill>
                  <a:schemeClr val="tx1">
                    <a:lumMod val="75000"/>
                    <a:lumOff val="2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4FDAD6DC-C062-D2A7-C4D4-57F4C0FFAD4D}"/>
              </a:ext>
            </a:extLst>
          </p:cNvPr>
          <p:cNvSpPr>
            <a:spLocks noGrp="1"/>
          </p:cNvSpPr>
          <p:nvPr>
            <p:ph type="dt" sz="half" idx="21"/>
          </p:nvPr>
        </p:nvSpPr>
        <p:spPr/>
        <p:txBody>
          <a:bodyPr/>
          <a:lstStyle/>
          <a:p>
            <a:endParaRPr lang="en-US" dirty="0"/>
          </a:p>
        </p:txBody>
      </p:sp>
      <p:sp>
        <p:nvSpPr>
          <p:cNvPr id="6" name="Footer Placeholder 5">
            <a:extLst>
              <a:ext uri="{FF2B5EF4-FFF2-40B4-BE49-F238E27FC236}">
                <a16:creationId xmlns:a16="http://schemas.microsoft.com/office/drawing/2014/main" id="{7AA18071-1438-F3E3-FC9F-3F401EE7FED1}"/>
              </a:ext>
            </a:extLst>
          </p:cNvPr>
          <p:cNvSpPr>
            <a:spLocks noGrp="1"/>
          </p:cNvSpPr>
          <p:nvPr>
            <p:ph type="ftr" sz="quarter" idx="22"/>
          </p:nvPr>
        </p:nvSpPr>
        <p:spPr/>
        <p:txBody>
          <a:bodyPr/>
          <a:lstStyle/>
          <a:p>
            <a:r>
              <a:rPr lang="en-US" dirty="0"/>
              <a:t>EEAS Industry Day 2025</a:t>
            </a:r>
          </a:p>
        </p:txBody>
      </p:sp>
    </p:spTree>
    <p:extLst>
      <p:ext uri="{BB962C8B-B14F-4D97-AF65-F5344CB8AC3E}">
        <p14:creationId xmlns:p14="http://schemas.microsoft.com/office/powerpoint/2010/main" val="384004314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sz="quarter" idx="16"/>
          </p:nvPr>
        </p:nvSpPr>
        <p:spPr>
          <a:xfrm>
            <a:off x="4256410" y="1028700"/>
            <a:ext cx="7668889"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10D79471-1A0E-36EB-1B94-DDE0CE561EA3}"/>
              </a:ext>
            </a:extLst>
          </p:cNvPr>
          <p:cNvSpPr>
            <a:spLocks noGrp="1"/>
          </p:cNvSpPr>
          <p:nvPr>
            <p:ph type="dt" sz="half" idx="17"/>
          </p:nvPr>
        </p:nvSpPr>
        <p:spPr/>
        <p:txBody>
          <a:bodyPr/>
          <a:lstStyle/>
          <a:p>
            <a:endParaRPr lang="en-US" dirty="0"/>
          </a:p>
        </p:txBody>
      </p:sp>
      <p:sp>
        <p:nvSpPr>
          <p:cNvPr id="7" name="Footer Placeholder 6">
            <a:extLst>
              <a:ext uri="{FF2B5EF4-FFF2-40B4-BE49-F238E27FC236}">
                <a16:creationId xmlns:a16="http://schemas.microsoft.com/office/drawing/2014/main" id="{5876C5F4-629A-E5A4-73FB-E8465BDB57BF}"/>
              </a:ext>
            </a:extLst>
          </p:cNvPr>
          <p:cNvSpPr>
            <a:spLocks noGrp="1"/>
          </p:cNvSpPr>
          <p:nvPr>
            <p:ph type="ftr" sz="quarter" idx="18"/>
          </p:nvPr>
        </p:nvSpPr>
        <p:spPr/>
        <p:txBody>
          <a:bodyPr/>
          <a:lstStyle/>
          <a:p>
            <a:r>
              <a:rPr lang="en-US" dirty="0"/>
              <a:t>EEAS Industry Day 2025</a:t>
            </a:r>
          </a:p>
        </p:txBody>
      </p:sp>
    </p:spTree>
    <p:extLst>
      <p:ext uri="{BB962C8B-B14F-4D97-AF65-F5344CB8AC3E}">
        <p14:creationId xmlns:p14="http://schemas.microsoft.com/office/powerpoint/2010/main" val="1974793662"/>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1_Title - 2 Odd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1" name="Content Placeholder 2"/>
          <p:cNvSpPr>
            <a:spLocks noGrp="1"/>
          </p:cNvSpPr>
          <p:nvPr>
            <p:ph sz="quarter" idx="15"/>
          </p:nvPr>
        </p:nvSpPr>
        <p:spPr>
          <a:xfrm>
            <a:off x="8145982" y="1028700"/>
            <a:ext cx="377931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sz="quarter" idx="16"/>
          </p:nvPr>
        </p:nvSpPr>
        <p:spPr>
          <a:xfrm>
            <a:off x="266700" y="1028700"/>
            <a:ext cx="7668888" cy="56007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58768C3-8315-3411-54A8-2C8239251263}"/>
              </a:ext>
            </a:extLst>
          </p:cNvPr>
          <p:cNvSpPr>
            <a:spLocks noGrp="1"/>
          </p:cNvSpPr>
          <p:nvPr>
            <p:ph type="dt" sz="half" idx="17"/>
          </p:nvPr>
        </p:nvSpPr>
        <p:spPr/>
        <p:txBody>
          <a:bodyPr/>
          <a:lstStyle/>
          <a:p>
            <a:endParaRPr lang="en-US" dirty="0"/>
          </a:p>
        </p:txBody>
      </p:sp>
      <p:sp>
        <p:nvSpPr>
          <p:cNvPr id="6" name="Footer Placeholder 5">
            <a:extLst>
              <a:ext uri="{FF2B5EF4-FFF2-40B4-BE49-F238E27FC236}">
                <a16:creationId xmlns:a16="http://schemas.microsoft.com/office/drawing/2014/main" id="{28938FEB-D648-AE71-0FA1-805FFC832488}"/>
              </a:ext>
            </a:extLst>
          </p:cNvPr>
          <p:cNvSpPr>
            <a:spLocks noGrp="1"/>
          </p:cNvSpPr>
          <p:nvPr>
            <p:ph type="ftr" sz="quarter" idx="18"/>
          </p:nvPr>
        </p:nvSpPr>
        <p:spPr/>
        <p:txBody>
          <a:bodyPr/>
          <a:lstStyle/>
          <a:p>
            <a:r>
              <a:rPr lang="en-US" dirty="0"/>
              <a:t>EEAS Industry Day 2025</a:t>
            </a:r>
          </a:p>
        </p:txBody>
      </p:sp>
    </p:spTree>
    <p:extLst>
      <p:ext uri="{BB962C8B-B14F-4D97-AF65-F5344CB8AC3E}">
        <p14:creationId xmlns:p14="http://schemas.microsoft.com/office/powerpoint/2010/main" val="18507183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3" name="Content Placeholder 2"/>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p:cNvCxnSpPr/>
          <p:nvPr userDrawn="1"/>
        </p:nvCxnSpPr>
        <p:spPr>
          <a:xfrm>
            <a:off x="381000" y="377586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16" name="Content Placeholder 2"/>
          <p:cNvSpPr>
            <a:spLocks noGrp="1"/>
          </p:cNvSpPr>
          <p:nvPr>
            <p:ph sz="quarter" idx="22"/>
          </p:nvPr>
        </p:nvSpPr>
        <p:spPr>
          <a:xfrm>
            <a:off x="2667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p:cNvSpPr>
            <a:spLocks noGrp="1"/>
          </p:cNvSpPr>
          <p:nvPr>
            <p:ph sz="quarter" idx="24"/>
          </p:nvPr>
        </p:nvSpPr>
        <p:spPr>
          <a:xfrm>
            <a:off x="6172200" y="3855720"/>
            <a:ext cx="57531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AAE838-AA12-FA5F-5DA0-1ABB713993D9}"/>
              </a:ext>
            </a:extLst>
          </p:cNvPr>
          <p:cNvSpPr>
            <a:spLocks noGrp="1"/>
          </p:cNvSpPr>
          <p:nvPr>
            <p:ph type="dt" sz="half" idx="25"/>
          </p:nvPr>
        </p:nvSpPr>
        <p:spPr/>
        <p:txBody>
          <a:bodyPr/>
          <a:lstStyle/>
          <a:p>
            <a:endParaRPr lang="en-US" dirty="0"/>
          </a:p>
        </p:txBody>
      </p:sp>
      <p:sp>
        <p:nvSpPr>
          <p:cNvPr id="8" name="Footer Placeholder 7">
            <a:extLst>
              <a:ext uri="{FF2B5EF4-FFF2-40B4-BE49-F238E27FC236}">
                <a16:creationId xmlns:a16="http://schemas.microsoft.com/office/drawing/2014/main" id="{AE34FB74-F548-AD28-A10C-D5391FE1CF47}"/>
              </a:ext>
            </a:extLst>
          </p:cNvPr>
          <p:cNvSpPr>
            <a:spLocks noGrp="1"/>
          </p:cNvSpPr>
          <p:nvPr>
            <p:ph type="ftr" sz="quarter" idx="26"/>
          </p:nvPr>
        </p:nvSpPr>
        <p:spPr/>
        <p:txBody>
          <a:bodyPr/>
          <a:lstStyle/>
          <a:p>
            <a:r>
              <a:rPr lang="en-US" dirty="0"/>
              <a:t>EEAS Industry Day 2025</a:t>
            </a:r>
          </a:p>
        </p:txBody>
      </p:sp>
    </p:spTree>
    <p:extLst>
      <p:ext uri="{BB962C8B-B14F-4D97-AF65-F5344CB8AC3E}">
        <p14:creationId xmlns:p14="http://schemas.microsoft.com/office/powerpoint/2010/main" val="3643622679"/>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 Custom-Quad">
    <p:spTree>
      <p:nvGrpSpPr>
        <p:cNvPr id="1" name=""/>
        <p:cNvGrpSpPr/>
        <p:nvPr/>
      </p:nvGrpSpPr>
      <p:grpSpPr>
        <a:xfrm>
          <a:off x="0" y="0"/>
          <a:ext cx="0" cy="0"/>
          <a:chOff x="0" y="0"/>
          <a:chExt cx="0" cy="0"/>
        </a:xfrm>
      </p:grpSpPr>
      <p:cxnSp>
        <p:nvCxnSpPr>
          <p:cNvPr id="4" name="Straight Connector 3"/>
          <p:cNvCxnSpPr/>
          <p:nvPr userDrawn="1"/>
        </p:nvCxnSpPr>
        <p:spPr>
          <a:xfrm>
            <a:off x="381000" y="3430819"/>
            <a:ext cx="1143000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6096000" y="1028700"/>
            <a:ext cx="0" cy="56007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Content Placeholder 4"/>
          <p:cNvSpPr>
            <a:spLocks noGrp="1"/>
          </p:cNvSpPr>
          <p:nvPr>
            <p:ph sz="quarter" idx="24"/>
          </p:nvPr>
        </p:nvSpPr>
        <p:spPr>
          <a:xfrm>
            <a:off x="61722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p:cNvSpPr>
            <a:spLocks noGrp="1"/>
          </p:cNvSpPr>
          <p:nvPr>
            <p:ph sz="quarter" idx="22"/>
          </p:nvPr>
        </p:nvSpPr>
        <p:spPr>
          <a:xfrm>
            <a:off x="266700" y="3543300"/>
            <a:ext cx="5753100" cy="30861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283843"/>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AADB0298-AAE9-38A5-935C-537E8444E40C}"/>
              </a:ext>
            </a:extLst>
          </p:cNvPr>
          <p:cNvSpPr>
            <a:spLocks noGrp="1"/>
          </p:cNvSpPr>
          <p:nvPr>
            <p:ph type="dt" sz="half" idx="25"/>
          </p:nvPr>
        </p:nvSpPr>
        <p:spPr/>
        <p:txBody>
          <a:bodyPr/>
          <a:lstStyle/>
          <a:p>
            <a:endParaRPr lang="en-US" dirty="0"/>
          </a:p>
        </p:txBody>
      </p:sp>
      <p:sp>
        <p:nvSpPr>
          <p:cNvPr id="6" name="Footer Placeholder 5">
            <a:extLst>
              <a:ext uri="{FF2B5EF4-FFF2-40B4-BE49-F238E27FC236}">
                <a16:creationId xmlns:a16="http://schemas.microsoft.com/office/drawing/2014/main" id="{D52C905D-E7A5-5841-E24E-8E8D9EAF35CE}"/>
              </a:ext>
            </a:extLst>
          </p:cNvPr>
          <p:cNvSpPr>
            <a:spLocks noGrp="1"/>
          </p:cNvSpPr>
          <p:nvPr>
            <p:ph type="ftr" sz="quarter" idx="26"/>
          </p:nvPr>
        </p:nvSpPr>
        <p:spPr/>
        <p:txBody>
          <a:bodyPr/>
          <a:lstStyle/>
          <a:p>
            <a:r>
              <a:rPr lang="en-US" dirty="0"/>
              <a:t>EEAS Industry Day 2025</a:t>
            </a:r>
          </a:p>
        </p:txBody>
      </p:sp>
    </p:spTree>
    <p:extLst>
      <p:ext uri="{BB962C8B-B14F-4D97-AF65-F5344CB8AC3E}">
        <p14:creationId xmlns:p14="http://schemas.microsoft.com/office/powerpoint/2010/main" val="3113828859"/>
      </p:ext>
    </p:extLst>
  </p:cSld>
  <p:clrMapOvr>
    <a:masterClrMapping/>
  </p:clrMapOvr>
  <p:extLst>
    <p:ext uri="{DCECCB84-F9BA-43D5-87BE-67443E8EF086}">
      <p15:sldGuideLst xmlns:p15="http://schemas.microsoft.com/office/powerpoint/2012/main">
        <p15:guide id="1" orient="horz" pos="2088">
          <p15:clr>
            <a:srgbClr val="FBAE40"/>
          </p15:clr>
        </p15:guide>
        <p15:guide id="2" orient="horz" pos="2232">
          <p15:clr>
            <a:srgbClr val="FBAE40"/>
          </p15:clr>
        </p15:guide>
        <p15:guide id="3" pos="3888">
          <p15:clr>
            <a:srgbClr val="FBAE40"/>
          </p15:clr>
        </p15:guide>
        <p15:guide id="4" pos="3792">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 Tri-Chart Bottom">
    <p:spTree>
      <p:nvGrpSpPr>
        <p:cNvPr id="1" name=""/>
        <p:cNvGrpSpPr/>
        <p:nvPr/>
      </p:nvGrpSpPr>
      <p:grpSpPr>
        <a:xfrm>
          <a:off x="0" y="0"/>
          <a:ext cx="0" cy="0"/>
          <a:chOff x="0" y="0"/>
          <a:chExt cx="0" cy="0"/>
        </a:xfrm>
      </p:grpSpPr>
      <p:sp>
        <p:nvSpPr>
          <p:cNvPr id="16" name="Content Placeholder 3"/>
          <p:cNvSpPr>
            <a:spLocks noGrp="1"/>
          </p:cNvSpPr>
          <p:nvPr>
            <p:ph sz="quarter" idx="22"/>
          </p:nvPr>
        </p:nvSpPr>
        <p:spPr>
          <a:xfrm>
            <a:off x="266700" y="3855720"/>
            <a:ext cx="11658600" cy="277368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p:cNvSpPr>
            <a:spLocks noGrp="1"/>
          </p:cNvSpPr>
          <p:nvPr>
            <p:ph sz="quarter" idx="23"/>
          </p:nvPr>
        </p:nvSpPr>
        <p:spPr>
          <a:xfrm>
            <a:off x="61722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quarter" idx="15"/>
          </p:nvPr>
        </p:nvSpPr>
        <p:spPr>
          <a:xfrm>
            <a:off x="266700" y="1028700"/>
            <a:ext cx="57531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3246758A-EC6C-2E6D-7C25-EBF35B1A110D}"/>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656A35E6-84D0-522D-F6FA-96313C01D057}"/>
              </a:ext>
            </a:extLst>
          </p:cNvPr>
          <p:cNvSpPr>
            <a:spLocks noGrp="1"/>
          </p:cNvSpPr>
          <p:nvPr>
            <p:ph type="ftr" sz="quarter" idx="25"/>
          </p:nvPr>
        </p:nvSpPr>
        <p:spPr/>
        <p:txBody>
          <a:bodyPr/>
          <a:lstStyle/>
          <a:p>
            <a:r>
              <a:rPr lang="en-US" dirty="0"/>
              <a:t>EEAS Industry Day 2025</a:t>
            </a:r>
          </a:p>
        </p:txBody>
      </p:sp>
    </p:spTree>
    <p:extLst>
      <p:ext uri="{BB962C8B-B14F-4D97-AF65-F5344CB8AC3E}">
        <p14:creationId xmlns:p14="http://schemas.microsoft.com/office/powerpoint/2010/main" val="3473439702"/>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 Tri-Chart Top">
    <p:spTree>
      <p:nvGrpSpPr>
        <p:cNvPr id="1" name=""/>
        <p:cNvGrpSpPr/>
        <p:nvPr/>
      </p:nvGrpSpPr>
      <p:grpSpPr>
        <a:xfrm>
          <a:off x="0" y="0"/>
          <a:ext cx="0" cy="0"/>
          <a:chOff x="0" y="0"/>
          <a:chExt cx="0" cy="0"/>
        </a:xfrm>
      </p:grpSpPr>
      <p:sp>
        <p:nvSpPr>
          <p:cNvPr id="17" name="Content Placeholder 3"/>
          <p:cNvSpPr>
            <a:spLocks noGrp="1"/>
          </p:cNvSpPr>
          <p:nvPr>
            <p:ph sz="quarter" idx="23"/>
          </p:nvPr>
        </p:nvSpPr>
        <p:spPr>
          <a:xfrm>
            <a:off x="61722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2"/>
          <p:cNvSpPr>
            <a:spLocks noGrp="1"/>
          </p:cNvSpPr>
          <p:nvPr>
            <p:ph sz="quarter" idx="15"/>
          </p:nvPr>
        </p:nvSpPr>
        <p:spPr>
          <a:xfrm>
            <a:off x="266700" y="3848100"/>
            <a:ext cx="5753100" cy="27813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
          <p:cNvSpPr>
            <a:spLocks noGrp="1"/>
          </p:cNvSpPr>
          <p:nvPr>
            <p:ph sz="quarter" idx="22"/>
          </p:nvPr>
        </p:nvSpPr>
        <p:spPr>
          <a:xfrm>
            <a:off x="266700" y="1024178"/>
            <a:ext cx="11658600" cy="2667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
        <p:nvSpPr>
          <p:cNvPr id="4" name="Date Placeholder 3">
            <a:extLst>
              <a:ext uri="{FF2B5EF4-FFF2-40B4-BE49-F238E27FC236}">
                <a16:creationId xmlns:a16="http://schemas.microsoft.com/office/drawing/2014/main" id="{CE138066-C767-E96E-E21F-B1E4478B0958}"/>
              </a:ext>
            </a:extLst>
          </p:cNvPr>
          <p:cNvSpPr>
            <a:spLocks noGrp="1"/>
          </p:cNvSpPr>
          <p:nvPr>
            <p:ph type="dt" sz="half" idx="24"/>
          </p:nvPr>
        </p:nvSpPr>
        <p:spPr/>
        <p:txBody>
          <a:bodyPr/>
          <a:lstStyle/>
          <a:p>
            <a:endParaRPr lang="en-US" dirty="0"/>
          </a:p>
        </p:txBody>
      </p:sp>
      <p:sp>
        <p:nvSpPr>
          <p:cNvPr id="5" name="Footer Placeholder 4">
            <a:extLst>
              <a:ext uri="{FF2B5EF4-FFF2-40B4-BE49-F238E27FC236}">
                <a16:creationId xmlns:a16="http://schemas.microsoft.com/office/drawing/2014/main" id="{E18328B5-C225-08E6-86C5-18BB6982BC1B}"/>
              </a:ext>
            </a:extLst>
          </p:cNvPr>
          <p:cNvSpPr>
            <a:spLocks noGrp="1"/>
          </p:cNvSpPr>
          <p:nvPr>
            <p:ph type="ftr" sz="quarter" idx="25"/>
          </p:nvPr>
        </p:nvSpPr>
        <p:spPr/>
        <p:txBody>
          <a:bodyPr/>
          <a:lstStyle/>
          <a:p>
            <a:r>
              <a:rPr lang="en-US" dirty="0"/>
              <a:t>EEAS Industry Day 2025</a:t>
            </a:r>
          </a:p>
        </p:txBody>
      </p:sp>
    </p:spTree>
    <p:extLst>
      <p:ext uri="{BB962C8B-B14F-4D97-AF65-F5344CB8AC3E}">
        <p14:creationId xmlns:p14="http://schemas.microsoft.com/office/powerpoint/2010/main" val="779318526"/>
      </p:ext>
    </p:extLst>
  </p:cSld>
  <p:clrMapOvr>
    <a:masterClrMapping/>
  </p:clrMapOvr>
  <p:extLst>
    <p:ext uri="{DCECCB84-F9BA-43D5-87BE-67443E8EF086}">
      <p15:sldGuideLst xmlns:p15="http://schemas.microsoft.com/office/powerpoint/2012/main">
        <p15:guide id="1" orient="horz" pos="2328">
          <p15:clr>
            <a:srgbClr val="FBAE40"/>
          </p15:clr>
        </p15:guide>
        <p15:guide id="2" orient="horz" pos="2424">
          <p15:clr>
            <a:srgbClr val="FBAE40"/>
          </p15:clr>
        </p15:guide>
        <p15:guide id="3" pos="3888">
          <p15:clr>
            <a:srgbClr val="FBAE40"/>
          </p15:clr>
        </p15:guide>
        <p15:guide id="4" pos="3792">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 N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a:extLst>
              <a:ext uri="{FF2B5EF4-FFF2-40B4-BE49-F238E27FC236}">
                <a16:creationId xmlns:a16="http://schemas.microsoft.com/office/drawing/2014/main" id="{D7835296-7DAA-2D03-3C74-8EDBE0C7DFA4}"/>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AEFD207A-CF9B-5273-AAA1-5371D3714C11}"/>
              </a:ext>
            </a:extLst>
          </p:cNvPr>
          <p:cNvSpPr>
            <a:spLocks noGrp="1"/>
          </p:cNvSpPr>
          <p:nvPr>
            <p:ph type="ftr" sz="quarter" idx="11"/>
          </p:nvPr>
        </p:nvSpPr>
        <p:spPr/>
        <p:txBody>
          <a:bodyPr/>
          <a:lstStyle/>
          <a:p>
            <a:r>
              <a:rPr lang="en-US" dirty="0"/>
              <a:t>EEAS Industry Day 2025</a:t>
            </a:r>
          </a:p>
        </p:txBody>
      </p:sp>
    </p:spTree>
    <p:extLst>
      <p:ext uri="{BB962C8B-B14F-4D97-AF65-F5344CB8AC3E}">
        <p14:creationId xmlns:p14="http://schemas.microsoft.com/office/powerpoint/2010/main" val="308090194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Blank with graphics">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F40FE8E-720F-2CF0-A515-A1F0A76E6C2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C5645D9-CB9C-72DC-4655-0357D988FE70}"/>
              </a:ext>
            </a:extLst>
          </p:cNvPr>
          <p:cNvSpPr>
            <a:spLocks noGrp="1"/>
          </p:cNvSpPr>
          <p:nvPr>
            <p:ph type="ftr" sz="quarter" idx="11"/>
          </p:nvPr>
        </p:nvSpPr>
        <p:spPr/>
        <p:txBody>
          <a:bodyPr/>
          <a:lstStyle/>
          <a:p>
            <a:r>
              <a:rPr lang="en-US" dirty="0"/>
              <a:t>EEAS Industry Day 2025</a:t>
            </a:r>
          </a:p>
        </p:txBody>
      </p:sp>
    </p:spTree>
    <p:extLst>
      <p:ext uri="{BB962C8B-B14F-4D97-AF65-F5344CB8AC3E}">
        <p14:creationId xmlns:p14="http://schemas.microsoft.com/office/powerpoint/2010/main" val="34069610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Blank w/ background no graphics">
    <p:spTree>
      <p:nvGrpSpPr>
        <p:cNvPr id="1" name=""/>
        <p:cNvGrpSpPr/>
        <p:nvPr/>
      </p:nvGrpSpPr>
      <p:grpSpPr>
        <a:xfrm>
          <a:off x="0" y="0"/>
          <a:ext cx="0" cy="0"/>
          <a:chOff x="0" y="0"/>
          <a:chExt cx="0" cy="0"/>
        </a:xfrm>
      </p:grpSpPr>
      <p:sp>
        <p:nvSpPr>
          <p:cNvPr id="8" name="Content Placeholder 7"/>
          <p:cNvSpPr>
            <a:spLocks noGrp="1"/>
          </p:cNvSpPr>
          <p:nvPr>
            <p:ph sz="quarter" idx="12"/>
          </p:nvPr>
        </p:nvSpPr>
        <p:spPr>
          <a:xfrm>
            <a:off x="76200" y="66675"/>
            <a:ext cx="12020549" cy="6723635"/>
          </a:xfrm>
          <a:prstGeom prst="roundRect">
            <a:avLst>
              <a:gd name="adj" fmla="val 2256"/>
            </a:avLst>
          </a:prstGeom>
          <a:noFill/>
          <a:ln w="3175">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973CC44D-C4E5-B148-8424-D309BAD434F9}"/>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B5E87FB6-092D-2261-C61B-A13F398BD061}"/>
              </a:ext>
            </a:extLst>
          </p:cNvPr>
          <p:cNvSpPr>
            <a:spLocks noGrp="1"/>
          </p:cNvSpPr>
          <p:nvPr>
            <p:ph type="ftr" sz="quarter" idx="14"/>
          </p:nvPr>
        </p:nvSpPr>
        <p:spPr/>
        <p:txBody>
          <a:bodyPr/>
          <a:lstStyle/>
          <a:p>
            <a:r>
              <a:rPr lang="en-US" dirty="0"/>
              <a:t>EEAS Industry Day 2025</a:t>
            </a:r>
          </a:p>
        </p:txBody>
      </p:sp>
      <p:sp>
        <p:nvSpPr>
          <p:cNvPr id="5" name="Title 4">
            <a:extLst>
              <a:ext uri="{FF2B5EF4-FFF2-40B4-BE49-F238E27FC236}">
                <a16:creationId xmlns:a16="http://schemas.microsoft.com/office/drawing/2014/main" id="{AA3CD5E4-A5C4-AFB4-80AA-82539154DD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0394575"/>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White Blank">
    <p:bg>
      <p:bgPr>
        <a:solidFill>
          <a:schemeClr val="tx2"/>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FBBAD3CE-397E-AB37-EDAD-8632BE0AA2D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BE1E501C-5AFD-BA9E-01BC-6D3F0A876CDA}"/>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7" name="Footer Placeholder 6">
            <a:extLst>
              <a:ext uri="{FF2B5EF4-FFF2-40B4-BE49-F238E27FC236}">
                <a16:creationId xmlns:a16="http://schemas.microsoft.com/office/drawing/2014/main" id="{BD51F885-1610-859A-C99A-21311C9FAB15}"/>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dirty="0"/>
              <a:t>EEAS Industry Day 2025</a:t>
            </a:r>
          </a:p>
        </p:txBody>
      </p:sp>
    </p:spTree>
    <p:extLst>
      <p:ext uri="{BB962C8B-B14F-4D97-AF65-F5344CB8AC3E}">
        <p14:creationId xmlns:p14="http://schemas.microsoft.com/office/powerpoint/2010/main" val="28803786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1_White Blank">
    <p:bg>
      <p:bgPr>
        <a:solidFill>
          <a:schemeClr val="bg1">
            <a:lumMod val="40000"/>
            <a:lumOff val="60000"/>
          </a:schemeClr>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5559FF84-4EB7-248C-A9A3-21393A68E553}"/>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lumMod val="50000"/>
                    <a:lumOff val="50000"/>
                  </a:schemeClr>
                </a:solidFill>
              </a:rPr>
              <a:pPr algn="r">
                <a:spcBef>
                  <a:spcPct val="50000"/>
                </a:spcBef>
                <a:defRPr/>
              </a:pPr>
              <a:t>‹#›</a:t>
            </a:fld>
            <a:endParaRPr lang="en-US" sz="1100" b="0" baseline="0"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92A3D6AC-9998-6147-A3AF-01786A8BC7B5}"/>
              </a:ext>
            </a:extLst>
          </p:cNvPr>
          <p:cNvSpPr>
            <a:spLocks noGrp="1"/>
          </p:cNvSpPr>
          <p:nvPr>
            <p:ph type="dt" sz="half" idx="10"/>
          </p:nvPr>
        </p:nvSpPr>
        <p:spPr/>
        <p:txBody>
          <a:bodyPr/>
          <a:lstStyle>
            <a:lvl1pPr>
              <a:defRPr>
                <a:solidFill>
                  <a:schemeClr val="tx1">
                    <a:lumMod val="50000"/>
                    <a:lumOff val="50000"/>
                  </a:schemeClr>
                </a:solidFill>
              </a:defRPr>
            </a:lvl1pPr>
          </a:lstStyle>
          <a:p>
            <a:endParaRPr lang="en-US" dirty="0"/>
          </a:p>
        </p:txBody>
      </p:sp>
      <p:sp>
        <p:nvSpPr>
          <p:cNvPr id="5" name="Footer Placeholder 4">
            <a:extLst>
              <a:ext uri="{FF2B5EF4-FFF2-40B4-BE49-F238E27FC236}">
                <a16:creationId xmlns:a16="http://schemas.microsoft.com/office/drawing/2014/main" id="{9E61DC4E-D996-A484-FCFC-B8F377D377A1}"/>
              </a:ext>
            </a:extLst>
          </p:cNvPr>
          <p:cNvSpPr>
            <a:spLocks noGrp="1"/>
          </p:cNvSpPr>
          <p:nvPr>
            <p:ph type="ftr" sz="quarter" idx="11"/>
          </p:nvPr>
        </p:nvSpPr>
        <p:spPr/>
        <p:txBody>
          <a:bodyPr/>
          <a:lstStyle>
            <a:lvl1pPr>
              <a:defRPr>
                <a:solidFill>
                  <a:schemeClr val="tx1">
                    <a:lumMod val="50000"/>
                    <a:lumOff val="50000"/>
                  </a:schemeClr>
                </a:solidFill>
              </a:defRPr>
            </a:lvl1pPr>
          </a:lstStyle>
          <a:p>
            <a:r>
              <a:rPr lang="en-US" dirty="0"/>
              <a:t>EEAS Industry Day 2025</a:t>
            </a:r>
          </a:p>
        </p:txBody>
      </p:sp>
    </p:spTree>
    <p:extLst>
      <p:ext uri="{BB962C8B-B14F-4D97-AF65-F5344CB8AC3E}">
        <p14:creationId xmlns:p14="http://schemas.microsoft.com/office/powerpoint/2010/main" val="597040928"/>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Black Blank">
    <p:bg>
      <p:bgPr>
        <a:solidFill>
          <a:schemeClr val="tx1"/>
        </a:soli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6B1EDEA3-517F-FC35-5A19-094E3BE709A0}"/>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2"/>
                </a:solidFill>
              </a:rPr>
              <a:pPr algn="r">
                <a:spcBef>
                  <a:spcPct val="50000"/>
                </a:spcBef>
                <a:defRPr/>
              </a:pPr>
              <a:t>‹#›</a:t>
            </a:fld>
            <a:endParaRPr lang="en-US" sz="1100" b="0" baseline="0" dirty="0">
              <a:solidFill>
                <a:schemeClr val="tx2"/>
              </a:solidFill>
            </a:endParaRPr>
          </a:p>
        </p:txBody>
      </p:sp>
      <p:sp>
        <p:nvSpPr>
          <p:cNvPr id="4" name="Date Placeholder 3">
            <a:extLst>
              <a:ext uri="{FF2B5EF4-FFF2-40B4-BE49-F238E27FC236}">
                <a16:creationId xmlns:a16="http://schemas.microsoft.com/office/drawing/2014/main" id="{B429D516-C317-CDC1-DADB-0B020CDC0237}"/>
              </a:ext>
            </a:extLst>
          </p:cNvPr>
          <p:cNvSpPr>
            <a:spLocks noGrp="1"/>
          </p:cNvSpPr>
          <p:nvPr>
            <p:ph type="dt" sz="half" idx="10"/>
          </p:nvPr>
        </p:nvSpPr>
        <p:spPr/>
        <p:txBody>
          <a:bodyPr/>
          <a:lstStyle>
            <a:lvl1pPr>
              <a:defRPr>
                <a:solidFill>
                  <a:schemeClr val="tx2"/>
                </a:solidFill>
              </a:defRPr>
            </a:lvl1pPr>
          </a:lstStyle>
          <a:p>
            <a:endParaRPr lang="en-US" dirty="0"/>
          </a:p>
        </p:txBody>
      </p:sp>
      <p:sp>
        <p:nvSpPr>
          <p:cNvPr id="5" name="Footer Placeholder 4">
            <a:extLst>
              <a:ext uri="{FF2B5EF4-FFF2-40B4-BE49-F238E27FC236}">
                <a16:creationId xmlns:a16="http://schemas.microsoft.com/office/drawing/2014/main" id="{CCEEA777-D26F-FC0E-BCB6-7D77B101103A}"/>
              </a:ext>
            </a:extLst>
          </p:cNvPr>
          <p:cNvSpPr>
            <a:spLocks noGrp="1"/>
          </p:cNvSpPr>
          <p:nvPr>
            <p:ph type="ftr" sz="quarter" idx="11"/>
          </p:nvPr>
        </p:nvSpPr>
        <p:spPr/>
        <p:txBody>
          <a:bodyPr/>
          <a:lstStyle>
            <a:lvl1pPr>
              <a:defRPr>
                <a:solidFill>
                  <a:schemeClr val="tx2"/>
                </a:solidFill>
              </a:defRPr>
            </a:lvl1pPr>
          </a:lstStyle>
          <a:p>
            <a:r>
              <a:rPr lang="en-US" dirty="0"/>
              <a:t>EEAS Industry Day 2025</a:t>
            </a:r>
          </a:p>
        </p:txBody>
      </p:sp>
    </p:spTree>
    <p:extLst>
      <p:ext uri="{BB962C8B-B14F-4D97-AF65-F5344CB8AC3E}">
        <p14:creationId xmlns:p14="http://schemas.microsoft.com/office/powerpoint/2010/main" val="11761343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Background no graphics">
    <p:bg>
      <p:bgPr>
        <a:gradFill flip="none" rotWithShape="1">
          <a:gsLst>
            <a:gs pos="80000">
              <a:schemeClr val="tx2"/>
            </a:gs>
            <a:gs pos="90000">
              <a:schemeClr val="tx2">
                <a:alpha val="45000"/>
              </a:schemeClr>
            </a:gs>
            <a:gs pos="95000">
              <a:schemeClr val="bg2">
                <a:lumMod val="9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Box 14">
            <a:extLst>
              <a:ext uri="{FF2B5EF4-FFF2-40B4-BE49-F238E27FC236}">
                <a16:creationId xmlns:a16="http://schemas.microsoft.com/office/drawing/2014/main" id="{0BFA849C-531C-7595-39B1-5EC87690F476}"/>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solidFill>
                  <a:schemeClr val="tx1"/>
                </a:solidFill>
              </a:rPr>
              <a:pPr algn="r">
                <a:spcBef>
                  <a:spcPct val="50000"/>
                </a:spcBef>
                <a:defRPr/>
              </a:pPr>
              <a:t>‹#›</a:t>
            </a:fld>
            <a:endParaRPr lang="en-US" sz="1100" b="0" baseline="0" dirty="0">
              <a:solidFill>
                <a:schemeClr val="tx1"/>
              </a:solidFill>
            </a:endParaRPr>
          </a:p>
        </p:txBody>
      </p:sp>
      <p:sp>
        <p:nvSpPr>
          <p:cNvPr id="4" name="Date Placeholder 3">
            <a:extLst>
              <a:ext uri="{FF2B5EF4-FFF2-40B4-BE49-F238E27FC236}">
                <a16:creationId xmlns:a16="http://schemas.microsoft.com/office/drawing/2014/main" id="{85935D2E-75B7-4B2F-83E6-4B2460140D3F}"/>
              </a:ext>
            </a:extLst>
          </p:cNvPr>
          <p:cNvSpPr>
            <a:spLocks noGrp="1"/>
          </p:cNvSpPr>
          <p:nvPr>
            <p:ph type="dt" sz="half" idx="10"/>
          </p:nvPr>
        </p:nvSpPr>
        <p:spPr/>
        <p:txBody>
          <a:bodyPr/>
          <a:lstStyle>
            <a:lvl1pPr>
              <a:defRPr>
                <a:solidFill>
                  <a:schemeClr val="bg2">
                    <a:lumMod val="50000"/>
                  </a:schemeClr>
                </a:solidFill>
              </a:defRPr>
            </a:lvl1pPr>
          </a:lstStyle>
          <a:p>
            <a:endParaRPr lang="en-US" dirty="0"/>
          </a:p>
        </p:txBody>
      </p:sp>
      <p:sp>
        <p:nvSpPr>
          <p:cNvPr id="5" name="Footer Placeholder 4">
            <a:extLst>
              <a:ext uri="{FF2B5EF4-FFF2-40B4-BE49-F238E27FC236}">
                <a16:creationId xmlns:a16="http://schemas.microsoft.com/office/drawing/2014/main" id="{C5AC37A7-6517-1C05-89FB-ACDA8ECF89DF}"/>
              </a:ext>
            </a:extLst>
          </p:cNvPr>
          <p:cNvSpPr>
            <a:spLocks noGrp="1"/>
          </p:cNvSpPr>
          <p:nvPr>
            <p:ph type="ftr" sz="quarter" idx="11"/>
          </p:nvPr>
        </p:nvSpPr>
        <p:spPr/>
        <p:txBody>
          <a:bodyPr/>
          <a:lstStyle>
            <a:lvl1pPr>
              <a:defRPr>
                <a:solidFill>
                  <a:schemeClr val="bg2">
                    <a:lumMod val="50000"/>
                  </a:schemeClr>
                </a:solidFill>
              </a:defRPr>
            </a:lvl1pPr>
          </a:lstStyle>
          <a:p>
            <a:r>
              <a:rPr lang="en-US" dirty="0"/>
              <a:t>EEAS Industry Day 2025</a:t>
            </a:r>
          </a:p>
        </p:txBody>
      </p:sp>
    </p:spTree>
    <p:extLst>
      <p:ext uri="{BB962C8B-B14F-4D97-AF65-F5344CB8AC3E}">
        <p14:creationId xmlns:p14="http://schemas.microsoft.com/office/powerpoint/2010/main" val="1314141392"/>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43223-5086-843F-D346-CCDD12959DF3}"/>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b"/>
          <a:lstStyle>
            <a:lvl1pPr>
              <a:defRPr sz="3200" b="0" baseline="0">
                <a:solidFill>
                  <a:schemeClr val="accent3"/>
                </a:solidFill>
              </a:defRPr>
            </a:lvl1pPr>
          </a:lstStyle>
          <a:p>
            <a:pPr lvl="0"/>
            <a:r>
              <a:rPr lang="en-US"/>
              <a:t>Click to edit Master title style</a:t>
            </a:r>
          </a:p>
        </p:txBody>
      </p:sp>
      <p:sp>
        <p:nvSpPr>
          <p:cNvPr id="6" name="Text Placeholder 5"/>
          <p:cNvSpPr>
            <a:spLocks noGrp="1"/>
          </p:cNvSpPr>
          <p:nvPr>
            <p:ph type="body" sz="quarter" idx="12"/>
          </p:nvPr>
        </p:nvSpPr>
        <p:spPr>
          <a:xfrm>
            <a:off x="266700" y="3687764"/>
            <a:ext cx="8496300" cy="854075"/>
          </a:xfrm>
          <a:ln>
            <a:solidFill>
              <a:schemeClr val="accent3"/>
            </a:solidFill>
          </a:ln>
        </p:spPr>
        <p:txBody>
          <a:bodyPr anchor="ctr"/>
          <a:lstStyle>
            <a:lvl1pPr marL="0" indent="0">
              <a:defRPr>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98D00C84-D329-4DD4-96D7-92CD4C330181}"/>
              </a:ext>
            </a:extLst>
          </p:cNvPr>
          <p:cNvSpPr>
            <a:spLocks noGrp="1"/>
          </p:cNvSpPr>
          <p:nvPr>
            <p:ph type="dt" sz="half" idx="13"/>
          </p:nvPr>
        </p:nvSpPr>
        <p:spPr>
          <a:xfrm>
            <a:off x="8763000" y="3697289"/>
            <a:ext cx="3161228" cy="844550"/>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71C01142-E0C8-B2A1-CF08-DDC0741713EA}"/>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11" name="Picture 10" descr="A picture containing qr code&#10;&#10;Description automatically generated">
            <a:extLst>
              <a:ext uri="{FF2B5EF4-FFF2-40B4-BE49-F238E27FC236}">
                <a16:creationId xmlns:a16="http://schemas.microsoft.com/office/drawing/2014/main" id="{C7BD8055-FF8F-646E-4F9E-84B4A33A92B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406925604"/>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45072710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Section - Content Only">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DB948E-B4CD-A49A-882A-F350D2A911BE}"/>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4" name="Content Placeholder 3"/>
          <p:cNvSpPr>
            <a:spLocks noGrp="1"/>
          </p:cNvSpPr>
          <p:nvPr>
            <p:ph sz="quarter" idx="12"/>
          </p:nvPr>
        </p:nvSpPr>
        <p:spPr>
          <a:xfrm>
            <a:off x="266700" y="2157413"/>
            <a:ext cx="11658600" cy="1798637"/>
          </a:xfrm>
          <a:ln>
            <a:solidFill>
              <a:schemeClr val="accent3"/>
            </a:solidFill>
          </a:ln>
        </p:spPr>
        <p:txBody>
          <a:bodyPr anchor="ct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30F58C1-4114-4FD3-B651-E3BC6C7CBC47}"/>
              </a:ext>
            </a:extLst>
          </p:cNvPr>
          <p:cNvSpPr>
            <a:spLocks noGrp="1"/>
          </p:cNvSpPr>
          <p:nvPr>
            <p:ph type="dt" sz="half" idx="13"/>
          </p:nvPr>
        </p:nvSpPr>
        <p:spPr>
          <a:xfrm>
            <a:off x="9163627" y="4043299"/>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
        <p:nvSpPr>
          <p:cNvPr id="3" name="Text Box 14">
            <a:extLst>
              <a:ext uri="{FF2B5EF4-FFF2-40B4-BE49-F238E27FC236}">
                <a16:creationId xmlns:a16="http://schemas.microsoft.com/office/drawing/2014/main" id="{4B9A921A-5A1E-39D1-94FE-6E1E04C028AC}"/>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30F6006C-DEAA-A93E-62A5-A2759A856E6B}"/>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611203052"/>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Title - 2 Pics">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CA99E-4AAA-5371-9462-7AD3D7D937C7}"/>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1232" y="0"/>
            <a:ext cx="12188389" cy="6858000"/>
          </a:xfrm>
          <a:prstGeom prst="rect">
            <a:avLst/>
          </a:prstGeom>
        </p:spPr>
      </p:pic>
      <p:sp>
        <p:nvSpPr>
          <p:cNvPr id="14" name="Title 5"/>
          <p:cNvSpPr>
            <a:spLocks noGrp="1"/>
          </p:cNvSpPr>
          <p:nvPr>
            <p:ph type="title"/>
          </p:nvPr>
        </p:nvSpPr>
        <p:spPr>
          <a:xfrm>
            <a:off x="266700" y="265872"/>
            <a:ext cx="5829300" cy="1671543"/>
          </a:xfrm>
          <a:noFill/>
          <a:ln w="1905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220046" y="265872"/>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6" name="Picture Placeholder 16"/>
          <p:cNvSpPr>
            <a:spLocks noGrp="1" noChangeAspect="1"/>
          </p:cNvSpPr>
          <p:nvPr>
            <p:ph type="pic" sz="quarter" idx="14"/>
          </p:nvPr>
        </p:nvSpPr>
        <p:spPr>
          <a:xfrm>
            <a:off x="6220046" y="3528391"/>
            <a:ext cx="5705253"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7" name="Text Placeholder 6"/>
          <p:cNvSpPr>
            <a:spLocks noGrp="1"/>
          </p:cNvSpPr>
          <p:nvPr>
            <p:ph type="body" sz="quarter" idx="15"/>
          </p:nvPr>
        </p:nvSpPr>
        <p:spPr>
          <a:xfrm>
            <a:off x="266700" y="2059389"/>
            <a:ext cx="5816600" cy="33079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qr code&#10;&#10;Description automatically generated">
            <a:extLst>
              <a:ext uri="{FF2B5EF4-FFF2-40B4-BE49-F238E27FC236}">
                <a16:creationId xmlns:a16="http://schemas.microsoft.com/office/drawing/2014/main" id="{CC1A89D0-0707-593E-6331-0996B0CFBFA9}"/>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677665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Title - 3 Pics (horizontal)">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08A2208-647F-606B-8F64-F37557D56788}"/>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5"/>
          <p:cNvSpPr>
            <a:spLocks noGrp="1"/>
          </p:cNvSpPr>
          <p:nvPr>
            <p:ph type="title"/>
          </p:nvPr>
        </p:nvSpPr>
        <p:spPr>
          <a:xfrm>
            <a:off x="266700" y="260931"/>
            <a:ext cx="5821279"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15" name="Picture Placeholder 16"/>
          <p:cNvSpPr>
            <a:spLocks noGrp="1" noChangeAspect="1"/>
          </p:cNvSpPr>
          <p:nvPr>
            <p:ph type="pic" sz="quarter" idx="13"/>
          </p:nvPr>
        </p:nvSpPr>
        <p:spPr>
          <a:xfrm>
            <a:off x="6346659" y="260931"/>
            <a:ext cx="5578641" cy="3081131"/>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9" name="Picture Placeholder 16"/>
          <p:cNvSpPr>
            <a:spLocks noGrp="1"/>
          </p:cNvSpPr>
          <p:nvPr>
            <p:ph type="pic" sz="quarter" idx="15"/>
          </p:nvPr>
        </p:nvSpPr>
        <p:spPr>
          <a:xfrm>
            <a:off x="8610600"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3" name="Content Placeholder 2"/>
          <p:cNvSpPr>
            <a:spLocks noGrp="1"/>
          </p:cNvSpPr>
          <p:nvPr>
            <p:ph sz="quarter" idx="17"/>
          </p:nvPr>
        </p:nvSpPr>
        <p:spPr>
          <a:xfrm>
            <a:off x="266700" y="2058988"/>
            <a:ext cx="5808663" cy="3308350"/>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16"/>
          <p:cNvSpPr>
            <a:spLocks noGrp="1"/>
          </p:cNvSpPr>
          <p:nvPr>
            <p:ph type="pic" sz="quarter" idx="16"/>
          </p:nvPr>
        </p:nvSpPr>
        <p:spPr>
          <a:xfrm>
            <a:off x="5140944" y="3507454"/>
            <a:ext cx="3314700" cy="3093720"/>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B1CCCAD0-1673-986A-13CB-641150EDAA17}"/>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388156897"/>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Title - 4 Pic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72CCC1-BFFC-C6EA-3790-7E99857DF180}"/>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3" name="Text Placeholder 2"/>
          <p:cNvSpPr>
            <a:spLocks noGrp="1"/>
          </p:cNvSpPr>
          <p:nvPr>
            <p:ph type="body" sz="quarter" idx="19"/>
          </p:nvPr>
        </p:nvSpPr>
        <p:spPr>
          <a:xfrm>
            <a:off x="381000" y="2059387"/>
            <a:ext cx="4867275" cy="331588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16"/>
          <p:cNvSpPr>
            <a:spLocks noGrp="1"/>
          </p:cNvSpPr>
          <p:nvPr>
            <p:ph type="pic" sz="quarter" idx="15"/>
          </p:nvPr>
        </p:nvSpPr>
        <p:spPr>
          <a:xfrm>
            <a:off x="8723481"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9" name="Picture Placeholder 16"/>
          <p:cNvSpPr>
            <a:spLocks noGrp="1"/>
          </p:cNvSpPr>
          <p:nvPr>
            <p:ph type="pic" sz="quarter" idx="16"/>
          </p:nvPr>
        </p:nvSpPr>
        <p:spPr>
          <a:xfrm>
            <a:off x="5371264" y="3423957"/>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20" name="Picture Placeholder 16"/>
          <p:cNvSpPr>
            <a:spLocks noGrp="1"/>
          </p:cNvSpPr>
          <p:nvPr>
            <p:ph type="pic" sz="quarter" idx="17"/>
          </p:nvPr>
        </p:nvSpPr>
        <p:spPr>
          <a:xfrm>
            <a:off x="8723481"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sp>
        <p:nvSpPr>
          <p:cNvPr id="14" name="Title 5"/>
          <p:cNvSpPr>
            <a:spLocks noGrp="1"/>
          </p:cNvSpPr>
          <p:nvPr>
            <p:ph type="title"/>
          </p:nvPr>
        </p:nvSpPr>
        <p:spPr>
          <a:xfrm>
            <a:off x="381000" y="265872"/>
            <a:ext cx="4866861" cy="1671543"/>
          </a:xfrm>
          <a:noFill/>
          <a:ln w="12700">
            <a:solidFill>
              <a:schemeClr val="accent3"/>
            </a:solidFill>
          </a:ln>
        </p:spPr>
        <p:txBody>
          <a:bodyPr/>
          <a:lstStyle>
            <a:lvl1pPr>
              <a:defRPr>
                <a:solidFill>
                  <a:schemeClr val="accent3"/>
                </a:solidFill>
              </a:defRPr>
            </a:lvl1pPr>
          </a:lstStyle>
          <a:p>
            <a:r>
              <a:rPr lang="en-US"/>
              <a:t>Click to edit Master title style</a:t>
            </a:r>
          </a:p>
        </p:txBody>
      </p:sp>
      <p:sp>
        <p:nvSpPr>
          <p:cNvPr id="21" name="Picture Placeholder 16"/>
          <p:cNvSpPr>
            <a:spLocks noGrp="1"/>
          </p:cNvSpPr>
          <p:nvPr>
            <p:ph type="pic" sz="quarter" idx="18"/>
          </p:nvPr>
        </p:nvSpPr>
        <p:spPr>
          <a:xfrm>
            <a:off x="5371264" y="265872"/>
            <a:ext cx="3201819" cy="2988364"/>
          </a:xfrm>
          <a:prstGeom prst="rect">
            <a:avLst/>
          </a:prstGeom>
          <a:solidFill>
            <a:schemeClr val="tx2"/>
          </a:solidFill>
          <a:ln w="38100">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solidFill>
                  <a:schemeClr val="tx1"/>
                </a:solidFill>
              </a:defRPr>
            </a:lvl1pPr>
          </a:lstStyle>
          <a:p>
            <a:r>
              <a:rPr lang="en-US" dirty="0"/>
              <a:t>Click icon to add picture</a:t>
            </a:r>
          </a:p>
        </p:txBody>
      </p:sp>
      <p:pic>
        <p:nvPicPr>
          <p:cNvPr id="5" name="Picture 4" descr="A picture containing qr code&#10;&#10;Description automatically generated">
            <a:extLst>
              <a:ext uri="{FF2B5EF4-FFF2-40B4-BE49-F238E27FC236}">
                <a16:creationId xmlns:a16="http://schemas.microsoft.com/office/drawing/2014/main" id="{6E24EF9F-84E9-63AF-E2E6-C9F20CDDF17F}"/>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2082985024"/>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itle - 3 Pics (vertical)">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56BFFC-FD6D-D4CC-D857-29E26DC42C8B}"/>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16" name="TextBox 15"/>
          <p:cNvSpPr txBox="1"/>
          <p:nvPr userDrawn="1"/>
        </p:nvSpPr>
        <p:spPr>
          <a:xfrm>
            <a:off x="266700" y="5217495"/>
            <a:ext cx="4337105" cy="357790"/>
          </a:xfrm>
          <a:prstGeom prst="rect">
            <a:avLst/>
          </a:prstGeom>
          <a:noFill/>
          <a:ln>
            <a:solidFill>
              <a:schemeClr val="accent3"/>
            </a:solidFill>
          </a:ln>
        </p:spPr>
        <p:txBody>
          <a:bodyPr wrap="square" lIns="91440" tIns="0">
            <a:spAutoFit/>
          </a:bodyPr>
          <a:lstStyle/>
          <a:p>
            <a:r>
              <a:rPr lang="en-US" altLang="en-US" sz="675" i="1" dirty="0">
                <a:solidFill>
                  <a:schemeClr val="tx2"/>
                </a:solidFill>
              </a:rPr>
              <a:t>“</a:t>
            </a:r>
            <a:r>
              <a:rPr lang="en-US" sz="675" i="1" dirty="0">
                <a:solidFill>
                  <a:schemeClr val="tx2"/>
                </a:solidFill>
              </a:rPr>
              <a:t>The views, opinions and findings contained in this report are those of the authors(s) and should not be construed as an official Department of the Army position, policy or decision, unless so designated by other official documentation.</a:t>
            </a:r>
            <a:r>
              <a:rPr lang="en-US" altLang="en-US" sz="675" i="1" dirty="0">
                <a:solidFill>
                  <a:schemeClr val="tx2"/>
                </a:solidFill>
              </a:rPr>
              <a:t>”</a:t>
            </a:r>
            <a:endParaRPr lang="en-US" sz="675" i="1" dirty="0">
              <a:solidFill>
                <a:schemeClr val="tx2"/>
              </a:solidFill>
            </a:endParaRPr>
          </a:p>
        </p:txBody>
      </p:sp>
      <p:sp>
        <p:nvSpPr>
          <p:cNvPr id="18" name="Picture Placeholder 16"/>
          <p:cNvSpPr>
            <a:spLocks noGrp="1" noChangeAspect="1"/>
          </p:cNvSpPr>
          <p:nvPr>
            <p:ph type="pic" sz="quarter" idx="13"/>
          </p:nvPr>
        </p:nvSpPr>
        <p:spPr>
          <a:xfrm>
            <a:off x="8500460" y="3880886"/>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19" name="Picture Placeholder 16"/>
          <p:cNvSpPr>
            <a:spLocks noGrp="1" noChangeAspect="1"/>
          </p:cNvSpPr>
          <p:nvPr>
            <p:ph type="pic" sz="quarter" idx="14"/>
          </p:nvPr>
        </p:nvSpPr>
        <p:spPr>
          <a:xfrm>
            <a:off x="8500460" y="1227138"/>
            <a:ext cx="3424840" cy="2548885"/>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0" name="Picture Placeholder 16"/>
          <p:cNvSpPr>
            <a:spLocks noGrp="1" noChangeAspect="1"/>
          </p:cNvSpPr>
          <p:nvPr>
            <p:ph type="pic" sz="quarter" idx="15"/>
          </p:nvPr>
        </p:nvSpPr>
        <p:spPr>
          <a:xfrm>
            <a:off x="4726057" y="1227138"/>
            <a:ext cx="3689406" cy="521164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none"/>
        </p:style>
        <p:txBody>
          <a:bodyPr/>
          <a:lstStyle>
            <a:lvl1pPr>
              <a:defRPr>
                <a:ln>
                  <a:noFill/>
                </a:ln>
              </a:defRPr>
            </a:lvl1pPr>
          </a:lstStyle>
          <a:p>
            <a:r>
              <a:rPr lang="en-US" dirty="0"/>
              <a:t>Click icon to add picture</a:t>
            </a:r>
          </a:p>
        </p:txBody>
      </p:sp>
      <p:sp>
        <p:nvSpPr>
          <p:cNvPr id="2" name="Title 1"/>
          <p:cNvSpPr>
            <a:spLocks noGrp="1"/>
          </p:cNvSpPr>
          <p:nvPr>
            <p:ph type="title"/>
          </p:nvPr>
        </p:nvSpPr>
        <p:spPr>
          <a:xfrm>
            <a:off x="266700" y="246490"/>
            <a:ext cx="11658600" cy="858437"/>
          </a:xfrm>
          <a:noFill/>
          <a:ln w="12700">
            <a:solidFill>
              <a:schemeClr val="accent3"/>
            </a:solidFill>
          </a:ln>
        </p:spPr>
        <p:txBody>
          <a:bodyPr/>
          <a:lstStyle>
            <a:lvl1pPr>
              <a:defRPr>
                <a:ln>
                  <a:noFill/>
                </a:ln>
                <a:solidFill>
                  <a:schemeClr val="accent3"/>
                </a:solidFill>
              </a:defRPr>
            </a:lvl1pPr>
          </a:lstStyle>
          <a:p>
            <a:r>
              <a:rPr lang="en-US"/>
              <a:t>Click to edit Master title style</a:t>
            </a:r>
          </a:p>
        </p:txBody>
      </p:sp>
      <p:sp>
        <p:nvSpPr>
          <p:cNvPr id="4" name="Text Placeholder 3"/>
          <p:cNvSpPr>
            <a:spLocks noGrp="1"/>
          </p:cNvSpPr>
          <p:nvPr>
            <p:ph type="body" sz="quarter" idx="16"/>
          </p:nvPr>
        </p:nvSpPr>
        <p:spPr>
          <a:xfrm>
            <a:off x="266700" y="1227138"/>
            <a:ext cx="4337105" cy="3957637"/>
          </a:xfrm>
          <a:ln>
            <a:solidFill>
              <a:schemeClr val="accent3"/>
            </a:solidFill>
          </a:ln>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A picture containing qr code&#10;&#10;Description automatically generated">
            <a:extLst>
              <a:ext uri="{FF2B5EF4-FFF2-40B4-BE49-F238E27FC236}">
                <a16:creationId xmlns:a16="http://schemas.microsoft.com/office/drawing/2014/main" id="{C912A723-62E0-165E-E69D-37E2F11B60E2}"/>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129640608"/>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F2E2B7-DF31-70A6-E4D2-4624E105957F}"/>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20657" y="0"/>
            <a:ext cx="12188389" cy="6858000"/>
          </a:xfrm>
          <a:prstGeom prst="rect">
            <a:avLst/>
          </a:prstGeom>
        </p:spPr>
      </p:pic>
      <p:sp>
        <p:nvSpPr>
          <p:cNvPr id="2" name="Title 1">
            <a:extLst>
              <a:ext uri="{FF2B5EF4-FFF2-40B4-BE49-F238E27FC236}">
                <a16:creationId xmlns:a16="http://schemas.microsoft.com/office/drawing/2014/main" id="{4141B23B-C834-C81E-D8E7-0BA48DA2587E}"/>
              </a:ext>
            </a:extLst>
          </p:cNvPr>
          <p:cNvSpPr>
            <a:spLocks noGrp="1"/>
          </p:cNvSpPr>
          <p:nvPr>
            <p:ph type="title"/>
          </p:nvPr>
        </p:nvSpPr>
        <p:spPr>
          <a:xfrm>
            <a:off x="839788" y="457200"/>
            <a:ext cx="3932237" cy="1600200"/>
          </a:xfrm>
          <a:ln>
            <a:solidFill>
              <a:schemeClr val="accent3"/>
            </a:solidFill>
          </a:ln>
        </p:spPr>
        <p:txBody>
          <a:bodyPr anchor="b"/>
          <a:lstStyle>
            <a:lvl1pPr>
              <a:defRPr sz="3200">
                <a:solidFill>
                  <a:schemeClr val="accent3"/>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2AAF989E-3D4E-5DEB-5949-C26E481EBBD7}"/>
              </a:ext>
            </a:extLst>
          </p:cNvPr>
          <p:cNvSpPr>
            <a:spLocks noGrp="1"/>
          </p:cNvSpPr>
          <p:nvPr>
            <p:ph type="pic" idx="1"/>
          </p:nvPr>
        </p:nvSpPr>
        <p:spPr>
          <a:xfrm>
            <a:off x="5183188" y="457200"/>
            <a:ext cx="6172200" cy="5038825"/>
          </a:xfrm>
          <a:solidFill>
            <a:schemeClr val="tx2"/>
          </a:solidFill>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43D5C51-ECC5-2E2F-3751-18DE050DFD6B}"/>
              </a:ext>
            </a:extLst>
          </p:cNvPr>
          <p:cNvSpPr>
            <a:spLocks noGrp="1"/>
          </p:cNvSpPr>
          <p:nvPr>
            <p:ph type="body" sz="half" idx="2"/>
          </p:nvPr>
        </p:nvSpPr>
        <p:spPr>
          <a:xfrm>
            <a:off x="839788" y="2194560"/>
            <a:ext cx="3932237" cy="3301465"/>
          </a:xfrm>
          <a:ln>
            <a:solidFill>
              <a:schemeClr val="accent3"/>
            </a:solidFill>
          </a:ln>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qr code&#10;&#10;Description automatically generated">
            <a:extLst>
              <a:ext uri="{FF2B5EF4-FFF2-40B4-BE49-F238E27FC236}">
                <a16:creationId xmlns:a16="http://schemas.microsoft.com/office/drawing/2014/main" id="{352CF3A3-D550-E6AC-ECAB-2839AC0D0355}"/>
              </a:ext>
            </a:extLst>
          </p:cNvPr>
          <p:cNvPicPr>
            <a:picLocks noChangeAspect="1"/>
          </p:cNvPicPr>
          <p:nvPr userDrawn="1"/>
        </p:nvPicPr>
        <p:blipFill>
          <a:blip r:embed="rId3"/>
          <a:stretch>
            <a:fillRect/>
          </a:stretch>
        </p:blipFill>
        <p:spPr>
          <a:xfrm>
            <a:off x="190500" y="5602330"/>
            <a:ext cx="2402348" cy="1065985"/>
          </a:xfrm>
          <a:prstGeom prst="rect">
            <a:avLst/>
          </a:prstGeom>
        </p:spPr>
      </p:pic>
    </p:spTree>
    <p:extLst>
      <p:ext uri="{BB962C8B-B14F-4D97-AF65-F5344CB8AC3E}">
        <p14:creationId xmlns:p14="http://schemas.microsoft.com/office/powerpoint/2010/main" val="601289768"/>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hart Color Layout">
    <p:spTree>
      <p:nvGrpSpPr>
        <p:cNvPr id="1" name=""/>
        <p:cNvGrpSpPr/>
        <p:nvPr/>
      </p:nvGrpSpPr>
      <p:grpSpPr>
        <a:xfrm>
          <a:off x="0" y="0"/>
          <a:ext cx="0" cy="0"/>
          <a:chOff x="0" y="0"/>
          <a:chExt cx="0" cy="0"/>
        </a:xfrm>
      </p:grpSpPr>
      <p:sp>
        <p:nvSpPr>
          <p:cNvPr id="10" name="Chart Placeholder 9"/>
          <p:cNvSpPr>
            <a:spLocks noGrp="1"/>
          </p:cNvSpPr>
          <p:nvPr>
            <p:ph type="chart" sz="quarter" idx="12"/>
          </p:nvPr>
        </p:nvSpPr>
        <p:spPr>
          <a:xfrm>
            <a:off x="266700" y="1028700"/>
            <a:ext cx="11658599" cy="5600700"/>
          </a:xfrm>
        </p:spPr>
        <p:txBody>
          <a:bodyPr/>
          <a:lstStyle/>
          <a:p>
            <a:endParaRPr lang="en-US" dirty="0"/>
          </a:p>
        </p:txBody>
      </p:sp>
      <p:sp>
        <p:nvSpPr>
          <p:cNvPr id="3" name="Date Placeholder 2">
            <a:extLst>
              <a:ext uri="{FF2B5EF4-FFF2-40B4-BE49-F238E27FC236}">
                <a16:creationId xmlns:a16="http://schemas.microsoft.com/office/drawing/2014/main" id="{A3619AFA-4A38-490D-A5F0-BADCBB95D733}"/>
              </a:ext>
            </a:extLst>
          </p:cNvPr>
          <p:cNvSpPr>
            <a:spLocks noGrp="1"/>
          </p:cNvSpPr>
          <p:nvPr>
            <p:ph type="dt" sz="half" idx="13"/>
          </p:nvPr>
        </p:nvSpPr>
        <p:spPr/>
        <p:txBody>
          <a:bodyPr/>
          <a:lstStyle/>
          <a:p>
            <a:endParaRPr lang="en-US" dirty="0"/>
          </a:p>
        </p:txBody>
      </p:sp>
      <p:sp>
        <p:nvSpPr>
          <p:cNvPr id="4" name="Footer Placeholder 3">
            <a:extLst>
              <a:ext uri="{FF2B5EF4-FFF2-40B4-BE49-F238E27FC236}">
                <a16:creationId xmlns:a16="http://schemas.microsoft.com/office/drawing/2014/main" id="{64AB4267-87B5-4161-84B6-F192661295C3}"/>
              </a:ext>
            </a:extLst>
          </p:cNvPr>
          <p:cNvSpPr>
            <a:spLocks noGrp="1"/>
          </p:cNvSpPr>
          <p:nvPr>
            <p:ph type="ftr" sz="quarter" idx="14"/>
          </p:nvPr>
        </p:nvSpPr>
        <p:spPr/>
        <p:txBody>
          <a:bodyPr/>
          <a:lstStyle/>
          <a:p>
            <a:r>
              <a:rPr lang="en-US" dirty="0"/>
              <a:t>EEAS Industry Day 2025</a:t>
            </a:r>
          </a:p>
        </p:txBody>
      </p:sp>
      <p:sp>
        <p:nvSpPr>
          <p:cNvPr id="6" name="Title 5">
            <a:extLst>
              <a:ext uri="{FF2B5EF4-FFF2-40B4-BE49-F238E27FC236}">
                <a16:creationId xmlns:a16="http://schemas.microsoft.com/office/drawing/2014/main" id="{1FDFC77C-D990-FC23-7F32-24231C7AF06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4115466"/>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Reference ONLY">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510689-FF1B-863B-E08A-0D6B1DD61503}"/>
              </a:ext>
            </a:extLst>
          </p:cNvPr>
          <p:cNvPicPr>
            <a:picLocks noChangeAspect="1"/>
          </p:cNvPicPr>
          <p:nvPr userDrawn="1"/>
        </p:nvPicPr>
        <p:blipFill>
          <a:blip r:embed="rId2"/>
          <a:stretch>
            <a:fillRect/>
          </a:stretch>
        </p:blipFill>
        <p:spPr>
          <a:xfrm>
            <a:off x="934316" y="10952"/>
            <a:ext cx="10286134" cy="6847048"/>
          </a:xfrm>
          <a:prstGeom prst="rect">
            <a:avLst/>
          </a:prstGeom>
        </p:spPr>
      </p:pic>
    </p:spTree>
    <p:extLst>
      <p:ext uri="{BB962C8B-B14F-4D97-AF65-F5344CB8AC3E}">
        <p14:creationId xmlns:p14="http://schemas.microsoft.com/office/powerpoint/2010/main" val="3981107559"/>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Section header - no Sub-Hea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9860E5-FB16-921B-9978-59B24F56F9F5}"/>
              </a:ext>
            </a:extLst>
          </p:cNvPr>
          <p:cNvPicPr>
            <a:picLocks noChangeAspect="1"/>
          </p:cNvPicPr>
          <p:nvPr userDrawn="1"/>
        </p:nvPicPr>
        <p:blipFill>
          <a:blip r:embed="rId2">
            <a:alphaModFix amt="15000"/>
            <a:extLst>
              <a:ext uri="{28A0092B-C50C-407E-A947-70E740481C1C}">
                <a14:useLocalDpi xmlns:a14="http://schemas.microsoft.com/office/drawing/2010/main"/>
              </a:ext>
            </a:extLst>
          </a:blip>
          <a:stretch>
            <a:fillRect/>
          </a:stretch>
        </p:blipFill>
        <p:spPr>
          <a:xfrm>
            <a:off x="1805" y="0"/>
            <a:ext cx="12188389" cy="6858000"/>
          </a:xfrm>
          <a:prstGeom prst="rect">
            <a:avLst/>
          </a:prstGeom>
        </p:spPr>
      </p:pic>
      <p:sp>
        <p:nvSpPr>
          <p:cNvPr id="14" name="Title Placeholder 1"/>
          <p:cNvSpPr>
            <a:spLocks noGrp="1"/>
          </p:cNvSpPr>
          <p:nvPr>
            <p:ph type="title"/>
          </p:nvPr>
        </p:nvSpPr>
        <p:spPr bwMode="auto">
          <a:xfrm>
            <a:off x="266700" y="2286001"/>
            <a:ext cx="11658600" cy="1285874"/>
          </a:xfrm>
          <a:prstGeom prst="rect">
            <a:avLst/>
          </a:prstGeom>
          <a:noFill/>
          <a:ln w="9525">
            <a:solidFill>
              <a:schemeClr val="accent3"/>
            </a:solidFill>
            <a:miter lim="800000"/>
            <a:headEnd/>
            <a:tailEnd/>
          </a:ln>
        </p:spPr>
        <p:txBody>
          <a:bodyPr anchor="ctr"/>
          <a:lstStyle>
            <a:lvl1pPr>
              <a:defRPr sz="3200" baseline="0">
                <a:solidFill>
                  <a:schemeClr val="accent3"/>
                </a:solidFill>
              </a:defRPr>
            </a:lvl1pPr>
          </a:lstStyle>
          <a:p>
            <a:pPr lvl="0"/>
            <a:r>
              <a:rPr lang="en-US"/>
              <a:t>Click to edit Master title style</a:t>
            </a:r>
          </a:p>
        </p:txBody>
      </p:sp>
      <p:sp>
        <p:nvSpPr>
          <p:cNvPr id="3" name="Text Box 14">
            <a:extLst>
              <a:ext uri="{FF2B5EF4-FFF2-40B4-BE49-F238E27FC236}">
                <a16:creationId xmlns:a16="http://schemas.microsoft.com/office/drawing/2014/main" id="{B8FD0A53-E9E1-93CC-5F3F-ED183C4566E7}"/>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pic>
        <p:nvPicPr>
          <p:cNvPr id="6" name="Picture 5" descr="A picture containing qr code&#10;&#10;Description automatically generated">
            <a:extLst>
              <a:ext uri="{FF2B5EF4-FFF2-40B4-BE49-F238E27FC236}">
                <a16:creationId xmlns:a16="http://schemas.microsoft.com/office/drawing/2014/main" id="{1100FC8E-3C81-583C-9A23-08A75A2C4FEC}"/>
              </a:ext>
            </a:extLst>
          </p:cNvPr>
          <p:cNvPicPr>
            <a:picLocks noChangeAspect="1"/>
          </p:cNvPicPr>
          <p:nvPr userDrawn="1"/>
        </p:nvPicPr>
        <p:blipFill>
          <a:blip r:embed="rId3"/>
          <a:stretch>
            <a:fillRect/>
          </a:stretch>
        </p:blipFill>
        <p:spPr>
          <a:xfrm>
            <a:off x="190500" y="5602330"/>
            <a:ext cx="2402348" cy="1065985"/>
          </a:xfrm>
          <a:prstGeom prst="rect">
            <a:avLst/>
          </a:prstGeom>
        </p:spPr>
      </p:pic>
      <p:sp>
        <p:nvSpPr>
          <p:cNvPr id="7" name="Date Placeholder 1">
            <a:extLst>
              <a:ext uri="{FF2B5EF4-FFF2-40B4-BE49-F238E27FC236}">
                <a16:creationId xmlns:a16="http://schemas.microsoft.com/office/drawing/2014/main" id="{22B933D6-5752-A997-866D-7335507E65DB}"/>
              </a:ext>
            </a:extLst>
          </p:cNvPr>
          <p:cNvSpPr>
            <a:spLocks noGrp="1"/>
          </p:cNvSpPr>
          <p:nvPr>
            <p:ph type="dt" sz="half" idx="13"/>
          </p:nvPr>
        </p:nvSpPr>
        <p:spPr>
          <a:xfrm>
            <a:off x="9163627" y="3709924"/>
            <a:ext cx="2761673" cy="385825"/>
          </a:xfrm>
          <a:prstGeom prst="rect">
            <a:avLst/>
          </a:prstGeom>
          <a:ln>
            <a:solidFill>
              <a:schemeClr val="accent3"/>
            </a:solidFill>
          </a:ln>
        </p:spPr>
        <p:txBody>
          <a:bodyPr/>
          <a:lstStyle>
            <a:lvl1pPr algn="ctr">
              <a:defRPr sz="2000">
                <a:solidFill>
                  <a:schemeClr val="accent3"/>
                </a:solidFill>
              </a:defRPr>
            </a:lvl1pPr>
          </a:lstStyle>
          <a:p>
            <a:endParaRPr lang="en-US" dirty="0"/>
          </a:p>
        </p:txBody>
      </p:sp>
    </p:spTree>
    <p:extLst>
      <p:ext uri="{BB962C8B-B14F-4D97-AF65-F5344CB8AC3E}">
        <p14:creationId xmlns:p14="http://schemas.microsoft.com/office/powerpoint/2010/main" val="152702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26" Type="http://schemas.openxmlformats.org/officeDocument/2006/relationships/slideLayout" Target="../slideLayouts/slideLayout53.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slideLayout" Target="../slideLayouts/slideLayout5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29" Type="http://schemas.openxmlformats.org/officeDocument/2006/relationships/image" Target="../media/image1.png"/><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28" Type="http://schemas.openxmlformats.org/officeDocument/2006/relationships/theme" Target="../theme/theme2.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 Id="rId27" Type="http://schemas.openxmlformats.org/officeDocument/2006/relationships/slideLayout" Target="../slideLayouts/slideLayout54.xml"/><Relationship Id="rId30"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29" Type="http://schemas.openxmlformats.org/officeDocument/2006/relationships/image" Target="../media/image1.png"/><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theme" Target="../theme/theme3.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image" Target="../media/image5.png"/><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3" Type="http://schemas.openxmlformats.org/officeDocument/2006/relationships/slideLayout" Target="../slideLayouts/slideLayout84.xml"/><Relationship Id="rId21" Type="http://schemas.openxmlformats.org/officeDocument/2006/relationships/slideLayout" Target="../slideLayouts/slideLayout102.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29" Type="http://schemas.openxmlformats.org/officeDocument/2006/relationships/theme" Target="../theme/theme4.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28" Type="http://schemas.openxmlformats.org/officeDocument/2006/relationships/slideLayout" Target="../slideLayouts/slideLayout109.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31" Type="http://schemas.openxmlformats.org/officeDocument/2006/relationships/image" Target="../media/image5.png"/><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slideLayout" Target="../slideLayouts/slideLayout108.xml"/><Relationship Id="rId30"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7.xml"/><Relationship Id="rId13" Type="http://schemas.openxmlformats.org/officeDocument/2006/relationships/slideLayout" Target="../slideLayouts/slideLayout122.xml"/><Relationship Id="rId18" Type="http://schemas.openxmlformats.org/officeDocument/2006/relationships/slideLayout" Target="../slideLayouts/slideLayout127.xml"/><Relationship Id="rId26" Type="http://schemas.openxmlformats.org/officeDocument/2006/relationships/slideLayout" Target="../slideLayouts/slideLayout135.xml"/><Relationship Id="rId3" Type="http://schemas.openxmlformats.org/officeDocument/2006/relationships/slideLayout" Target="../slideLayouts/slideLayout112.xml"/><Relationship Id="rId21" Type="http://schemas.openxmlformats.org/officeDocument/2006/relationships/slideLayout" Target="../slideLayouts/slideLayout130.xml"/><Relationship Id="rId7" Type="http://schemas.openxmlformats.org/officeDocument/2006/relationships/slideLayout" Target="../slideLayouts/slideLayout116.xml"/><Relationship Id="rId12" Type="http://schemas.openxmlformats.org/officeDocument/2006/relationships/slideLayout" Target="../slideLayouts/slideLayout121.xml"/><Relationship Id="rId17" Type="http://schemas.openxmlformats.org/officeDocument/2006/relationships/slideLayout" Target="../slideLayouts/slideLayout126.xml"/><Relationship Id="rId25" Type="http://schemas.openxmlformats.org/officeDocument/2006/relationships/slideLayout" Target="../slideLayouts/slideLayout134.xml"/><Relationship Id="rId2" Type="http://schemas.openxmlformats.org/officeDocument/2006/relationships/slideLayout" Target="../slideLayouts/slideLayout111.xml"/><Relationship Id="rId16" Type="http://schemas.openxmlformats.org/officeDocument/2006/relationships/slideLayout" Target="../slideLayouts/slideLayout125.xml"/><Relationship Id="rId20" Type="http://schemas.openxmlformats.org/officeDocument/2006/relationships/slideLayout" Target="../slideLayouts/slideLayout129.xml"/><Relationship Id="rId29" Type="http://schemas.openxmlformats.org/officeDocument/2006/relationships/image" Target="../media/image1.png"/><Relationship Id="rId1" Type="http://schemas.openxmlformats.org/officeDocument/2006/relationships/slideLayout" Target="../slideLayouts/slideLayout110.xml"/><Relationship Id="rId6" Type="http://schemas.openxmlformats.org/officeDocument/2006/relationships/slideLayout" Target="../slideLayouts/slideLayout115.xml"/><Relationship Id="rId11" Type="http://schemas.openxmlformats.org/officeDocument/2006/relationships/slideLayout" Target="../slideLayouts/slideLayout120.xml"/><Relationship Id="rId24" Type="http://schemas.openxmlformats.org/officeDocument/2006/relationships/slideLayout" Target="../slideLayouts/slideLayout133.xml"/><Relationship Id="rId5" Type="http://schemas.openxmlformats.org/officeDocument/2006/relationships/slideLayout" Target="../slideLayouts/slideLayout114.xml"/><Relationship Id="rId15" Type="http://schemas.openxmlformats.org/officeDocument/2006/relationships/slideLayout" Target="../slideLayouts/slideLayout124.xml"/><Relationship Id="rId23" Type="http://schemas.openxmlformats.org/officeDocument/2006/relationships/slideLayout" Target="../slideLayouts/slideLayout132.xml"/><Relationship Id="rId28" Type="http://schemas.openxmlformats.org/officeDocument/2006/relationships/theme" Target="../theme/theme5.xml"/><Relationship Id="rId10" Type="http://schemas.openxmlformats.org/officeDocument/2006/relationships/slideLayout" Target="../slideLayouts/slideLayout119.xml"/><Relationship Id="rId19" Type="http://schemas.openxmlformats.org/officeDocument/2006/relationships/slideLayout" Target="../slideLayouts/slideLayout128.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14" Type="http://schemas.openxmlformats.org/officeDocument/2006/relationships/slideLayout" Target="../slideLayouts/slideLayout123.xml"/><Relationship Id="rId22" Type="http://schemas.openxmlformats.org/officeDocument/2006/relationships/slideLayout" Target="../slideLayouts/slideLayout131.xml"/><Relationship Id="rId27" Type="http://schemas.openxmlformats.org/officeDocument/2006/relationships/slideLayout" Target="../slideLayouts/slideLayout136.xml"/><Relationship Id="rId30" Type="http://schemas.openxmlformats.org/officeDocument/2006/relationships/image" Target="../media/image6.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4.xml"/><Relationship Id="rId13" Type="http://schemas.openxmlformats.org/officeDocument/2006/relationships/slideLayout" Target="../slideLayouts/slideLayout149.xml"/><Relationship Id="rId18" Type="http://schemas.openxmlformats.org/officeDocument/2006/relationships/slideLayout" Target="../slideLayouts/slideLayout154.xml"/><Relationship Id="rId26" Type="http://schemas.openxmlformats.org/officeDocument/2006/relationships/slideLayout" Target="../slideLayouts/slideLayout162.xml"/><Relationship Id="rId3" Type="http://schemas.openxmlformats.org/officeDocument/2006/relationships/slideLayout" Target="../slideLayouts/slideLayout139.xml"/><Relationship Id="rId21" Type="http://schemas.openxmlformats.org/officeDocument/2006/relationships/slideLayout" Target="../slideLayouts/slideLayout157.xml"/><Relationship Id="rId7" Type="http://schemas.openxmlformats.org/officeDocument/2006/relationships/slideLayout" Target="../slideLayouts/slideLayout143.xml"/><Relationship Id="rId12" Type="http://schemas.openxmlformats.org/officeDocument/2006/relationships/slideLayout" Target="../slideLayouts/slideLayout148.xml"/><Relationship Id="rId17" Type="http://schemas.openxmlformats.org/officeDocument/2006/relationships/slideLayout" Target="../slideLayouts/slideLayout153.xml"/><Relationship Id="rId25" Type="http://schemas.openxmlformats.org/officeDocument/2006/relationships/slideLayout" Target="../slideLayouts/slideLayout161.xml"/><Relationship Id="rId2" Type="http://schemas.openxmlformats.org/officeDocument/2006/relationships/slideLayout" Target="../slideLayouts/slideLayout138.xml"/><Relationship Id="rId16" Type="http://schemas.openxmlformats.org/officeDocument/2006/relationships/slideLayout" Target="../slideLayouts/slideLayout152.xml"/><Relationship Id="rId20" Type="http://schemas.openxmlformats.org/officeDocument/2006/relationships/slideLayout" Target="../slideLayouts/slideLayout156.xml"/><Relationship Id="rId29" Type="http://schemas.openxmlformats.org/officeDocument/2006/relationships/image" Target="../media/image1.png"/><Relationship Id="rId1" Type="http://schemas.openxmlformats.org/officeDocument/2006/relationships/slideLayout" Target="../slideLayouts/slideLayout137.xml"/><Relationship Id="rId6" Type="http://schemas.openxmlformats.org/officeDocument/2006/relationships/slideLayout" Target="../slideLayouts/slideLayout142.xml"/><Relationship Id="rId11" Type="http://schemas.openxmlformats.org/officeDocument/2006/relationships/slideLayout" Target="../slideLayouts/slideLayout147.xml"/><Relationship Id="rId24" Type="http://schemas.openxmlformats.org/officeDocument/2006/relationships/slideLayout" Target="../slideLayouts/slideLayout160.xml"/><Relationship Id="rId5" Type="http://schemas.openxmlformats.org/officeDocument/2006/relationships/slideLayout" Target="../slideLayouts/slideLayout141.xml"/><Relationship Id="rId15" Type="http://schemas.openxmlformats.org/officeDocument/2006/relationships/slideLayout" Target="../slideLayouts/slideLayout151.xml"/><Relationship Id="rId23" Type="http://schemas.openxmlformats.org/officeDocument/2006/relationships/slideLayout" Target="../slideLayouts/slideLayout159.xml"/><Relationship Id="rId28" Type="http://schemas.openxmlformats.org/officeDocument/2006/relationships/theme" Target="../theme/theme6.xml"/><Relationship Id="rId10" Type="http://schemas.openxmlformats.org/officeDocument/2006/relationships/slideLayout" Target="../slideLayouts/slideLayout146.xml"/><Relationship Id="rId19" Type="http://schemas.openxmlformats.org/officeDocument/2006/relationships/slideLayout" Target="../slideLayouts/slideLayout155.xml"/><Relationship Id="rId4" Type="http://schemas.openxmlformats.org/officeDocument/2006/relationships/slideLayout" Target="../slideLayouts/slideLayout140.xml"/><Relationship Id="rId9" Type="http://schemas.openxmlformats.org/officeDocument/2006/relationships/slideLayout" Target="../slideLayouts/slideLayout145.xml"/><Relationship Id="rId14" Type="http://schemas.openxmlformats.org/officeDocument/2006/relationships/slideLayout" Target="../slideLayouts/slideLayout150.xml"/><Relationship Id="rId22" Type="http://schemas.openxmlformats.org/officeDocument/2006/relationships/slideLayout" Target="../slideLayouts/slideLayout158.xml"/><Relationship Id="rId27" Type="http://schemas.openxmlformats.org/officeDocument/2006/relationships/slideLayout" Target="../slideLayouts/slideLayout163.xml"/><Relationship Id="rId30" Type="http://schemas.openxmlformats.org/officeDocument/2006/relationships/image" Target="../media/image6.png"/></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166.xml"/><Relationship Id="rId2" Type="http://schemas.openxmlformats.org/officeDocument/2006/relationships/slideLayout" Target="../slideLayouts/slideLayout165.xml"/><Relationship Id="rId1" Type="http://schemas.openxmlformats.org/officeDocument/2006/relationships/slideLayout" Target="../slideLayouts/slideLayout164.xml"/><Relationship Id="rId5" Type="http://schemas.openxmlformats.org/officeDocument/2006/relationships/image" Target="../media/image1.png"/><Relationship Id="rId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r>
              <a:rPr lang="en-US" dirty="0"/>
              <a:t>EEAS Industry Day 2025</a:t>
            </a:r>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266700" y="319470"/>
            <a:ext cx="681666" cy="451942"/>
          </a:xfrm>
          <a:prstGeom prst="rect">
            <a:avLst/>
          </a:prstGeom>
        </p:spPr>
      </p:pic>
    </p:spTree>
    <p:extLst>
      <p:ext uri="{BB962C8B-B14F-4D97-AF65-F5344CB8AC3E}">
        <p14:creationId xmlns:p14="http://schemas.microsoft.com/office/powerpoint/2010/main" val="2346450069"/>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2" r:id="rId5"/>
    <p:sldLayoutId id="2147483973" r:id="rId6"/>
    <p:sldLayoutId id="2147483974" r:id="rId7"/>
    <p:sldLayoutId id="2147483975" r:id="rId8"/>
    <p:sldLayoutId id="2147483976" r:id="rId9"/>
    <p:sldLayoutId id="2147483977" r:id="rId10"/>
    <p:sldLayoutId id="2147483978" r:id="rId11"/>
    <p:sldLayoutId id="2147483979" r:id="rId12"/>
    <p:sldLayoutId id="2147483980" r:id="rId13"/>
    <p:sldLayoutId id="2147483981" r:id="rId14"/>
    <p:sldLayoutId id="2147483982" r:id="rId15"/>
    <p:sldLayoutId id="2147483983" r:id="rId16"/>
    <p:sldLayoutId id="2147483984" r:id="rId17"/>
    <p:sldLayoutId id="2147483985" r:id="rId18"/>
    <p:sldLayoutId id="2147484079" r:id="rId19"/>
    <p:sldLayoutId id="2147483987" r:id="rId20"/>
    <p:sldLayoutId id="2147483988" r:id="rId21"/>
    <p:sldLayoutId id="2147483989" r:id="rId22"/>
    <p:sldLayoutId id="2147483990" r:id="rId23"/>
    <p:sldLayoutId id="2147483991" r:id="rId24"/>
    <p:sldLayoutId id="2147483992" r:id="rId25"/>
    <p:sldLayoutId id="2147483993" r:id="rId26"/>
    <p:sldLayoutId id="2147484109" r:id="rId27"/>
  </p:sldLayoutIdLst>
  <p:hf sldNum="0"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r>
              <a:rPr lang="en-US" dirty="0"/>
              <a:t>EEAS Industry Day 2025</a:t>
            </a:r>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266700" y="319470"/>
            <a:ext cx="681666" cy="451942"/>
          </a:xfrm>
          <a:prstGeom prst="rect">
            <a:avLst/>
          </a:prstGeom>
        </p:spPr>
      </p:pic>
      <p:sp>
        <p:nvSpPr>
          <p:cNvPr id="2" name="TextBox 1">
            <a:extLst>
              <a:ext uri="{FF2B5EF4-FFF2-40B4-BE49-F238E27FC236}">
                <a16:creationId xmlns:a16="http://schemas.microsoft.com/office/drawing/2014/main" id="{13C93DB8-8109-4839-4533-D52647F330B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3" name="TextBox 2">
            <a:extLst>
              <a:ext uri="{FF2B5EF4-FFF2-40B4-BE49-F238E27FC236}">
                <a16:creationId xmlns:a16="http://schemas.microsoft.com/office/drawing/2014/main" id="{D4AA7094-B510-FCCE-91B2-CBD23BFDE2C0}"/>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095872165"/>
      </p:ext>
    </p:extLst>
  </p:cSld>
  <p:clrMap bg1="lt1" tx1="dk1" bg2="lt2" tx2="dk2" accent1="accent1" accent2="accent2" accent3="accent3" accent4="accent4" accent5="accent5" accent6="accent6" hlink="hlink" folHlink="folHlink"/>
  <p:sldLayoutIdLst>
    <p:sldLayoutId id="2147484143" r:id="rId1"/>
    <p:sldLayoutId id="2147484144" r:id="rId2"/>
    <p:sldLayoutId id="2147484145" r:id="rId3"/>
    <p:sldLayoutId id="2147484146" r:id="rId4"/>
    <p:sldLayoutId id="2147484147" r:id="rId5"/>
    <p:sldLayoutId id="2147484148" r:id="rId6"/>
    <p:sldLayoutId id="2147484149" r:id="rId7"/>
    <p:sldLayoutId id="2147484150" r:id="rId8"/>
    <p:sldLayoutId id="2147484151" r:id="rId9"/>
    <p:sldLayoutId id="2147484152" r:id="rId10"/>
    <p:sldLayoutId id="2147484153" r:id="rId11"/>
    <p:sldLayoutId id="2147484154" r:id="rId12"/>
    <p:sldLayoutId id="2147484155" r:id="rId13"/>
    <p:sldLayoutId id="2147484156" r:id="rId14"/>
    <p:sldLayoutId id="2147484157" r:id="rId15"/>
    <p:sldLayoutId id="2147484158" r:id="rId16"/>
    <p:sldLayoutId id="2147484159" r:id="rId17"/>
    <p:sldLayoutId id="2147484160" r:id="rId18"/>
    <p:sldLayoutId id="2147484161" r:id="rId19"/>
    <p:sldLayoutId id="2147484162" r:id="rId20"/>
    <p:sldLayoutId id="2147484163" r:id="rId21"/>
    <p:sldLayoutId id="2147484164" r:id="rId22"/>
    <p:sldLayoutId id="2147484165" r:id="rId23"/>
    <p:sldLayoutId id="2147484166" r:id="rId24"/>
    <p:sldLayoutId id="2147484167" r:id="rId25"/>
    <p:sldLayoutId id="2147484168" r:id="rId26"/>
    <p:sldLayoutId id="2147484169" r:id="rId27"/>
  </p:sldLayoutIdLst>
  <p:hf sldNum="0"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r>
              <a:rPr lang="en-US" dirty="0"/>
              <a:t>EEAS Industry Day 2025</a:t>
            </a:r>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40725888"/>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 id="2147484055" r:id="rId4"/>
    <p:sldLayoutId id="2147484056" r:id="rId5"/>
    <p:sldLayoutId id="2147484057" r:id="rId6"/>
    <p:sldLayoutId id="2147484058" r:id="rId7"/>
    <p:sldLayoutId id="2147484059" r:id="rId8"/>
    <p:sldLayoutId id="2147484060" r:id="rId9"/>
    <p:sldLayoutId id="2147484061" r:id="rId10"/>
    <p:sldLayoutId id="2147484062" r:id="rId11"/>
    <p:sldLayoutId id="2147484063" r:id="rId12"/>
    <p:sldLayoutId id="2147484064" r:id="rId13"/>
    <p:sldLayoutId id="2147484065" r:id="rId14"/>
    <p:sldLayoutId id="2147484066" r:id="rId15"/>
    <p:sldLayoutId id="2147484067" r:id="rId16"/>
    <p:sldLayoutId id="2147484068" r:id="rId17"/>
    <p:sldLayoutId id="2147484069" r:id="rId18"/>
    <p:sldLayoutId id="2147484070" r:id="rId19"/>
    <p:sldLayoutId id="2147484071" r:id="rId20"/>
    <p:sldLayoutId id="2147484072" r:id="rId21"/>
    <p:sldLayoutId id="2147484073" r:id="rId22"/>
    <p:sldLayoutId id="2147484074" r:id="rId23"/>
    <p:sldLayoutId id="2147484075" r:id="rId24"/>
    <p:sldLayoutId id="2147484076" r:id="rId25"/>
    <p:sldLayoutId id="2147484077" r:id="rId26"/>
    <p:sldLayoutId id="2147484078" r:id="rId27"/>
  </p:sldLayoutIdLst>
  <p:hf sldNum="0"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09A6F4-437A-F5BC-A382-7E14CD1E36B7}"/>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 name="TextBox 3">
            <a:extLst>
              <a:ext uri="{FF2B5EF4-FFF2-40B4-BE49-F238E27FC236}">
                <a16:creationId xmlns:a16="http://schemas.microsoft.com/office/drawing/2014/main" id="{901DB1F4-AA0B-D214-2C9A-AE809FF1F69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4099" name="Title Placeholder 1"/>
          <p:cNvSpPr>
            <a:spLocks noGrp="1"/>
          </p:cNvSpPr>
          <p:nvPr>
            <p:ph type="title"/>
          </p:nvPr>
        </p:nvSpPr>
        <p:spPr bwMode="auto">
          <a:xfrm>
            <a:off x="948366" y="128981"/>
            <a:ext cx="10386814" cy="832920"/>
          </a:xfrm>
          <a:prstGeom prst="rect">
            <a:avLst/>
          </a:prstGeom>
          <a:noFill/>
          <a:ln w="9525">
            <a:noFill/>
            <a:miter lim="800000"/>
            <a:headEnd/>
            <a:tailEnd/>
          </a:ln>
        </p:spPr>
        <p:txBody>
          <a:bodyPr vert="horz" wrap="square" lIns="45720" tIns="0" rIns="4572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r>
              <a:rPr lang="en-US" dirty="0"/>
              <a:t>EEAS Industry Day 2025</a:t>
            </a:r>
          </a:p>
        </p:txBody>
      </p:sp>
      <p:pic>
        <p:nvPicPr>
          <p:cNvPr id="9" name="Picture 8" descr="A red and white sign&#10;&#10;Description automatically generated with medium confidence">
            <a:extLst>
              <a:ext uri="{FF2B5EF4-FFF2-40B4-BE49-F238E27FC236}">
                <a16:creationId xmlns:a16="http://schemas.microsoft.com/office/drawing/2014/main" id="{9C47990B-ED32-7041-7CE6-379DC0F77AAE}"/>
              </a:ext>
            </a:extLst>
          </p:cNvPr>
          <p:cNvPicPr>
            <a:picLocks noChangeAspect="1"/>
          </p:cNvPicPr>
          <p:nvPr userDrawn="1"/>
        </p:nvPicPr>
        <p:blipFill>
          <a:blip r:embed="rId30"/>
          <a:stretch>
            <a:fillRect/>
          </a:stretch>
        </p:blipFill>
        <p:spPr>
          <a:xfrm>
            <a:off x="11309075" y="319470"/>
            <a:ext cx="681666" cy="451942"/>
          </a:xfrm>
          <a:prstGeom prst="rect">
            <a:avLst/>
          </a:prstGeom>
        </p:spPr>
      </p:pic>
      <p:pic>
        <p:nvPicPr>
          <p:cNvPr id="2" name="Picture 1" descr="A picture containing text, clipart&#10;&#10;Description automatically generated">
            <a:extLst>
              <a:ext uri="{FF2B5EF4-FFF2-40B4-BE49-F238E27FC236}">
                <a16:creationId xmlns:a16="http://schemas.microsoft.com/office/drawing/2014/main" id="{A03C655F-18AF-780C-F994-802A30EEA9EF}"/>
              </a:ext>
            </a:extLst>
          </p:cNvPr>
          <p:cNvPicPr>
            <a:picLocks noChangeAspect="1"/>
          </p:cNvPicPr>
          <p:nvPr userDrawn="1"/>
        </p:nvPicPr>
        <p:blipFill>
          <a:blip r:embed="rId31"/>
          <a:stretch>
            <a:fillRect/>
          </a:stretch>
        </p:blipFill>
        <p:spPr>
          <a:xfrm>
            <a:off x="266700" y="113697"/>
            <a:ext cx="644814" cy="811816"/>
          </a:xfrm>
          <a:prstGeom prst="rect">
            <a:avLst/>
          </a:prstGeom>
        </p:spPr>
      </p:pic>
      <p:sp>
        <p:nvSpPr>
          <p:cNvPr id="8" name="Rectangle 7">
            <a:extLst>
              <a:ext uri="{FF2B5EF4-FFF2-40B4-BE49-F238E27FC236}">
                <a16:creationId xmlns:a16="http://schemas.microsoft.com/office/drawing/2014/main" id="{7AD4339D-DBCA-B475-10A1-FBC7E6A007BD}"/>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968281"/>
      </p:ext>
    </p:extLst>
  </p:cSld>
  <p:clrMap bg1="lt1" tx1="dk1" bg2="lt2" tx2="dk2" accent1="accent1" accent2="accent2" accent3="accent3" accent4="accent4" accent5="accent5" accent6="accent6" hlink="hlink" folHlink="folHlink"/>
  <p:sldLayoutIdLst>
    <p:sldLayoutId id="2147484082" r:id="rId1"/>
    <p:sldLayoutId id="2147484083" r:id="rId2"/>
    <p:sldLayoutId id="2147484084" r:id="rId3"/>
    <p:sldLayoutId id="2147484085" r:id="rId4"/>
    <p:sldLayoutId id="2147484086" r:id="rId5"/>
    <p:sldLayoutId id="2147484087" r:id="rId6"/>
    <p:sldLayoutId id="2147484088" r:id="rId7"/>
    <p:sldLayoutId id="2147484089" r:id="rId8"/>
    <p:sldLayoutId id="2147484090" r:id="rId9"/>
    <p:sldLayoutId id="2147484091" r:id="rId10"/>
    <p:sldLayoutId id="2147484092" r:id="rId11"/>
    <p:sldLayoutId id="2147484093" r:id="rId12"/>
    <p:sldLayoutId id="2147484094" r:id="rId13"/>
    <p:sldLayoutId id="2147484095" r:id="rId14"/>
    <p:sldLayoutId id="2147484096" r:id="rId15"/>
    <p:sldLayoutId id="2147484097" r:id="rId16"/>
    <p:sldLayoutId id="2147484098" r:id="rId17"/>
    <p:sldLayoutId id="2147484099" r:id="rId18"/>
    <p:sldLayoutId id="2147484139" r:id="rId19"/>
    <p:sldLayoutId id="2147484101" r:id="rId20"/>
    <p:sldLayoutId id="2147484102" r:id="rId21"/>
    <p:sldLayoutId id="2147484103" r:id="rId22"/>
    <p:sldLayoutId id="2147484104" r:id="rId23"/>
    <p:sldLayoutId id="2147484105" r:id="rId24"/>
    <p:sldLayoutId id="2147484106" r:id="rId25"/>
    <p:sldLayoutId id="2147484107" r:id="rId26"/>
    <p:sldLayoutId id="2147484108" r:id="rId27"/>
    <p:sldLayoutId id="2147484141" r:id="rId28"/>
  </p:sldLayoutIdLst>
  <p:hf sldNum="0"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r>
              <a:rPr lang="en-US" dirty="0"/>
              <a:t>EEAS Industry Day 2025</a:t>
            </a:r>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0"/>
          <a:srcRect/>
          <a:stretch/>
        </p:blipFill>
        <p:spPr>
          <a:xfrm>
            <a:off x="190500" y="86740"/>
            <a:ext cx="1970289" cy="874270"/>
          </a:xfrm>
          <a:prstGeom prst="rect">
            <a:avLst/>
          </a:prstGeom>
        </p:spPr>
      </p:pic>
    </p:spTree>
    <p:extLst>
      <p:ext uri="{BB962C8B-B14F-4D97-AF65-F5344CB8AC3E}">
        <p14:creationId xmlns:p14="http://schemas.microsoft.com/office/powerpoint/2010/main" val="2884319183"/>
      </p:ext>
    </p:extLst>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 id="2147484128" r:id="rId18"/>
    <p:sldLayoutId id="2147484140" r:id="rId19"/>
    <p:sldLayoutId id="2147484130" r:id="rId20"/>
    <p:sldLayoutId id="2147484131" r:id="rId21"/>
    <p:sldLayoutId id="2147484132" r:id="rId22"/>
    <p:sldLayoutId id="2147484133" r:id="rId23"/>
    <p:sldLayoutId id="2147484134" r:id="rId24"/>
    <p:sldLayoutId id="2147484135" r:id="rId25"/>
    <p:sldLayoutId id="2147484136" r:id="rId26"/>
    <p:sldLayoutId id="2147484137" r:id="rId27"/>
  </p:sldLayoutIdLst>
  <p:hf sldNum="0"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5000">
              <a:schemeClr val="tx2"/>
            </a:gs>
            <a:gs pos="90000">
              <a:schemeClr val="tx2">
                <a:alpha val="35000"/>
              </a:schemeClr>
            </a:gs>
            <a:gs pos="95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2160788" y="128981"/>
            <a:ext cx="9764511" cy="832920"/>
          </a:xfrm>
          <a:prstGeom prst="rect">
            <a:avLst/>
          </a:prstGeom>
          <a:noFill/>
          <a:ln w="9525">
            <a:noFill/>
            <a:miter lim="800000"/>
            <a:headEnd/>
            <a:tailEnd/>
          </a:ln>
        </p:spPr>
        <p:txBody>
          <a:bodyPr vert="horz" wrap="square" lIns="45720" tIns="0" rIns="0" bIns="0" numCol="1" anchor="ctr" anchorCtr="0" compatLnSpc="1">
            <a:prstTxWarp prst="textNoShape">
              <a:avLst/>
            </a:prstTxWarp>
          </a:bodyPr>
          <a:lstStyle/>
          <a:p>
            <a:pPr lvl="0"/>
            <a:r>
              <a:rPr lang="en-US"/>
              <a:t>Click to edit Master title slide</a:t>
            </a:r>
          </a:p>
        </p:txBody>
      </p:sp>
      <p:sp>
        <p:nvSpPr>
          <p:cNvPr id="1030"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33" name="Picture 6"/>
          <p:cNvPicPr>
            <a:picLocks noChangeAspect="1"/>
          </p:cNvPicPr>
          <p:nvPr/>
        </p:nvPicPr>
        <p:blipFill>
          <a:blip r:embed="rId29"/>
          <a:srcRect/>
          <a:stretch>
            <a:fillRect/>
          </a:stretch>
        </p:blipFill>
        <p:spPr bwMode="auto">
          <a:xfrm>
            <a:off x="6079067" y="3416309"/>
            <a:ext cx="25400" cy="3175"/>
          </a:xfrm>
          <a:prstGeom prst="rect">
            <a:avLst/>
          </a:prstGeom>
          <a:noFill/>
          <a:ln w="9525">
            <a:noFill/>
            <a:miter lim="800000"/>
            <a:headEnd/>
            <a:tailEnd/>
          </a:ln>
        </p:spPr>
      </p:pic>
      <p:sp>
        <p:nvSpPr>
          <p:cNvPr id="5" name="Text Box 14">
            <a:extLst>
              <a:ext uri="{FF2B5EF4-FFF2-40B4-BE49-F238E27FC236}">
                <a16:creationId xmlns:a16="http://schemas.microsoft.com/office/drawing/2014/main" id="{8E9D0075-D2A3-A5CC-4256-B31D3D5E4FF4}"/>
              </a:ext>
            </a:extLst>
          </p:cNvPr>
          <p:cNvSpPr txBox="1">
            <a:spLocks noChangeArrowheads="1"/>
          </p:cNvSpPr>
          <p:nvPr userDrawn="1"/>
        </p:nvSpPr>
        <p:spPr bwMode="auto">
          <a:xfrm>
            <a:off x="11375588" y="132577"/>
            <a:ext cx="548640" cy="169277"/>
          </a:xfrm>
          <a:prstGeom prst="rect">
            <a:avLst/>
          </a:prstGeom>
          <a:noFill/>
          <a:ln w="9525">
            <a:noFill/>
            <a:miter lim="800000"/>
            <a:headEnd/>
            <a:tailEnd/>
          </a:ln>
          <a:effectLst/>
        </p:spPr>
        <p:txBody>
          <a:bodyPr wrap="square" tIns="0" rIns="0" bIns="0">
            <a:spAutoFit/>
          </a:bodyPr>
          <a:lstStyle/>
          <a:p>
            <a:pPr algn="r">
              <a:spcBef>
                <a:spcPct val="50000"/>
              </a:spcBef>
              <a:defRPr/>
            </a:pPr>
            <a:fld id="{99D903CA-8EC9-4EB0-B4F7-7D6D89967A95}" type="slidenum">
              <a:rPr lang="en-US" sz="1100" b="0" baseline="0" smtClean="0"/>
              <a:pPr algn="r">
                <a:spcBef>
                  <a:spcPct val="50000"/>
                </a:spcBef>
                <a:defRPr/>
              </a:pPr>
              <a:t>‹#›</a:t>
            </a:fld>
            <a:endParaRPr lang="en-US" sz="1100" b="0" baseline="0" dirty="0"/>
          </a:p>
        </p:txBody>
      </p:sp>
      <p:sp>
        <p:nvSpPr>
          <p:cNvPr id="6" name="Date Placeholder 4">
            <a:extLst>
              <a:ext uri="{FF2B5EF4-FFF2-40B4-BE49-F238E27FC236}">
                <a16:creationId xmlns:a16="http://schemas.microsoft.com/office/drawing/2014/main" id="{654CE446-4257-6BEB-B6A7-C36A4CB84617}"/>
              </a:ext>
            </a:extLst>
          </p:cNvPr>
          <p:cNvSpPr>
            <a:spLocks noGrp="1"/>
          </p:cNvSpPr>
          <p:nvPr>
            <p:ph type="dt" sz="half" idx="2"/>
          </p:nvPr>
        </p:nvSpPr>
        <p:spPr>
          <a:xfrm>
            <a:off x="8842515" y="6653150"/>
            <a:ext cx="3081713" cy="137160"/>
          </a:xfrm>
          <a:prstGeom prst="rect">
            <a:avLst/>
          </a:prstGeom>
        </p:spPr>
        <p:txBody>
          <a:bodyPr anchor="ctr"/>
          <a:lstStyle>
            <a:lvl1pPr algn="r">
              <a:defRPr sz="900">
                <a:solidFill>
                  <a:schemeClr val="tx1">
                    <a:lumMod val="75000"/>
                    <a:lumOff val="25000"/>
                  </a:schemeClr>
                </a:solidFill>
              </a:defRPr>
            </a:lvl1pPr>
          </a:lstStyle>
          <a:p>
            <a:endParaRPr lang="en-US" dirty="0"/>
          </a:p>
        </p:txBody>
      </p:sp>
      <p:sp>
        <p:nvSpPr>
          <p:cNvPr id="7" name="Footer Placeholder 3">
            <a:extLst>
              <a:ext uri="{FF2B5EF4-FFF2-40B4-BE49-F238E27FC236}">
                <a16:creationId xmlns:a16="http://schemas.microsoft.com/office/drawing/2014/main" id="{BB31B321-C66F-1A23-694D-DF5296341D94}"/>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tx1">
                    <a:lumMod val="75000"/>
                    <a:lumOff val="25000"/>
                  </a:schemeClr>
                </a:solidFill>
              </a:defRPr>
            </a:lvl1pPr>
          </a:lstStyle>
          <a:p>
            <a:r>
              <a:rPr lang="en-US" dirty="0"/>
              <a:t>EEAS Industry Day 2025</a:t>
            </a:r>
          </a:p>
        </p:txBody>
      </p:sp>
      <p:sp>
        <p:nvSpPr>
          <p:cNvPr id="3" name="Rectangle 2">
            <a:extLst>
              <a:ext uri="{FF2B5EF4-FFF2-40B4-BE49-F238E27FC236}">
                <a16:creationId xmlns:a16="http://schemas.microsoft.com/office/drawing/2014/main" id="{39720D12-0BDE-1075-1F74-CB008D4B402C}"/>
              </a:ext>
            </a:extLst>
          </p:cNvPr>
          <p:cNvSpPr/>
          <p:nvPr userDrawn="1"/>
        </p:nvSpPr>
        <p:spPr>
          <a:xfrm>
            <a:off x="0" y="0"/>
            <a:ext cx="12192000" cy="6858000"/>
          </a:xfrm>
          <a:prstGeom prst="rect">
            <a:avLst/>
          </a:prstGeom>
          <a:noFill/>
          <a:ln w="762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81BE7C9B-9448-C381-7665-0C3594C2DD80}"/>
              </a:ext>
            </a:extLst>
          </p:cNvPr>
          <p:cNvPicPr>
            <a:picLocks noChangeAspect="1"/>
          </p:cNvPicPr>
          <p:nvPr userDrawn="1"/>
        </p:nvPicPr>
        <p:blipFill>
          <a:blip r:embed="rId30"/>
          <a:srcRect/>
          <a:stretch/>
        </p:blipFill>
        <p:spPr>
          <a:xfrm>
            <a:off x="190500" y="86740"/>
            <a:ext cx="1970289" cy="874270"/>
          </a:xfrm>
          <a:prstGeom prst="rect">
            <a:avLst/>
          </a:prstGeom>
        </p:spPr>
      </p:pic>
      <p:sp>
        <p:nvSpPr>
          <p:cNvPr id="2" name="TextBox 1">
            <a:extLst>
              <a:ext uri="{FF2B5EF4-FFF2-40B4-BE49-F238E27FC236}">
                <a16:creationId xmlns:a16="http://schemas.microsoft.com/office/drawing/2014/main" id="{0319D296-3ADD-602F-6280-AF09F0C8541E}"/>
              </a:ext>
            </a:extLst>
          </p:cNvPr>
          <p:cNvSpPr txBox="1"/>
          <p:nvPr userDrawn="1"/>
        </p:nvSpPr>
        <p:spPr>
          <a:xfrm>
            <a:off x="5862607" y="24910"/>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
        <p:nvSpPr>
          <p:cNvPr id="8" name="TextBox 7">
            <a:extLst>
              <a:ext uri="{FF2B5EF4-FFF2-40B4-BE49-F238E27FC236}">
                <a16:creationId xmlns:a16="http://schemas.microsoft.com/office/drawing/2014/main" id="{3CB3D4C0-148A-1C15-E80F-A173E101EED7}"/>
              </a:ext>
            </a:extLst>
          </p:cNvPr>
          <p:cNvSpPr txBox="1"/>
          <p:nvPr userDrawn="1"/>
        </p:nvSpPr>
        <p:spPr>
          <a:xfrm>
            <a:off x="5862607" y="6624203"/>
            <a:ext cx="466787" cy="216635"/>
          </a:xfrm>
          <a:prstGeom prst="rect">
            <a:avLst/>
          </a:prstGeom>
          <a:noFill/>
        </p:spPr>
        <p:txBody>
          <a:bodyPr wrap="square" lIns="0" tIns="0" rIns="0" bIns="0" rtlCol="0" anchor="b">
            <a:spAutoFit/>
          </a:bodyPr>
          <a:lstStyle/>
          <a:p>
            <a:pPr algn="ctr"/>
            <a:r>
              <a:rPr lang="en-US" sz="1400" b="1" dirty="0">
                <a:solidFill>
                  <a:srgbClr val="00B050"/>
                </a:solidFill>
              </a:rPr>
              <a:t>CUI</a:t>
            </a:r>
          </a:p>
        </p:txBody>
      </p:sp>
    </p:spTree>
    <p:extLst>
      <p:ext uri="{BB962C8B-B14F-4D97-AF65-F5344CB8AC3E}">
        <p14:creationId xmlns:p14="http://schemas.microsoft.com/office/powerpoint/2010/main" val="1756410140"/>
      </p:ext>
    </p:extLst>
  </p:cSld>
  <p:clrMap bg1="lt1" tx1="dk1" bg2="lt2" tx2="dk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 id="2147484188" r:id="rId18"/>
    <p:sldLayoutId id="2147484189" r:id="rId19"/>
    <p:sldLayoutId id="2147484190" r:id="rId20"/>
    <p:sldLayoutId id="2147484191" r:id="rId21"/>
    <p:sldLayoutId id="2147484192" r:id="rId22"/>
    <p:sldLayoutId id="2147484193" r:id="rId23"/>
    <p:sldLayoutId id="2147484194" r:id="rId24"/>
    <p:sldLayoutId id="2147484195" r:id="rId25"/>
    <p:sldLayoutId id="2147484196" r:id="rId26"/>
    <p:sldLayoutId id="2147484197" r:id="rId27"/>
  </p:sldLayoutIdLst>
  <p:hf sldNum="0"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0"/>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27013" indent="-227013" algn="l" rtl="0" eaLnBrk="1" fontAlgn="base" hangingPunct="1">
        <a:spcBef>
          <a:spcPts val="0"/>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4950"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7388" indent="-225425"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27013" algn="l" rtl="0" eaLnBrk="1" fontAlgn="base" hangingPunct="1">
        <a:spcBef>
          <a:spcPts val="0"/>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12">
          <p15:clr>
            <a:srgbClr val="5ACBF0"/>
          </p15:clr>
        </p15:guide>
        <p15:guide id="2" pos="12971">
          <p15:clr>
            <a:srgbClr val="5ACBF0"/>
          </p15:clr>
        </p15:guide>
        <p15:guide id="3" pos="168">
          <p15:clr>
            <a:srgbClr val="5ACBF0"/>
          </p15:clr>
        </p15:guide>
        <p15:guide id="4" orient="horz" pos="624">
          <p15:clr>
            <a:srgbClr val="F26B43"/>
          </p15:clr>
        </p15:guide>
        <p15:guide id="5" orient="horz" pos="583">
          <p15:clr>
            <a:srgbClr val="F26B43"/>
          </p15:clr>
        </p15:guide>
        <p15:guide id="6" orient="horz" pos="417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87000">
              <a:schemeClr val="tx2"/>
            </a:gs>
            <a:gs pos="90000">
              <a:schemeClr val="tx2"/>
            </a:gs>
            <a:gs pos="98000">
              <a:schemeClr val="bg1">
                <a:lumMod val="40000"/>
                <a:lumOff val="6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3" name="Text Placeholder 2"/>
          <p:cNvSpPr>
            <a:spLocks noGrp="1"/>
          </p:cNvSpPr>
          <p:nvPr>
            <p:ph type="body" idx="1"/>
          </p:nvPr>
        </p:nvSpPr>
        <p:spPr bwMode="auto">
          <a:xfrm>
            <a:off x="266700" y="1028700"/>
            <a:ext cx="11658600" cy="56007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4" name="Picture 6"/>
          <p:cNvPicPr>
            <a:picLocks noChangeAspect="1"/>
          </p:cNvPicPr>
          <p:nvPr userDrawn="1"/>
        </p:nvPicPr>
        <p:blipFill>
          <a:blip r:embed="rId5"/>
          <a:srcRect/>
          <a:stretch>
            <a:fillRect/>
          </a:stretch>
        </p:blipFill>
        <p:spPr bwMode="auto">
          <a:xfrm>
            <a:off x="6079067" y="3416309"/>
            <a:ext cx="25400" cy="3175"/>
          </a:xfrm>
          <a:prstGeom prst="rect">
            <a:avLst/>
          </a:prstGeom>
          <a:noFill/>
          <a:ln w="9525">
            <a:noFill/>
            <a:miter lim="800000"/>
            <a:headEnd/>
            <a:tailEnd/>
          </a:ln>
        </p:spPr>
      </p:pic>
      <p:sp>
        <p:nvSpPr>
          <p:cNvPr id="11" name="Text Box 14">
            <a:extLst>
              <a:ext uri="{FF2B5EF4-FFF2-40B4-BE49-F238E27FC236}">
                <a16:creationId xmlns:a16="http://schemas.microsoft.com/office/drawing/2014/main" id="{06488F25-D32D-48D0-BB8A-6B1499EB02EC}"/>
              </a:ext>
            </a:extLst>
          </p:cNvPr>
          <p:cNvSpPr txBox="1">
            <a:spLocks noChangeArrowheads="1"/>
          </p:cNvSpPr>
          <p:nvPr userDrawn="1"/>
        </p:nvSpPr>
        <p:spPr bwMode="auto">
          <a:xfrm>
            <a:off x="11218426" y="6627107"/>
            <a:ext cx="771525" cy="153888"/>
          </a:xfrm>
          <a:prstGeom prst="rect">
            <a:avLst/>
          </a:prstGeom>
          <a:noFill/>
          <a:ln w="9525">
            <a:noFill/>
            <a:miter lim="800000"/>
            <a:headEnd/>
            <a:tailEnd/>
          </a:ln>
          <a:effectLst/>
        </p:spPr>
        <p:txBody>
          <a:bodyPr wrap="square" tIns="0" bIns="0">
            <a:spAutoFit/>
          </a:bodyPr>
          <a:lstStyle/>
          <a:p>
            <a:pPr algn="r">
              <a:spcBef>
                <a:spcPct val="50000"/>
              </a:spcBef>
              <a:defRPr/>
            </a:pPr>
            <a:fld id="{99D903CA-8EC9-4EB0-B4F7-7D6D89967A95}" type="slidenum">
              <a:rPr lang="en-US" sz="1000" b="0" baseline="0" smtClean="0"/>
              <a:pPr algn="r">
                <a:spcBef>
                  <a:spcPct val="50000"/>
                </a:spcBef>
                <a:defRPr/>
              </a:pPr>
              <a:t>‹#›</a:t>
            </a:fld>
            <a:endParaRPr lang="en-US" sz="1000" b="0" baseline="0" dirty="0"/>
          </a:p>
        </p:txBody>
      </p:sp>
      <p:sp>
        <p:nvSpPr>
          <p:cNvPr id="17" name="Date Placeholder 4">
            <a:extLst>
              <a:ext uri="{FF2B5EF4-FFF2-40B4-BE49-F238E27FC236}">
                <a16:creationId xmlns:a16="http://schemas.microsoft.com/office/drawing/2014/main" id="{876090B8-EB33-44F6-B805-AE75858FA42D}"/>
              </a:ext>
            </a:extLst>
          </p:cNvPr>
          <p:cNvSpPr>
            <a:spLocks noGrp="1"/>
          </p:cNvSpPr>
          <p:nvPr>
            <p:ph type="dt" sz="half" idx="2"/>
          </p:nvPr>
        </p:nvSpPr>
        <p:spPr>
          <a:xfrm>
            <a:off x="8842515" y="6653150"/>
            <a:ext cx="2761673" cy="137160"/>
          </a:xfrm>
          <a:prstGeom prst="rect">
            <a:avLst/>
          </a:prstGeom>
        </p:spPr>
        <p:txBody>
          <a:bodyPr anchor="ctr"/>
          <a:lstStyle>
            <a:lvl1pPr algn="r">
              <a:defRPr sz="900">
                <a:solidFill>
                  <a:schemeClr val="bg2">
                    <a:lumMod val="75000"/>
                  </a:schemeClr>
                </a:solidFill>
              </a:defRPr>
            </a:lvl1pPr>
          </a:lstStyle>
          <a:p>
            <a:endParaRPr lang="en-US" dirty="0"/>
          </a:p>
        </p:txBody>
      </p:sp>
      <p:sp>
        <p:nvSpPr>
          <p:cNvPr id="18" name="Footer Placeholder 3">
            <a:extLst>
              <a:ext uri="{FF2B5EF4-FFF2-40B4-BE49-F238E27FC236}">
                <a16:creationId xmlns:a16="http://schemas.microsoft.com/office/drawing/2014/main" id="{2F8A329A-59C1-4D23-B5E6-03FA1C182A0A}"/>
              </a:ext>
            </a:extLst>
          </p:cNvPr>
          <p:cNvSpPr>
            <a:spLocks noGrp="1"/>
          </p:cNvSpPr>
          <p:nvPr>
            <p:ph type="ftr" sz="quarter" idx="3"/>
          </p:nvPr>
        </p:nvSpPr>
        <p:spPr>
          <a:xfrm>
            <a:off x="266700" y="6653150"/>
            <a:ext cx="2901373" cy="137160"/>
          </a:xfrm>
          <a:prstGeom prst="rect">
            <a:avLst/>
          </a:prstGeom>
        </p:spPr>
        <p:txBody>
          <a:bodyPr anchor="ctr"/>
          <a:lstStyle>
            <a:lvl1pPr>
              <a:defRPr sz="900">
                <a:solidFill>
                  <a:schemeClr val="bg2">
                    <a:lumMod val="75000"/>
                  </a:schemeClr>
                </a:solidFill>
              </a:defRPr>
            </a:lvl1pPr>
          </a:lstStyle>
          <a:p>
            <a:r>
              <a:rPr lang="en-US" dirty="0"/>
              <a:t>EEAS Industry Day 2025</a:t>
            </a:r>
          </a:p>
        </p:txBody>
      </p:sp>
      <p:sp>
        <p:nvSpPr>
          <p:cNvPr id="2" name="Title Placeholder 1">
            <a:extLst>
              <a:ext uri="{FF2B5EF4-FFF2-40B4-BE49-F238E27FC236}">
                <a16:creationId xmlns:a16="http://schemas.microsoft.com/office/drawing/2014/main" id="{CA18FFB5-1B4A-8A37-78CC-AC1A7AE08575}"/>
              </a:ext>
            </a:extLst>
          </p:cNvPr>
          <p:cNvSpPr>
            <a:spLocks noGrp="1"/>
          </p:cNvSpPr>
          <p:nvPr>
            <p:ph type="title"/>
          </p:nvPr>
        </p:nvSpPr>
        <p:spPr bwMode="auto">
          <a:xfrm>
            <a:off x="266699" y="128981"/>
            <a:ext cx="11658599" cy="83292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slide</a:t>
            </a:r>
          </a:p>
        </p:txBody>
      </p:sp>
    </p:spTree>
    <p:extLst>
      <p:ext uri="{BB962C8B-B14F-4D97-AF65-F5344CB8AC3E}">
        <p14:creationId xmlns:p14="http://schemas.microsoft.com/office/powerpoint/2010/main" val="199137462"/>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Lst>
  <p:hf sldNum="0" hdr="0" dt="0"/>
  <p:txStyles>
    <p:titleStyle>
      <a:lvl1pPr algn="l" rtl="0" eaLnBrk="1" fontAlgn="base" hangingPunct="1">
        <a:spcBef>
          <a:spcPct val="0"/>
        </a:spcBef>
        <a:spcAft>
          <a:spcPct val="0"/>
        </a:spcAft>
        <a:defRPr sz="3200" b="1" kern="1200" cap="all">
          <a:solidFill>
            <a:schemeClr val="tx1">
              <a:lumMod val="90000"/>
              <a:lumOff val="10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0" indent="0" algn="l" rtl="0" eaLnBrk="1" fontAlgn="base" hangingPunct="1">
        <a:spcBef>
          <a:spcPts val="169"/>
        </a:spcBef>
        <a:spcAft>
          <a:spcPct val="0"/>
        </a:spcAft>
        <a:buFont typeface="Arial" pitchFamily="34" charset="0"/>
        <a:defRPr sz="2100" kern="1200">
          <a:solidFill>
            <a:schemeClr val="tx1">
              <a:lumMod val="90000"/>
              <a:lumOff val="10000"/>
            </a:schemeClr>
          </a:solidFill>
          <a:latin typeface="Arial" pitchFamily="34" charset="0"/>
          <a:ea typeface="ＭＳ Ｐゴシック" charset="0"/>
          <a:cs typeface="Arial" pitchFamily="34" charset="0"/>
        </a:defRPr>
      </a:lvl1pPr>
      <a:lvl2pPr marL="230188" indent="-230188" algn="l" rtl="0" eaLnBrk="1" fontAlgn="base" hangingPunct="1">
        <a:spcBef>
          <a:spcPts val="169"/>
        </a:spcBef>
        <a:spcAft>
          <a:spcPct val="0"/>
        </a:spcAft>
        <a:buFont typeface="Arial" pitchFamily="34" charset="0"/>
        <a:buChar char="–"/>
        <a:defRPr sz="2100" kern="1200">
          <a:solidFill>
            <a:schemeClr val="tx1">
              <a:lumMod val="90000"/>
              <a:lumOff val="10000"/>
            </a:schemeClr>
          </a:solidFill>
          <a:latin typeface="Arial" pitchFamily="34" charset="0"/>
          <a:ea typeface="Arial" charset="0"/>
          <a:cs typeface="Arial" pitchFamily="34" charset="0"/>
        </a:defRPr>
      </a:lvl2pPr>
      <a:lvl3pPr marL="461963" indent="-231775"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3pPr>
      <a:lvl4pPr marL="684213" indent="-222250"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4pPr>
      <a:lvl5pPr marL="914400" indent="-230188" algn="l" rtl="0" eaLnBrk="1" fontAlgn="base" hangingPunct="1">
        <a:spcBef>
          <a:spcPts val="169"/>
        </a:spcBef>
        <a:spcAft>
          <a:spcPct val="0"/>
        </a:spcAft>
        <a:buFont typeface="Arial" pitchFamily="34" charset="0"/>
        <a:buChar char="»"/>
        <a:defRPr sz="1500" kern="1200">
          <a:solidFill>
            <a:schemeClr val="tx1">
              <a:lumMod val="90000"/>
              <a:lumOff val="10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583" userDrawn="1">
          <p15:clr>
            <a:srgbClr val="F26B43"/>
          </p15:clr>
        </p15:guide>
        <p15:guide id="1" pos="7512" userDrawn="1">
          <p15:clr>
            <a:srgbClr val="5ACBF0"/>
          </p15:clr>
        </p15:guide>
        <p15:guide id="2" pos="12971">
          <p15:clr>
            <a:srgbClr val="5ACBF0"/>
          </p15:clr>
        </p15:guide>
        <p15:guide id="3" pos="168" userDrawn="1">
          <p15:clr>
            <a:srgbClr val="5ACBF0"/>
          </p15:clr>
        </p15:guide>
        <p15:guide id="5" orient="horz" pos="637" userDrawn="1">
          <p15:clr>
            <a:srgbClr val="F26B43"/>
          </p15:clr>
        </p15:guide>
        <p15:guide id="6" orient="horz" pos="417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2DCD1B8-0FB9-6DE1-D901-F8B0186B1E44}"/>
              </a:ext>
            </a:extLst>
          </p:cNvPr>
          <p:cNvSpPr>
            <a:spLocks noGrp="1"/>
          </p:cNvSpPr>
          <p:nvPr>
            <p:ph type="title"/>
          </p:nvPr>
        </p:nvSpPr>
        <p:spPr>
          <a:xfrm>
            <a:off x="266700" y="260931"/>
            <a:ext cx="11572374" cy="1671543"/>
          </a:xfrm>
        </p:spPr>
        <p:txBody>
          <a:bodyPr/>
          <a:lstStyle/>
          <a:p>
            <a:pPr algn="ctr"/>
            <a:r>
              <a:rPr lang="en-US" dirty="0"/>
              <a:t>U.S. Army Corps of Engineers</a:t>
            </a:r>
            <a:br>
              <a:rPr lang="en-US" dirty="0"/>
            </a:br>
            <a:r>
              <a:rPr lang="en-US" dirty="0"/>
              <a:t>ENTERPRISE ENVIRONMENTAL Acquisition STRATEGY</a:t>
            </a:r>
            <a:br>
              <a:rPr lang="en-US" dirty="0"/>
            </a:br>
            <a:r>
              <a:rPr lang="en-US" dirty="0"/>
              <a:t>“EEAS”</a:t>
            </a:r>
          </a:p>
        </p:txBody>
      </p:sp>
      <p:pic>
        <p:nvPicPr>
          <p:cNvPr id="2" name="Picture Placeholder 1">
            <a:extLst>
              <a:ext uri="{FF2B5EF4-FFF2-40B4-BE49-F238E27FC236}">
                <a16:creationId xmlns:a16="http://schemas.microsoft.com/office/drawing/2014/main" id="{1F3683CE-C854-9627-404F-B5C3F1280698}"/>
              </a:ext>
            </a:extLst>
          </p:cNvPr>
          <p:cNvPicPr>
            <a:picLocks noGrp="1" noChangeAspect="1"/>
          </p:cNvPicPr>
          <p:nvPr>
            <p:ph type="pic" sz="quarter" idx="16"/>
          </p:nvPr>
        </p:nvPicPr>
        <p:blipFill>
          <a:blip r:embed="rId2"/>
          <a:srcRect l="12395" r="12395"/>
          <a:stretch>
            <a:fillRect/>
          </a:stretch>
        </p:blipFill>
        <p:spPr>
          <a:xfrm>
            <a:off x="2143625" y="2127833"/>
            <a:ext cx="4377489" cy="4085656"/>
          </a:xfrm>
          <a:prstGeom prst="rect">
            <a:avLst/>
          </a:prstGeom>
        </p:spPr>
      </p:pic>
      <p:pic>
        <p:nvPicPr>
          <p:cNvPr id="4" name="Picture Placeholder 3">
            <a:extLst>
              <a:ext uri="{FF2B5EF4-FFF2-40B4-BE49-F238E27FC236}">
                <a16:creationId xmlns:a16="http://schemas.microsoft.com/office/drawing/2014/main" id="{84DD37B6-C99C-6AFD-C3DD-B1AE07EAA53F}"/>
              </a:ext>
            </a:extLst>
          </p:cNvPr>
          <p:cNvPicPr>
            <a:picLocks noGrp="1" noChangeAspect="1"/>
          </p:cNvPicPr>
          <p:nvPr>
            <p:ph type="pic" sz="quarter" idx="15"/>
          </p:nvPr>
        </p:nvPicPr>
        <p:blipFill>
          <a:blip r:embed="rId3"/>
          <a:srcRect l="9898" r="9898"/>
          <a:stretch>
            <a:fillRect/>
          </a:stretch>
        </p:blipFill>
        <p:spPr>
          <a:xfrm>
            <a:off x="7313193" y="2442163"/>
            <a:ext cx="4451685" cy="4154906"/>
          </a:xfrm>
          <a:prstGeom prst="rect">
            <a:avLst/>
          </a:prstGeom>
        </p:spPr>
      </p:pic>
    </p:spTree>
    <p:extLst>
      <p:ext uri="{BB962C8B-B14F-4D97-AF65-F5344CB8AC3E}">
        <p14:creationId xmlns:p14="http://schemas.microsoft.com/office/powerpoint/2010/main" val="1957661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8395AD3-01A2-113B-8C4F-725BCAD5294C}"/>
              </a:ext>
            </a:extLst>
          </p:cNvPr>
          <p:cNvSpPr>
            <a:spLocks noGrp="1"/>
          </p:cNvSpPr>
          <p:nvPr>
            <p:ph sz="quarter" idx="10"/>
          </p:nvPr>
        </p:nvSpPr>
        <p:spPr>
          <a:xfrm>
            <a:off x="266700" y="1291904"/>
            <a:ext cx="11658600" cy="5337495"/>
          </a:xfrm>
        </p:spPr>
        <p:txBody>
          <a:bodyPr/>
          <a:lstStyle/>
          <a:p>
            <a:pPr marL="342900" indent="-342900">
              <a:buFont typeface="Wingdings" panose="05000000000000000000" pitchFamily="2" charset="2"/>
              <a:buChar char="§"/>
            </a:pPr>
            <a:r>
              <a:rPr lang="en-US" sz="2400" dirty="0"/>
              <a:t>Mission – To build an enterprise strategic approach for executing programs for our environmental Stakeholders</a:t>
            </a:r>
          </a:p>
          <a:p>
            <a:endParaRPr lang="en-US" sz="1800" dirty="0"/>
          </a:p>
          <a:p>
            <a:pPr marL="569913" lvl="1" indent="-342900">
              <a:buFont typeface="Wingdings" panose="05000000000000000000" pitchFamily="2" charset="2"/>
              <a:buChar char="Ø"/>
            </a:pPr>
            <a:r>
              <a:rPr lang="en-US" sz="1800" dirty="0"/>
              <a:t>Provide tools to meet our Mission Requirements</a:t>
            </a:r>
          </a:p>
          <a:p>
            <a:pPr lvl="2" indent="0">
              <a:buNone/>
            </a:pPr>
            <a:endParaRPr lang="en-US" sz="1800" dirty="0"/>
          </a:p>
          <a:p>
            <a:pPr marL="569913" lvl="1" indent="-342900">
              <a:buFont typeface="Wingdings" panose="05000000000000000000" pitchFamily="2" charset="2"/>
              <a:buChar char="Ø"/>
            </a:pPr>
            <a:r>
              <a:rPr lang="en-US" sz="1800" dirty="0"/>
              <a:t>Eliminate redundancy – Reduce overall cost of doing business – encourage sharing of best practices</a:t>
            </a:r>
          </a:p>
          <a:p>
            <a:pPr marL="569913" lvl="1" indent="-342900">
              <a:buFont typeface="Wingdings" panose="05000000000000000000" pitchFamily="2" charset="2"/>
              <a:buChar char="Ø"/>
            </a:pPr>
            <a:endParaRPr lang="en-US" sz="1800" dirty="0"/>
          </a:p>
          <a:p>
            <a:pPr marL="569913" lvl="1" indent="-342900">
              <a:buFont typeface="Wingdings" panose="05000000000000000000" pitchFamily="2" charset="2"/>
              <a:buChar char="Ø"/>
            </a:pPr>
            <a:r>
              <a:rPr lang="en-US" sz="1800" dirty="0"/>
              <a:t>Demonstrate commitment to small business</a:t>
            </a:r>
          </a:p>
          <a:p>
            <a:pPr marL="569913" lvl="1" indent="-342900">
              <a:buFont typeface="Wingdings" panose="05000000000000000000" pitchFamily="2" charset="2"/>
              <a:buChar char="Ø"/>
            </a:pPr>
            <a:endParaRPr lang="en-US" sz="1800" dirty="0"/>
          </a:p>
          <a:p>
            <a:pPr marL="569913" lvl="1" indent="-342900">
              <a:buFont typeface="Wingdings" panose="05000000000000000000" pitchFamily="2" charset="2"/>
              <a:buChar char="Ø"/>
            </a:pPr>
            <a:r>
              <a:rPr lang="en-US" sz="1800" dirty="0"/>
              <a:t>Provide the Enterprise maximum flexibility to meet Stakeholder’s needs and reduces the time requirement for acquisition</a:t>
            </a:r>
          </a:p>
        </p:txBody>
      </p:sp>
      <p:sp>
        <p:nvSpPr>
          <p:cNvPr id="7" name="Title 6">
            <a:extLst>
              <a:ext uri="{FF2B5EF4-FFF2-40B4-BE49-F238E27FC236}">
                <a16:creationId xmlns:a16="http://schemas.microsoft.com/office/drawing/2014/main" id="{7235E168-CD9B-CF75-2B74-3124823D5274}"/>
              </a:ext>
            </a:extLst>
          </p:cNvPr>
          <p:cNvSpPr>
            <a:spLocks noGrp="1"/>
          </p:cNvSpPr>
          <p:nvPr>
            <p:ph type="title"/>
          </p:nvPr>
        </p:nvSpPr>
        <p:spPr>
          <a:xfrm>
            <a:off x="948366" y="128981"/>
            <a:ext cx="10850602" cy="832920"/>
          </a:xfrm>
        </p:spPr>
        <p:txBody>
          <a:bodyPr/>
          <a:lstStyle/>
          <a:p>
            <a:pPr algn="ctr"/>
            <a:r>
              <a:rPr lang="en-US" dirty="0"/>
              <a:t>EEAS Mission</a:t>
            </a:r>
          </a:p>
        </p:txBody>
      </p:sp>
      <p:sp>
        <p:nvSpPr>
          <p:cNvPr id="2" name="Footer Placeholder 1">
            <a:extLst>
              <a:ext uri="{FF2B5EF4-FFF2-40B4-BE49-F238E27FC236}">
                <a16:creationId xmlns:a16="http://schemas.microsoft.com/office/drawing/2014/main" id="{0588C1CA-6CDD-07AB-F1AE-5931159F6FE2}"/>
              </a:ext>
            </a:extLst>
          </p:cNvPr>
          <p:cNvSpPr>
            <a:spLocks noGrp="1"/>
          </p:cNvSpPr>
          <p:nvPr>
            <p:ph type="ftr" sz="quarter" idx="12"/>
          </p:nvPr>
        </p:nvSpPr>
        <p:spPr/>
        <p:txBody>
          <a:bodyPr/>
          <a:lstStyle/>
          <a:p>
            <a:r>
              <a:rPr lang="en-US" dirty="0"/>
              <a:t>EEAS Industry Day 2025</a:t>
            </a:r>
          </a:p>
        </p:txBody>
      </p:sp>
    </p:spTree>
    <p:extLst>
      <p:ext uri="{BB962C8B-B14F-4D97-AF65-F5344CB8AC3E}">
        <p14:creationId xmlns:p14="http://schemas.microsoft.com/office/powerpoint/2010/main" val="3118535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B2FFB12-F0B1-D636-2570-CEAB1E6C6D95}"/>
              </a:ext>
            </a:extLst>
          </p:cNvPr>
          <p:cNvSpPr>
            <a:spLocks noGrp="1"/>
          </p:cNvSpPr>
          <p:nvPr>
            <p:ph type="title"/>
          </p:nvPr>
        </p:nvSpPr>
        <p:spPr>
          <a:xfrm>
            <a:off x="948366" y="128981"/>
            <a:ext cx="10770392" cy="832920"/>
          </a:xfrm>
        </p:spPr>
        <p:txBody>
          <a:bodyPr/>
          <a:lstStyle/>
          <a:p>
            <a:pPr algn="ctr"/>
            <a:r>
              <a:rPr lang="en-US" dirty="0"/>
              <a:t>EEAS Overview</a:t>
            </a:r>
          </a:p>
        </p:txBody>
      </p:sp>
      <p:sp>
        <p:nvSpPr>
          <p:cNvPr id="9" name="Content Placeholder 7">
            <a:extLst>
              <a:ext uri="{FF2B5EF4-FFF2-40B4-BE49-F238E27FC236}">
                <a16:creationId xmlns:a16="http://schemas.microsoft.com/office/drawing/2014/main" id="{452942C3-6760-0073-E771-012EFCD6DD2C}"/>
              </a:ext>
            </a:extLst>
          </p:cNvPr>
          <p:cNvSpPr>
            <a:spLocks noGrp="1"/>
          </p:cNvSpPr>
          <p:nvPr>
            <p:ph sz="quarter" idx="10"/>
          </p:nvPr>
        </p:nvSpPr>
        <p:spPr>
          <a:xfrm>
            <a:off x="266700" y="1266738"/>
            <a:ext cx="11658600" cy="5362662"/>
          </a:xfrm>
        </p:spPr>
        <p:txBody>
          <a:bodyPr/>
          <a:lstStyle/>
          <a:p>
            <a:pPr marL="342900" indent="-342900">
              <a:buFont typeface="Wingdings" panose="05000000000000000000" pitchFamily="2" charset="2"/>
              <a:buChar char="§"/>
            </a:pPr>
            <a:r>
              <a:rPr lang="en-US" sz="2400" dirty="0"/>
              <a:t>Required Contract Services</a:t>
            </a:r>
          </a:p>
          <a:p>
            <a:pPr marL="569913" lvl="1" indent="-342900">
              <a:buFont typeface="Wingdings" panose="05000000000000000000" pitchFamily="2" charset="2"/>
              <a:buChar char="Ø"/>
            </a:pPr>
            <a:endParaRPr lang="en-US" sz="2400" dirty="0">
              <a:ea typeface="ＭＳ Ｐゴシック" charset="0"/>
            </a:endParaRPr>
          </a:p>
          <a:p>
            <a:pPr marL="569913" lvl="1" indent="-342900">
              <a:buFont typeface="Wingdings" panose="05000000000000000000" pitchFamily="2" charset="2"/>
              <a:buChar char="Ø"/>
            </a:pPr>
            <a:r>
              <a:rPr lang="en-US" sz="1800" dirty="0">
                <a:ea typeface="ＭＳ Ｐゴシック" charset="0"/>
              </a:rPr>
              <a:t>Environmental Remediation Services (NAICS 562910)</a:t>
            </a:r>
          </a:p>
          <a:p>
            <a:pPr marL="569913" lvl="1" indent="-342900">
              <a:buFont typeface="Wingdings" panose="05000000000000000000" pitchFamily="2" charset="2"/>
              <a:buChar char="Ø"/>
            </a:pPr>
            <a:endParaRPr lang="en-US" sz="1800" dirty="0">
              <a:ea typeface="ＭＳ Ｐゴシック" charset="0"/>
            </a:endParaRPr>
          </a:p>
          <a:p>
            <a:pPr marL="569913" lvl="1" indent="-342900">
              <a:buFont typeface="Wingdings" panose="05000000000000000000" pitchFamily="2" charset="2"/>
              <a:buChar char="Ø"/>
            </a:pPr>
            <a:r>
              <a:rPr lang="en-US" sz="1800" dirty="0">
                <a:ea typeface="ＭＳ Ｐゴシック" charset="0"/>
              </a:rPr>
              <a:t>Military Munitions Response Program (NAICS 562910)</a:t>
            </a:r>
          </a:p>
          <a:p>
            <a:pPr marL="569913" lvl="1" indent="-342900">
              <a:buFont typeface="Wingdings" panose="05000000000000000000" pitchFamily="2" charset="2"/>
              <a:buChar char="Ø"/>
            </a:pPr>
            <a:endParaRPr lang="en-US" sz="1800" dirty="0">
              <a:ea typeface="ＭＳ Ｐゴシック" charset="0"/>
            </a:endParaRPr>
          </a:p>
          <a:p>
            <a:pPr marL="569913" lvl="1" indent="-342900">
              <a:buFont typeface="Wingdings" panose="05000000000000000000" pitchFamily="2" charset="2"/>
              <a:buChar char="Ø"/>
            </a:pPr>
            <a:r>
              <a:rPr lang="en-US" sz="1800" dirty="0">
                <a:ea typeface="ＭＳ Ｐゴシック" charset="0"/>
              </a:rPr>
              <a:t>Pre-Placed Remedial Action Contracts (NAICS 562910)</a:t>
            </a:r>
          </a:p>
          <a:p>
            <a:pPr marL="569913" lvl="1" indent="-342900">
              <a:buFont typeface="Wingdings" panose="05000000000000000000" pitchFamily="2" charset="2"/>
              <a:buChar char="Ø"/>
            </a:pPr>
            <a:endParaRPr lang="en-US" sz="1800" dirty="0">
              <a:ea typeface="ＭＳ Ｐゴシック" charset="0"/>
            </a:endParaRPr>
          </a:p>
          <a:p>
            <a:pPr marL="569913" lvl="1" indent="-342900">
              <a:buFont typeface="Wingdings" panose="05000000000000000000" pitchFamily="2" charset="2"/>
              <a:buChar char="Ø"/>
            </a:pPr>
            <a:r>
              <a:rPr lang="en-US" sz="1800" dirty="0">
                <a:ea typeface="ＭＳ Ｐゴシック" charset="0"/>
              </a:rPr>
              <a:t>A-E Services (NAICS 541330)</a:t>
            </a:r>
          </a:p>
          <a:p>
            <a:pPr marL="569913" lvl="1" indent="-342900">
              <a:buFont typeface="Wingdings" panose="05000000000000000000" pitchFamily="2" charset="2"/>
              <a:buChar char="Ø"/>
            </a:pPr>
            <a:endParaRPr lang="en-US" sz="1800" dirty="0">
              <a:ea typeface="ＭＳ Ｐゴシック" charset="0"/>
            </a:endParaRPr>
          </a:p>
          <a:p>
            <a:pPr marL="569913" lvl="1" indent="-342900">
              <a:buFont typeface="Wingdings" panose="05000000000000000000" pitchFamily="2" charset="2"/>
              <a:buChar char="Ø"/>
            </a:pPr>
            <a:r>
              <a:rPr lang="en-US" sz="1800" dirty="0">
                <a:ea typeface="ＭＳ Ｐゴシック" charset="0"/>
              </a:rPr>
              <a:t>Environmental Consulting Services (NAICS 541620)</a:t>
            </a:r>
          </a:p>
        </p:txBody>
      </p:sp>
      <p:sp>
        <p:nvSpPr>
          <p:cNvPr id="2" name="Footer Placeholder 1">
            <a:extLst>
              <a:ext uri="{FF2B5EF4-FFF2-40B4-BE49-F238E27FC236}">
                <a16:creationId xmlns:a16="http://schemas.microsoft.com/office/drawing/2014/main" id="{4D5E7E51-4EAC-4586-6E77-10E2F33CB676}"/>
              </a:ext>
            </a:extLst>
          </p:cNvPr>
          <p:cNvSpPr>
            <a:spLocks noGrp="1"/>
          </p:cNvSpPr>
          <p:nvPr>
            <p:ph type="ftr" sz="quarter" idx="12"/>
          </p:nvPr>
        </p:nvSpPr>
        <p:spPr/>
        <p:txBody>
          <a:bodyPr/>
          <a:lstStyle/>
          <a:p>
            <a:r>
              <a:rPr lang="en-US" dirty="0"/>
              <a:t>EEAS Industry Day 2025</a:t>
            </a:r>
          </a:p>
        </p:txBody>
      </p:sp>
    </p:spTree>
    <p:extLst>
      <p:ext uri="{BB962C8B-B14F-4D97-AF65-F5344CB8AC3E}">
        <p14:creationId xmlns:p14="http://schemas.microsoft.com/office/powerpoint/2010/main" val="3632363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87000">
              <a:schemeClr val="tx2"/>
            </a:gs>
            <a:gs pos="90000">
              <a:schemeClr val="tx2"/>
            </a:gs>
            <a:gs pos="98000">
              <a:schemeClr val="tx2">
                <a:lumMod val="8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52D4076F-F9C4-29A9-CA12-5B1FA26F1535}"/>
              </a:ext>
            </a:extLst>
          </p:cNvPr>
          <p:cNvSpPr>
            <a:spLocks noGrp="1"/>
          </p:cNvSpPr>
          <p:nvPr>
            <p:ph sz="quarter" idx="10"/>
          </p:nvPr>
        </p:nvSpPr>
        <p:spPr>
          <a:xfrm>
            <a:off x="266700" y="1350628"/>
            <a:ext cx="11658600" cy="5278772"/>
          </a:xfrm>
        </p:spPr>
        <p:txBody>
          <a:bodyPr/>
          <a:lstStyle/>
          <a:p>
            <a:pPr marL="342900" indent="-342900">
              <a:buFont typeface="Wingdings" panose="05000000000000000000" pitchFamily="2" charset="2"/>
              <a:buChar char="§"/>
            </a:pPr>
            <a:r>
              <a:rPr lang="en-US" sz="2400" dirty="0"/>
              <a:t>EEAS capacity amount will be based on projected future (5-Year) workload</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Solicitations and contract awards will be staggered over a 5-year period from approval of the Acquisition Strategy</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Contracts will have a 5-7 year Period of Performance this includes base period and options (if any)</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Mix of Firm Fixed Price/Cost Reimbursable Performance Based contracts</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Work to be performed in the CONUS, Alaska, Hawaii, and outlying areas in support of the USACE Enterprise</a:t>
            </a:r>
          </a:p>
          <a:p>
            <a:pPr marL="342900" indent="-342900">
              <a:buFont typeface="Wingdings" panose="05000000000000000000" pitchFamily="2" charset="2"/>
              <a:buChar char="§"/>
            </a:pPr>
            <a:endParaRPr lang="en-US" sz="2400" dirty="0"/>
          </a:p>
          <a:p>
            <a:pPr marL="342900" indent="-342900">
              <a:buFont typeface="Wingdings" panose="05000000000000000000" pitchFamily="2" charset="2"/>
              <a:buChar char="§"/>
            </a:pPr>
            <a:r>
              <a:rPr lang="en-US" sz="2400" dirty="0"/>
              <a:t>Set-asides for Small Business</a:t>
            </a:r>
          </a:p>
          <a:p>
            <a:endParaRPr lang="en-US" dirty="0"/>
          </a:p>
          <a:p>
            <a:br>
              <a:rPr lang="en-US" dirty="0"/>
            </a:br>
            <a:endParaRPr lang="en-US" dirty="0"/>
          </a:p>
        </p:txBody>
      </p:sp>
      <p:sp>
        <p:nvSpPr>
          <p:cNvPr id="2" name="Footer Placeholder 1">
            <a:extLst>
              <a:ext uri="{FF2B5EF4-FFF2-40B4-BE49-F238E27FC236}">
                <a16:creationId xmlns:a16="http://schemas.microsoft.com/office/drawing/2014/main" id="{B9A2A17A-43EA-E452-807F-05A2F62AC31C}"/>
              </a:ext>
            </a:extLst>
          </p:cNvPr>
          <p:cNvSpPr>
            <a:spLocks noGrp="1"/>
          </p:cNvSpPr>
          <p:nvPr>
            <p:ph type="ftr" sz="quarter" idx="12"/>
          </p:nvPr>
        </p:nvSpPr>
        <p:spPr/>
        <p:txBody>
          <a:bodyPr/>
          <a:lstStyle/>
          <a:p>
            <a:r>
              <a:rPr lang="en-US" dirty="0"/>
              <a:t>EEAS Industry Day 2025</a:t>
            </a:r>
          </a:p>
        </p:txBody>
      </p:sp>
      <p:sp>
        <p:nvSpPr>
          <p:cNvPr id="13" name="Title 12">
            <a:extLst>
              <a:ext uri="{FF2B5EF4-FFF2-40B4-BE49-F238E27FC236}">
                <a16:creationId xmlns:a16="http://schemas.microsoft.com/office/drawing/2014/main" id="{809CD331-FCE4-23E8-F05B-90390A42F993}"/>
              </a:ext>
            </a:extLst>
          </p:cNvPr>
          <p:cNvSpPr>
            <a:spLocks noGrp="1"/>
          </p:cNvSpPr>
          <p:nvPr>
            <p:ph type="title"/>
          </p:nvPr>
        </p:nvSpPr>
        <p:spPr>
          <a:xfrm>
            <a:off x="978568" y="228600"/>
            <a:ext cx="10764253" cy="832920"/>
          </a:xfrm>
        </p:spPr>
        <p:txBody>
          <a:bodyPr/>
          <a:lstStyle/>
          <a:p>
            <a:pPr algn="ctr"/>
            <a:r>
              <a:rPr lang="en-US" dirty="0"/>
              <a:t>EEAS Overview</a:t>
            </a:r>
          </a:p>
        </p:txBody>
      </p:sp>
    </p:spTree>
    <p:extLst>
      <p:ext uri="{BB962C8B-B14F-4D97-AF65-F5344CB8AC3E}">
        <p14:creationId xmlns:p14="http://schemas.microsoft.com/office/powerpoint/2010/main" val="50942235"/>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C1FC3DE0-0E0B-C91C-DAAC-831424EB5947}"/>
              </a:ext>
            </a:extLst>
          </p:cNvPr>
          <p:cNvPicPr>
            <a:picLocks noGrp="1" noChangeAspect="1"/>
          </p:cNvPicPr>
          <p:nvPr>
            <p:ph sz="quarter" idx="10"/>
          </p:nvPr>
        </p:nvPicPr>
        <p:blipFill>
          <a:blip r:embed="rId2"/>
          <a:stretch>
            <a:fillRect/>
          </a:stretch>
        </p:blipFill>
        <p:spPr>
          <a:xfrm>
            <a:off x="948366" y="1271369"/>
            <a:ext cx="3810330" cy="2536156"/>
          </a:xfrm>
          <a:prstGeom prst="rect">
            <a:avLst/>
          </a:prstGeom>
        </p:spPr>
      </p:pic>
      <p:sp>
        <p:nvSpPr>
          <p:cNvPr id="4" name="Footer Placeholder 3">
            <a:extLst>
              <a:ext uri="{FF2B5EF4-FFF2-40B4-BE49-F238E27FC236}">
                <a16:creationId xmlns:a16="http://schemas.microsoft.com/office/drawing/2014/main" id="{CD080C86-E5D7-2B8E-FB69-1C6B12179EC4}"/>
              </a:ext>
            </a:extLst>
          </p:cNvPr>
          <p:cNvSpPr>
            <a:spLocks noGrp="1"/>
          </p:cNvSpPr>
          <p:nvPr>
            <p:ph type="ftr" sz="quarter" idx="12"/>
          </p:nvPr>
        </p:nvSpPr>
        <p:spPr/>
        <p:txBody>
          <a:bodyPr/>
          <a:lstStyle/>
          <a:p>
            <a:r>
              <a:rPr lang="en-US" dirty="0"/>
              <a:t>EEAS Industry Day 2025</a:t>
            </a:r>
          </a:p>
        </p:txBody>
      </p:sp>
      <p:sp>
        <p:nvSpPr>
          <p:cNvPr id="7" name="Title 6">
            <a:extLst>
              <a:ext uri="{FF2B5EF4-FFF2-40B4-BE49-F238E27FC236}">
                <a16:creationId xmlns:a16="http://schemas.microsoft.com/office/drawing/2014/main" id="{C76A63F7-9689-FFA7-DF23-005A870188BC}"/>
              </a:ext>
            </a:extLst>
          </p:cNvPr>
          <p:cNvSpPr>
            <a:spLocks noGrp="1"/>
          </p:cNvSpPr>
          <p:nvPr>
            <p:ph type="title"/>
          </p:nvPr>
        </p:nvSpPr>
        <p:spPr>
          <a:xfrm>
            <a:off x="948365" y="128981"/>
            <a:ext cx="10762371" cy="832920"/>
          </a:xfrm>
        </p:spPr>
        <p:txBody>
          <a:bodyPr/>
          <a:lstStyle/>
          <a:p>
            <a:pPr algn="ctr"/>
            <a:r>
              <a:rPr lang="en-US" dirty="0"/>
              <a:t>Eeas misconceptions</a:t>
            </a:r>
          </a:p>
        </p:txBody>
      </p:sp>
      <p:pic>
        <p:nvPicPr>
          <p:cNvPr id="10" name="Picture 9">
            <a:extLst>
              <a:ext uri="{FF2B5EF4-FFF2-40B4-BE49-F238E27FC236}">
                <a16:creationId xmlns:a16="http://schemas.microsoft.com/office/drawing/2014/main" id="{E09768DB-448D-78EF-7EE9-9502EA53AEF4}"/>
              </a:ext>
            </a:extLst>
          </p:cNvPr>
          <p:cNvPicPr>
            <a:picLocks noChangeAspect="1"/>
          </p:cNvPicPr>
          <p:nvPr/>
        </p:nvPicPr>
        <p:blipFill>
          <a:blip r:embed="rId3"/>
          <a:stretch>
            <a:fillRect/>
          </a:stretch>
        </p:blipFill>
        <p:spPr>
          <a:xfrm>
            <a:off x="826435" y="4271621"/>
            <a:ext cx="3932261" cy="1603387"/>
          </a:xfrm>
          <a:prstGeom prst="rect">
            <a:avLst/>
          </a:prstGeom>
        </p:spPr>
      </p:pic>
      <p:pic>
        <p:nvPicPr>
          <p:cNvPr id="11" name="Picture 10">
            <a:extLst>
              <a:ext uri="{FF2B5EF4-FFF2-40B4-BE49-F238E27FC236}">
                <a16:creationId xmlns:a16="http://schemas.microsoft.com/office/drawing/2014/main" id="{E1B78AEE-7E0C-BC32-0AC2-EB31DD169889}"/>
              </a:ext>
            </a:extLst>
          </p:cNvPr>
          <p:cNvPicPr>
            <a:picLocks noChangeAspect="1"/>
          </p:cNvPicPr>
          <p:nvPr/>
        </p:nvPicPr>
        <p:blipFill>
          <a:blip r:embed="rId4"/>
          <a:stretch>
            <a:fillRect/>
          </a:stretch>
        </p:blipFill>
        <p:spPr>
          <a:xfrm>
            <a:off x="2981522" y="961901"/>
            <a:ext cx="5117422" cy="5117422"/>
          </a:xfrm>
          <a:prstGeom prst="rect">
            <a:avLst/>
          </a:prstGeom>
        </p:spPr>
      </p:pic>
      <p:pic>
        <p:nvPicPr>
          <p:cNvPr id="12" name="Picture 11">
            <a:extLst>
              <a:ext uri="{FF2B5EF4-FFF2-40B4-BE49-F238E27FC236}">
                <a16:creationId xmlns:a16="http://schemas.microsoft.com/office/drawing/2014/main" id="{3B7A8C90-03A0-84FA-54D4-0A39A63F7145}"/>
              </a:ext>
            </a:extLst>
          </p:cNvPr>
          <p:cNvPicPr>
            <a:picLocks noChangeAspect="1"/>
          </p:cNvPicPr>
          <p:nvPr/>
        </p:nvPicPr>
        <p:blipFill>
          <a:blip r:embed="rId5"/>
          <a:stretch>
            <a:fillRect/>
          </a:stretch>
        </p:blipFill>
        <p:spPr>
          <a:xfrm>
            <a:off x="7808330" y="3533273"/>
            <a:ext cx="3810330" cy="2493480"/>
          </a:xfrm>
          <a:prstGeom prst="rect">
            <a:avLst/>
          </a:prstGeom>
        </p:spPr>
      </p:pic>
      <p:pic>
        <p:nvPicPr>
          <p:cNvPr id="13" name="Picture 12">
            <a:extLst>
              <a:ext uri="{FF2B5EF4-FFF2-40B4-BE49-F238E27FC236}">
                <a16:creationId xmlns:a16="http://schemas.microsoft.com/office/drawing/2014/main" id="{FB561AF4-5C62-E106-3B86-530CC6E84964}"/>
              </a:ext>
            </a:extLst>
          </p:cNvPr>
          <p:cNvPicPr>
            <a:picLocks noChangeAspect="1"/>
          </p:cNvPicPr>
          <p:nvPr/>
        </p:nvPicPr>
        <p:blipFill>
          <a:blip r:embed="rId6"/>
          <a:stretch>
            <a:fillRect/>
          </a:stretch>
        </p:blipFill>
        <p:spPr>
          <a:xfrm>
            <a:off x="7680303" y="1013373"/>
            <a:ext cx="3938357" cy="1603387"/>
          </a:xfrm>
          <a:prstGeom prst="rect">
            <a:avLst/>
          </a:prstGeom>
        </p:spPr>
      </p:pic>
    </p:spTree>
    <p:extLst>
      <p:ext uri="{BB962C8B-B14F-4D97-AF65-F5344CB8AC3E}">
        <p14:creationId xmlns:p14="http://schemas.microsoft.com/office/powerpoint/2010/main" val="4064411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1D76EEB6-41B5-2BE0-A673-CC33A72EB30B}"/>
              </a:ext>
            </a:extLst>
          </p:cNvPr>
          <p:cNvSpPr>
            <a:spLocks noGrp="1"/>
          </p:cNvSpPr>
          <p:nvPr>
            <p:ph sz="quarter" idx="10"/>
          </p:nvPr>
        </p:nvSpPr>
        <p:spPr/>
        <p:txBody>
          <a:bodyPr/>
          <a:lstStyle/>
          <a:p>
            <a:pPr marL="342900" indent="-342900">
              <a:buFont typeface="Wingdings" panose="05000000000000000000" pitchFamily="2" charset="2"/>
              <a:buChar char="§"/>
            </a:pPr>
            <a:r>
              <a:rPr lang="en-US" sz="2400" dirty="0"/>
              <a:t>EEAS</a:t>
            </a:r>
          </a:p>
          <a:p>
            <a:pPr marL="569913" lvl="1" indent="-342900">
              <a:buFont typeface="Wingdings" panose="05000000000000000000" pitchFamily="2" charset="2"/>
              <a:buChar char="Ø"/>
            </a:pPr>
            <a:endParaRPr lang="en-US" sz="2400" dirty="0">
              <a:ea typeface="ＭＳ Ｐゴシック" charset="0"/>
            </a:endParaRPr>
          </a:p>
          <a:p>
            <a:pPr marL="569913" lvl="1" indent="-342900">
              <a:buFont typeface="Wingdings" panose="05000000000000000000" pitchFamily="2" charset="2"/>
              <a:buChar char="Ø"/>
            </a:pPr>
            <a:r>
              <a:rPr lang="en-US" sz="1800" dirty="0">
                <a:ea typeface="ＭＳ Ｐゴシック" charset="0"/>
              </a:rPr>
              <a:t>Provides necessary capabilities to meet USACE Environmental mission requirements</a:t>
            </a:r>
          </a:p>
          <a:p>
            <a:pPr marL="569913" lvl="1" indent="-342900">
              <a:buFont typeface="Wingdings" panose="05000000000000000000" pitchFamily="2" charset="2"/>
              <a:buChar char="Ø"/>
            </a:pPr>
            <a:endParaRPr lang="en-US" sz="1800" dirty="0">
              <a:ea typeface="ＭＳ Ｐゴシック" charset="0"/>
            </a:endParaRPr>
          </a:p>
          <a:p>
            <a:pPr marL="569913" lvl="1" indent="-342900">
              <a:buFont typeface="Wingdings" panose="05000000000000000000" pitchFamily="2" charset="2"/>
              <a:buChar char="Ø"/>
            </a:pPr>
            <a:r>
              <a:rPr lang="en-US" sz="1800" dirty="0">
                <a:ea typeface="ＭＳ Ｐゴシック" charset="0"/>
              </a:rPr>
              <a:t>Reduces award times by having an approved acquisition strategy</a:t>
            </a:r>
          </a:p>
          <a:p>
            <a:pPr lvl="1" indent="0">
              <a:buNone/>
            </a:pPr>
            <a:endParaRPr lang="en-US" sz="1800" dirty="0">
              <a:ea typeface="ＭＳ Ｐゴシック" charset="0"/>
            </a:endParaRPr>
          </a:p>
          <a:p>
            <a:pPr marL="569913" lvl="1" indent="-342900">
              <a:buFont typeface="Wingdings" panose="05000000000000000000" pitchFamily="2" charset="2"/>
              <a:buChar char="Ø"/>
            </a:pPr>
            <a:r>
              <a:rPr lang="en-US" sz="1800" dirty="0">
                <a:ea typeface="ＭＳ Ｐゴシック" charset="0"/>
              </a:rPr>
              <a:t>Achieves efficiencies across the Enterprise</a:t>
            </a:r>
          </a:p>
          <a:p>
            <a:pPr marL="569913" lvl="1" indent="-342900">
              <a:buFont typeface="Wingdings" panose="05000000000000000000" pitchFamily="2" charset="2"/>
              <a:buChar char="Ø"/>
            </a:pPr>
            <a:endParaRPr lang="en-US" sz="1800" dirty="0">
              <a:ea typeface="ＭＳ Ｐゴシック" charset="0"/>
            </a:endParaRPr>
          </a:p>
          <a:p>
            <a:pPr marL="569913" lvl="1" indent="-342900">
              <a:buFont typeface="Wingdings" panose="05000000000000000000" pitchFamily="2" charset="2"/>
              <a:buChar char="Ø"/>
            </a:pPr>
            <a:r>
              <a:rPr lang="en-US" sz="1800" dirty="0">
                <a:ea typeface="ＭＳ Ｐゴシック" charset="0"/>
              </a:rPr>
              <a:t>Provides a wide variety of opportunities for small business</a:t>
            </a:r>
          </a:p>
          <a:p>
            <a:pPr marL="569913" lvl="1" indent="-342900">
              <a:buFont typeface="Wingdings" panose="05000000000000000000" pitchFamily="2" charset="2"/>
              <a:buChar char="Ø"/>
            </a:pPr>
            <a:endParaRPr lang="en-US" sz="1800" dirty="0">
              <a:ea typeface="ＭＳ Ｐゴシック" charset="0"/>
            </a:endParaRPr>
          </a:p>
          <a:p>
            <a:pPr marL="569913" lvl="1" indent="-342900">
              <a:buFont typeface="Wingdings" panose="05000000000000000000" pitchFamily="2" charset="2"/>
              <a:buChar char="Ø"/>
            </a:pPr>
            <a:r>
              <a:rPr lang="en-US" sz="1800" dirty="0">
                <a:ea typeface="ＭＳ Ｐゴシック" charset="0"/>
              </a:rPr>
              <a:t>ProjNet will be open until 24 APR for additional inquires; see SAM.gov posting for </a:t>
            </a:r>
            <a:r>
              <a:rPr lang="en-US" sz="1800">
                <a:ea typeface="ＭＳ Ｐゴシック" charset="0"/>
              </a:rPr>
              <a:t>additional information</a:t>
            </a:r>
            <a:endParaRPr lang="en-US" sz="1800" dirty="0">
              <a:ea typeface="ＭＳ Ｐゴシック" charset="0"/>
            </a:endParaRPr>
          </a:p>
          <a:p>
            <a:endParaRPr lang="en-US" dirty="0"/>
          </a:p>
        </p:txBody>
      </p:sp>
      <p:sp>
        <p:nvSpPr>
          <p:cNvPr id="4" name="Footer Placeholder 3">
            <a:extLst>
              <a:ext uri="{FF2B5EF4-FFF2-40B4-BE49-F238E27FC236}">
                <a16:creationId xmlns:a16="http://schemas.microsoft.com/office/drawing/2014/main" id="{86E9C8CA-0B9A-2A5A-80E2-A6813190DF05}"/>
              </a:ext>
            </a:extLst>
          </p:cNvPr>
          <p:cNvSpPr>
            <a:spLocks noGrp="1"/>
          </p:cNvSpPr>
          <p:nvPr>
            <p:ph type="ftr" sz="quarter" idx="12"/>
          </p:nvPr>
        </p:nvSpPr>
        <p:spPr/>
        <p:txBody>
          <a:bodyPr/>
          <a:lstStyle/>
          <a:p>
            <a:r>
              <a:rPr lang="en-US" dirty="0"/>
              <a:t>EEAS Industry Day 2025</a:t>
            </a:r>
          </a:p>
        </p:txBody>
      </p:sp>
      <p:sp>
        <p:nvSpPr>
          <p:cNvPr id="7" name="Title 6">
            <a:extLst>
              <a:ext uri="{FF2B5EF4-FFF2-40B4-BE49-F238E27FC236}">
                <a16:creationId xmlns:a16="http://schemas.microsoft.com/office/drawing/2014/main" id="{624E1867-5DB6-0A1B-D889-09A3D25DBC1F}"/>
              </a:ext>
            </a:extLst>
          </p:cNvPr>
          <p:cNvSpPr>
            <a:spLocks noGrp="1"/>
          </p:cNvSpPr>
          <p:nvPr>
            <p:ph type="title"/>
          </p:nvPr>
        </p:nvSpPr>
        <p:spPr>
          <a:xfrm>
            <a:off x="948366" y="128981"/>
            <a:ext cx="10802476" cy="832920"/>
          </a:xfrm>
        </p:spPr>
        <p:txBody>
          <a:bodyPr/>
          <a:lstStyle/>
          <a:p>
            <a:pPr algn="ctr"/>
            <a:r>
              <a:rPr lang="en-US" dirty="0"/>
              <a:t>Eeas summary</a:t>
            </a:r>
          </a:p>
        </p:txBody>
      </p:sp>
    </p:spTree>
    <p:extLst>
      <p:ext uri="{BB962C8B-B14F-4D97-AF65-F5344CB8AC3E}">
        <p14:creationId xmlns:p14="http://schemas.microsoft.com/office/powerpoint/2010/main" val="1662692965"/>
      </p:ext>
    </p:extLst>
  </p:cSld>
  <p:clrMapOvr>
    <a:masterClrMapping/>
  </p:clrMapOvr>
</p:sld>
</file>

<file path=ppt/theme/theme1.xml><?xml version="1.0" encoding="utf-8"?>
<a:theme xmlns:a="http://schemas.openxmlformats.org/drawingml/2006/main" name="Upper left castle template public">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2.xml><?xml version="1.0" encoding="utf-8"?>
<a:theme xmlns:a="http://schemas.openxmlformats.org/drawingml/2006/main" name="CUI Upper left Castle template ">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3.xml><?xml version="1.0" encoding="utf-8"?>
<a:theme xmlns:a="http://schemas.openxmlformats.org/drawingml/2006/main" name="traditional templat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4.xml><?xml version="1.0" encoding="utf-8"?>
<a:theme xmlns:a="http://schemas.openxmlformats.org/drawingml/2006/main" name="Traditional templat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5.xml><?xml version="1.0" encoding="utf-8"?>
<a:theme xmlns:a="http://schemas.openxmlformats.org/drawingml/2006/main" name="2_Upper Left Star and Castle NON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6.xml><?xml version="1.0" encoding="utf-8"?>
<a:theme xmlns:a="http://schemas.openxmlformats.org/drawingml/2006/main" name="Upper Left Star and Castle CUI">
  <a:themeElements>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4D202EBB-725C-4C87-B90A-DB065ED0BBF7}"/>
    </a:ext>
  </a:extLst>
</a:theme>
</file>

<file path=ppt/theme/theme7.xml><?xml version="1.0" encoding="utf-8"?>
<a:theme xmlns:a="http://schemas.openxmlformats.org/drawingml/2006/main" name="Chart Color Templates">
  <a:themeElements>
    <a:clrScheme name="Charts">
      <a:dk1>
        <a:srgbClr val="221F20"/>
      </a:dk1>
      <a:lt1>
        <a:srgbClr val="565557"/>
      </a:lt1>
      <a:dk2>
        <a:srgbClr val="FFFFFF"/>
      </a:dk2>
      <a:lt2>
        <a:srgbClr val="D5D5D7"/>
      </a:lt2>
      <a:accent1>
        <a:srgbClr val="F16521"/>
      </a:accent1>
      <a:accent2>
        <a:srgbClr val="2DAA27"/>
      </a:accent2>
      <a:accent3>
        <a:srgbClr val="CF0000"/>
      </a:accent3>
      <a:accent4>
        <a:srgbClr val="FFCC01"/>
      </a:accent4>
      <a:accent5>
        <a:srgbClr val="00308F"/>
      </a:accent5>
      <a:accent6>
        <a:srgbClr val="532476"/>
      </a:accent6>
      <a:hlink>
        <a:srgbClr val="4D7EA1"/>
      </a:hlink>
      <a:folHlink>
        <a:srgbClr val="CF000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NWDTemplate-LogosDown-2017.potx" id="{9FA1C32E-CDE2-4EA8-82A9-54FAA73D0B6D}" vid="{7A4F02DA-9F69-4CE8-8688-F5382440A1E1}"/>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USACE - Army 2023">
    <a:dk1>
      <a:srgbClr val="221F20"/>
    </a:dk1>
    <a:lt1>
      <a:srgbClr val="565557"/>
    </a:lt1>
    <a:dk2>
      <a:srgbClr val="FFFFFF"/>
    </a:dk2>
    <a:lt2>
      <a:srgbClr val="D5D5D7"/>
    </a:lt2>
    <a:accent1>
      <a:srgbClr val="727365"/>
    </a:accent1>
    <a:accent2>
      <a:srgbClr val="2F372F"/>
    </a:accent2>
    <a:accent3>
      <a:srgbClr val="FFCC01"/>
    </a:accent3>
    <a:accent4>
      <a:srgbClr val="BFB8A6"/>
    </a:accent4>
    <a:accent5>
      <a:srgbClr val="00308F"/>
    </a:accent5>
    <a:accent6>
      <a:srgbClr val="CF0000"/>
    </a:accent6>
    <a:hlink>
      <a:srgbClr val="3E6682"/>
    </a:hlink>
    <a:folHlink>
      <a:srgbClr val="7030A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baeaec8-4928-4375-bdfb-ddb7c7196353" xsi:nil="true"/>
    <lcf76f155ced4ddcb4097134ff3c332f xmlns="f338d937-5af2-4cf6-87e9-b09c9e49d76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77E1E9E5245544DABBC43951958D918" ma:contentTypeVersion="13" ma:contentTypeDescription="Create a new document." ma:contentTypeScope="" ma:versionID="dd47ee8a5c09be437fc79eca4f36a691">
  <xsd:schema xmlns:xsd="http://www.w3.org/2001/XMLSchema" xmlns:xs="http://www.w3.org/2001/XMLSchema" xmlns:p="http://schemas.microsoft.com/office/2006/metadata/properties" xmlns:ns2="f338d937-5af2-4cf6-87e9-b09c9e49d763" xmlns:ns3="4baeaec8-4928-4375-bdfb-ddb7c7196353" targetNamespace="http://schemas.microsoft.com/office/2006/metadata/properties" ma:root="true" ma:fieldsID="9ce2733c3d9cf7e204c1f38de597f472" ns2:_="" ns3:_="">
    <xsd:import namespace="f338d937-5af2-4cf6-87e9-b09c9e49d763"/>
    <xsd:import namespace="4baeaec8-4928-4375-bdfb-ddb7c719635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38d937-5af2-4cf6-87e9-b09c9e49d7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baeaec8-4928-4375-bdfb-ddb7c719635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ad4a012-8c91-4b48-b128-f945fef50b5c}" ma:internalName="TaxCatchAll" ma:showField="CatchAllData" ma:web="4baeaec8-4928-4375-bdfb-ddb7c719635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7CAE72E-856B-4DF4-A9F6-93C41667E9A0}">
  <ds:schemaRefs>
    <ds:schemaRef ds:uri="http://schemas.microsoft.com/sharepoint/v3/contenttype/forms"/>
  </ds:schemaRefs>
</ds:datastoreItem>
</file>

<file path=customXml/itemProps2.xml><?xml version="1.0" encoding="utf-8"?>
<ds:datastoreItem xmlns:ds="http://schemas.openxmlformats.org/officeDocument/2006/customXml" ds:itemID="{0B8C2CD5-50C2-4A7C-996A-3D6312B83669}">
  <ds:schemaRefs>
    <ds:schemaRef ds:uri="4baeaec8-4928-4375-bdfb-ddb7c7196353"/>
    <ds:schemaRef ds:uri="f338d937-5af2-4cf6-87e9-b09c9e49d76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3FD6EE1-CDD9-4CA6-BFF3-8DE965CB34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38d937-5af2-4cf6-87e9-b09c9e49d763"/>
    <ds:schemaRef ds:uri="4baeaec8-4928-4375-bdfb-ddb7c719635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45</TotalTime>
  <Words>282</Words>
  <Application>Microsoft Office PowerPoint</Application>
  <PresentationFormat>Widescreen</PresentationFormat>
  <Paragraphs>55</Paragraphs>
  <Slides>6</Slides>
  <Notes>0</Notes>
  <HiddenSlides>0</HiddenSlides>
  <MMClips>0</MMClips>
  <ScaleCrop>false</ScaleCrop>
  <HeadingPairs>
    <vt:vector size="6" baseType="variant">
      <vt:variant>
        <vt:lpstr>Fonts Used</vt:lpstr>
      </vt:variant>
      <vt:variant>
        <vt:i4>4</vt:i4>
      </vt:variant>
      <vt:variant>
        <vt:lpstr>Theme</vt:lpstr>
      </vt:variant>
      <vt:variant>
        <vt:i4>7</vt:i4>
      </vt:variant>
      <vt:variant>
        <vt:lpstr>Slide Titles</vt:lpstr>
      </vt:variant>
      <vt:variant>
        <vt:i4>6</vt:i4>
      </vt:variant>
    </vt:vector>
  </HeadingPairs>
  <TitlesOfParts>
    <vt:vector size="17" baseType="lpstr">
      <vt:lpstr>ＭＳ Ｐゴシック</vt:lpstr>
      <vt:lpstr>Arial</vt:lpstr>
      <vt:lpstr>Calibri</vt:lpstr>
      <vt:lpstr>Wingdings</vt:lpstr>
      <vt:lpstr>Upper left castle template public</vt:lpstr>
      <vt:lpstr>CUI Upper left Castle template </vt:lpstr>
      <vt:lpstr>traditional template NON CUI</vt:lpstr>
      <vt:lpstr>Traditional template CUI</vt:lpstr>
      <vt:lpstr>2_Upper Left Star and Castle NON CUI</vt:lpstr>
      <vt:lpstr>Upper Left Star and Castle CUI</vt:lpstr>
      <vt:lpstr>Chart Color Templates</vt:lpstr>
      <vt:lpstr>U.S. Army Corps of Engineers ENTERPRISE ENVIRONMENTAL Acquisition STRATEGY “EEAS”</vt:lpstr>
      <vt:lpstr>EEAS Mission</vt:lpstr>
      <vt:lpstr>EEAS Overview</vt:lpstr>
      <vt:lpstr>EEAS Overview</vt:lpstr>
      <vt:lpstr>Eeas misconceptions</vt:lpstr>
      <vt:lpstr>Eeas summary</vt:lpstr>
    </vt:vector>
  </TitlesOfParts>
  <Company>United States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ELW</dc:creator>
  <cp:lastModifiedBy>Howland, Timothy J CIV USARMY CENWO (USA)</cp:lastModifiedBy>
  <cp:revision>8</cp:revision>
  <dcterms:created xsi:type="dcterms:W3CDTF">2017-02-20T05:10:01Z</dcterms:created>
  <dcterms:modified xsi:type="dcterms:W3CDTF">2025-04-17T16:51:20Z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0x010100C77E1E9E5245544DABBC43951958D918</vt:lpwstr>
  </property>
  <property fmtid="{D5CDD505-2E9C-101B-9397-08002B2CF9AE}" pid="3" name="MediaServiceImageTags">
    <vt:lpwstr/>
  </property>
</Properties>
</file>