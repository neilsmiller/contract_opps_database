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sldIdLst>
    <p:sldId id="262" r:id="rId6"/>
    <p:sldId id="257" r:id="rId7"/>
    <p:sldId id="264" r:id="rId8"/>
    <p:sldId id="268" r:id="rId9"/>
    <p:sldId id="269" r:id="rId10"/>
    <p:sldId id="272" r:id="rId11"/>
    <p:sldId id="276" r:id="rId12"/>
    <p:sldId id="275" r:id="rId13"/>
    <p:sldId id="273" r:id="rId14"/>
    <p:sldId id="274" r:id="rId15"/>
    <p:sldId id="270" r:id="rId16"/>
    <p:sldId id="265" r:id="rId17"/>
    <p:sldId id="266" r:id="rId18"/>
    <p:sldId id="267" r:id="rId19"/>
    <p:sldId id="277" r:id="rId20"/>
    <p:sldId id="261" r:id="rId21"/>
    <p:sldId id="280" r:id="rId22"/>
    <p:sldId id="28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ERING, JASON T CIV USAF AFMC OL_H/PZIMA" userId="ef0cec7e-96ee-4d55-a4b8-591026bfe61b" providerId="ADAL" clId="{253111E9-1ED3-49CC-96C4-129B2683DD7B}"/>
    <pc:docChg chg="modSld">
      <pc:chgData name="NEERING, JASON T CIV USAF AFMC OL_H/PZIMA" userId="ef0cec7e-96ee-4d55-a4b8-591026bfe61b" providerId="ADAL" clId="{253111E9-1ED3-49CC-96C4-129B2683DD7B}" dt="2025-03-19T15:44:45.481" v="7" actId="20577"/>
      <pc:docMkLst>
        <pc:docMk/>
      </pc:docMkLst>
      <pc:sldChg chg="modSp mod">
        <pc:chgData name="NEERING, JASON T CIV USAF AFMC OL_H/PZIMA" userId="ef0cec7e-96ee-4d55-a4b8-591026bfe61b" providerId="ADAL" clId="{253111E9-1ED3-49CC-96C4-129B2683DD7B}" dt="2025-03-19T15:44:45.481" v="7" actId="20577"/>
        <pc:sldMkLst>
          <pc:docMk/>
          <pc:sldMk cId="3006350536" sldId="262"/>
        </pc:sldMkLst>
        <pc:spChg chg="mod">
          <ac:chgData name="NEERING, JASON T CIV USAF AFMC OL_H/PZIMA" userId="ef0cec7e-96ee-4d55-a4b8-591026bfe61b" providerId="ADAL" clId="{253111E9-1ED3-49CC-96C4-129B2683DD7B}" dt="2025-03-19T15:44:45.481" v="7" actId="20577"/>
          <ac:spMkLst>
            <pc:docMk/>
            <pc:sldMk cId="3006350536" sldId="262"/>
            <ac:spMk id="2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43366C-F2A5-4D82-BE91-153EBF31F1B0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0A97483-6B6B-4519-933F-33B38A1BD132}">
      <dgm:prSet phldrT="[Text]" custT="1"/>
      <dgm:spPr/>
      <dgm:t>
        <a:bodyPr/>
        <a:lstStyle/>
        <a:p>
          <a:r>
            <a:rPr lang="en-US" sz="1400" dirty="0"/>
            <a:t>Induction</a:t>
          </a:r>
        </a:p>
      </dgm:t>
    </dgm:pt>
    <dgm:pt modelId="{FD495901-7FAA-4202-AC04-4DE2CE917D76}" type="parTrans" cxnId="{04D762E1-8535-4628-BF95-5F30632E1A9F}">
      <dgm:prSet/>
      <dgm:spPr/>
      <dgm:t>
        <a:bodyPr/>
        <a:lstStyle/>
        <a:p>
          <a:endParaRPr lang="en-US" sz="1400"/>
        </a:p>
      </dgm:t>
    </dgm:pt>
    <dgm:pt modelId="{CD5E48CD-FCC0-4609-9C80-669C01803C8B}" type="sibTrans" cxnId="{04D762E1-8535-4628-BF95-5F30632E1A9F}">
      <dgm:prSet/>
      <dgm:spPr/>
      <dgm:t>
        <a:bodyPr/>
        <a:lstStyle/>
        <a:p>
          <a:endParaRPr lang="en-US" sz="1400"/>
        </a:p>
      </dgm:t>
    </dgm:pt>
    <dgm:pt modelId="{F6EF0E08-C999-49AA-AFF0-31F193823361}">
      <dgm:prSet phldrT="[Text]" custT="1"/>
      <dgm:spPr/>
      <dgm:t>
        <a:bodyPr/>
        <a:lstStyle/>
        <a:p>
          <a:r>
            <a:rPr lang="en-US" sz="1400" dirty="0"/>
            <a:t>Inspection</a:t>
          </a:r>
        </a:p>
      </dgm:t>
    </dgm:pt>
    <dgm:pt modelId="{64119656-3297-4631-9284-C8E652D9E1D4}" type="parTrans" cxnId="{786B42F9-EC92-4006-BD5F-D09B30C22BAD}">
      <dgm:prSet/>
      <dgm:spPr/>
      <dgm:t>
        <a:bodyPr/>
        <a:lstStyle/>
        <a:p>
          <a:endParaRPr lang="en-US" sz="1400"/>
        </a:p>
      </dgm:t>
    </dgm:pt>
    <dgm:pt modelId="{57EBC95D-6DF7-4A5F-BA69-B58FC161096C}" type="sibTrans" cxnId="{786B42F9-EC92-4006-BD5F-D09B30C22BAD}">
      <dgm:prSet/>
      <dgm:spPr/>
      <dgm:t>
        <a:bodyPr/>
        <a:lstStyle/>
        <a:p>
          <a:endParaRPr lang="en-US" sz="1400"/>
        </a:p>
      </dgm:t>
    </dgm:pt>
    <dgm:pt modelId="{0B2BFD75-71FE-43C6-BC33-607737971C4C}">
      <dgm:prSet phldrT="[Text]" custT="1"/>
      <dgm:spPr/>
      <dgm:t>
        <a:bodyPr/>
        <a:lstStyle/>
        <a:p>
          <a:r>
            <a:rPr lang="en-US" sz="1400" dirty="0"/>
            <a:t>Depaint</a:t>
          </a:r>
        </a:p>
      </dgm:t>
    </dgm:pt>
    <dgm:pt modelId="{03EB977C-87EB-475C-BA0A-83E1ABAC5CC1}" type="parTrans" cxnId="{333F9221-4278-450D-8A74-E77233531C42}">
      <dgm:prSet/>
      <dgm:spPr/>
      <dgm:t>
        <a:bodyPr/>
        <a:lstStyle/>
        <a:p>
          <a:endParaRPr lang="en-US" sz="1400"/>
        </a:p>
      </dgm:t>
    </dgm:pt>
    <dgm:pt modelId="{B9D0A9A4-5875-46B8-B4FF-41C17580990E}" type="sibTrans" cxnId="{333F9221-4278-450D-8A74-E77233531C42}">
      <dgm:prSet/>
      <dgm:spPr/>
      <dgm:t>
        <a:bodyPr/>
        <a:lstStyle/>
        <a:p>
          <a:endParaRPr lang="en-US" sz="1400"/>
        </a:p>
      </dgm:t>
    </dgm:pt>
    <dgm:pt modelId="{78CBC400-77E7-455A-91E8-61E3292B62F6}">
      <dgm:prSet phldrT="[Text]" custT="1"/>
      <dgm:spPr/>
      <dgm:t>
        <a:bodyPr/>
        <a:lstStyle/>
        <a:p>
          <a:r>
            <a:rPr lang="en-US" sz="1400" dirty="0"/>
            <a:t>Paint</a:t>
          </a:r>
        </a:p>
      </dgm:t>
    </dgm:pt>
    <dgm:pt modelId="{4EE8668D-3C2B-4F3D-82CE-0898079B590A}" type="parTrans" cxnId="{DD7D0F2F-3B92-4A53-9AAA-E6D82799A67E}">
      <dgm:prSet/>
      <dgm:spPr/>
      <dgm:t>
        <a:bodyPr/>
        <a:lstStyle/>
        <a:p>
          <a:endParaRPr lang="en-US" sz="1400"/>
        </a:p>
      </dgm:t>
    </dgm:pt>
    <dgm:pt modelId="{09D25127-0033-4D9B-80F5-72F1929FB2C1}" type="sibTrans" cxnId="{DD7D0F2F-3B92-4A53-9AAA-E6D82799A67E}">
      <dgm:prSet/>
      <dgm:spPr/>
      <dgm:t>
        <a:bodyPr/>
        <a:lstStyle/>
        <a:p>
          <a:endParaRPr lang="en-US" sz="1400"/>
        </a:p>
      </dgm:t>
    </dgm:pt>
    <dgm:pt modelId="{8006FE2D-7832-4D5A-AC0A-28581DA15522}">
      <dgm:prSet phldrT="[Text]" custT="1"/>
      <dgm:spPr/>
      <dgm:t>
        <a:bodyPr/>
        <a:lstStyle/>
        <a:p>
          <a:r>
            <a:rPr lang="en-US" sz="1400" dirty="0"/>
            <a:t>Flight Test</a:t>
          </a:r>
        </a:p>
      </dgm:t>
    </dgm:pt>
    <dgm:pt modelId="{C4294035-D262-4ECB-8D7E-A1D409E8853F}" type="parTrans" cxnId="{6B98E2D0-F484-43B7-9DC1-8945CBEF75FC}">
      <dgm:prSet/>
      <dgm:spPr/>
      <dgm:t>
        <a:bodyPr/>
        <a:lstStyle/>
        <a:p>
          <a:endParaRPr lang="en-US" sz="1400"/>
        </a:p>
      </dgm:t>
    </dgm:pt>
    <dgm:pt modelId="{F170F56F-07FF-4CBD-8A31-D27A362A74CA}" type="sibTrans" cxnId="{6B98E2D0-F484-43B7-9DC1-8945CBEF75FC}">
      <dgm:prSet/>
      <dgm:spPr/>
      <dgm:t>
        <a:bodyPr/>
        <a:lstStyle/>
        <a:p>
          <a:endParaRPr lang="en-US" sz="1400"/>
        </a:p>
      </dgm:t>
    </dgm:pt>
    <dgm:pt modelId="{2967570B-4141-4F8F-811C-3A31B0565F1E}">
      <dgm:prSet phldrT="[Text]" custT="1"/>
      <dgm:spPr/>
      <dgm:t>
        <a:bodyPr/>
        <a:lstStyle/>
        <a:p>
          <a:r>
            <a:rPr lang="en-US" sz="1400" dirty="0"/>
            <a:t>Return to Unit</a:t>
          </a:r>
        </a:p>
      </dgm:t>
    </dgm:pt>
    <dgm:pt modelId="{FB5DF6B8-49D7-4059-9D01-C6370C82E979}" type="parTrans" cxnId="{335BFCD8-2C99-494D-B5CD-13AFB830F815}">
      <dgm:prSet/>
      <dgm:spPr/>
      <dgm:t>
        <a:bodyPr/>
        <a:lstStyle/>
        <a:p>
          <a:endParaRPr lang="en-US" sz="1400"/>
        </a:p>
      </dgm:t>
    </dgm:pt>
    <dgm:pt modelId="{F95E7640-19A8-455F-8C3E-984A116F339F}" type="sibTrans" cxnId="{335BFCD8-2C99-494D-B5CD-13AFB830F815}">
      <dgm:prSet/>
      <dgm:spPr/>
      <dgm:t>
        <a:bodyPr/>
        <a:lstStyle/>
        <a:p>
          <a:endParaRPr lang="en-US" sz="1400"/>
        </a:p>
      </dgm:t>
    </dgm:pt>
    <dgm:pt modelId="{20CA8927-3F75-4971-B2AF-0B9366EC4AA9}" type="pres">
      <dgm:prSet presAssocID="{2643366C-F2A5-4D82-BE91-153EBF31F1B0}" presName="Name0" presStyleCnt="0">
        <dgm:presLayoutVars>
          <dgm:dir/>
          <dgm:resizeHandles val="exact"/>
        </dgm:presLayoutVars>
      </dgm:prSet>
      <dgm:spPr/>
    </dgm:pt>
    <dgm:pt modelId="{E0D7BC1D-9D93-47C9-B27B-174CCAE4C25B}" type="pres">
      <dgm:prSet presAssocID="{70A97483-6B6B-4519-933F-33B38A1BD132}" presName="parTxOnly" presStyleLbl="node1" presStyleIdx="0" presStyleCnt="6">
        <dgm:presLayoutVars>
          <dgm:bulletEnabled val="1"/>
        </dgm:presLayoutVars>
      </dgm:prSet>
      <dgm:spPr/>
    </dgm:pt>
    <dgm:pt modelId="{E599801C-F648-4C61-AA0E-6CF34B6995D6}" type="pres">
      <dgm:prSet presAssocID="{CD5E48CD-FCC0-4609-9C80-669C01803C8B}" presName="parSpace" presStyleCnt="0"/>
      <dgm:spPr/>
    </dgm:pt>
    <dgm:pt modelId="{349BD07B-DD42-4FD8-A412-5A5644B8E6D5}" type="pres">
      <dgm:prSet presAssocID="{F6EF0E08-C999-49AA-AFF0-31F193823361}" presName="parTxOnly" presStyleLbl="node1" presStyleIdx="1" presStyleCnt="6">
        <dgm:presLayoutVars>
          <dgm:bulletEnabled val="1"/>
        </dgm:presLayoutVars>
      </dgm:prSet>
      <dgm:spPr/>
    </dgm:pt>
    <dgm:pt modelId="{DCAF1AF6-C561-4DE2-B98C-FBCBBFCA2D31}" type="pres">
      <dgm:prSet presAssocID="{57EBC95D-6DF7-4A5F-BA69-B58FC161096C}" presName="parSpace" presStyleCnt="0"/>
      <dgm:spPr/>
    </dgm:pt>
    <dgm:pt modelId="{46FEF764-0750-4251-AB74-52E4731D274B}" type="pres">
      <dgm:prSet presAssocID="{0B2BFD75-71FE-43C6-BC33-607737971C4C}" presName="parTxOnly" presStyleLbl="node1" presStyleIdx="2" presStyleCnt="6">
        <dgm:presLayoutVars>
          <dgm:bulletEnabled val="1"/>
        </dgm:presLayoutVars>
      </dgm:prSet>
      <dgm:spPr/>
    </dgm:pt>
    <dgm:pt modelId="{80BE4889-E9EE-4280-B66A-B3FDE721614E}" type="pres">
      <dgm:prSet presAssocID="{B9D0A9A4-5875-46B8-B4FF-41C17580990E}" presName="parSpace" presStyleCnt="0"/>
      <dgm:spPr/>
    </dgm:pt>
    <dgm:pt modelId="{DAA59EFE-5483-4393-9A9A-AB6D6A7E3A87}" type="pres">
      <dgm:prSet presAssocID="{78CBC400-77E7-455A-91E8-61E3292B62F6}" presName="parTxOnly" presStyleLbl="node1" presStyleIdx="3" presStyleCnt="6">
        <dgm:presLayoutVars>
          <dgm:bulletEnabled val="1"/>
        </dgm:presLayoutVars>
      </dgm:prSet>
      <dgm:spPr/>
    </dgm:pt>
    <dgm:pt modelId="{CDC0C2EE-5515-4A30-AD81-55335809E698}" type="pres">
      <dgm:prSet presAssocID="{09D25127-0033-4D9B-80F5-72F1929FB2C1}" presName="parSpace" presStyleCnt="0"/>
      <dgm:spPr/>
    </dgm:pt>
    <dgm:pt modelId="{9C4E0FA2-7601-4070-AF4C-F8337296A22A}" type="pres">
      <dgm:prSet presAssocID="{8006FE2D-7832-4D5A-AC0A-28581DA15522}" presName="parTxOnly" presStyleLbl="node1" presStyleIdx="4" presStyleCnt="6">
        <dgm:presLayoutVars>
          <dgm:bulletEnabled val="1"/>
        </dgm:presLayoutVars>
      </dgm:prSet>
      <dgm:spPr/>
    </dgm:pt>
    <dgm:pt modelId="{0FE08F24-D66D-47AB-9E58-6164D2666FD5}" type="pres">
      <dgm:prSet presAssocID="{F170F56F-07FF-4CBD-8A31-D27A362A74CA}" presName="parSpace" presStyleCnt="0"/>
      <dgm:spPr/>
    </dgm:pt>
    <dgm:pt modelId="{A90B0253-CDD1-4E51-BEAE-30BD75E84DB4}" type="pres">
      <dgm:prSet presAssocID="{2967570B-4141-4F8F-811C-3A31B0565F1E}" presName="parTxOnly" presStyleLbl="node1" presStyleIdx="5" presStyleCnt="6">
        <dgm:presLayoutVars>
          <dgm:bulletEnabled val="1"/>
        </dgm:presLayoutVars>
      </dgm:prSet>
      <dgm:spPr/>
    </dgm:pt>
  </dgm:ptLst>
  <dgm:cxnLst>
    <dgm:cxn modelId="{70001E04-773D-498A-9559-4821B7754280}" type="presOf" srcId="{F6EF0E08-C999-49AA-AFF0-31F193823361}" destId="{349BD07B-DD42-4FD8-A412-5A5644B8E6D5}" srcOrd="0" destOrd="0" presId="urn:microsoft.com/office/officeart/2005/8/layout/hChevron3"/>
    <dgm:cxn modelId="{3F65AB09-5F80-414F-AF5A-18F221D48EED}" type="presOf" srcId="{78CBC400-77E7-455A-91E8-61E3292B62F6}" destId="{DAA59EFE-5483-4393-9A9A-AB6D6A7E3A87}" srcOrd="0" destOrd="0" presId="urn:microsoft.com/office/officeart/2005/8/layout/hChevron3"/>
    <dgm:cxn modelId="{333F9221-4278-450D-8A74-E77233531C42}" srcId="{2643366C-F2A5-4D82-BE91-153EBF31F1B0}" destId="{0B2BFD75-71FE-43C6-BC33-607737971C4C}" srcOrd="2" destOrd="0" parTransId="{03EB977C-87EB-475C-BA0A-83E1ABAC5CC1}" sibTransId="{B9D0A9A4-5875-46B8-B4FF-41C17580990E}"/>
    <dgm:cxn modelId="{DD7D0F2F-3B92-4A53-9AAA-E6D82799A67E}" srcId="{2643366C-F2A5-4D82-BE91-153EBF31F1B0}" destId="{78CBC400-77E7-455A-91E8-61E3292B62F6}" srcOrd="3" destOrd="0" parTransId="{4EE8668D-3C2B-4F3D-82CE-0898079B590A}" sibTransId="{09D25127-0033-4D9B-80F5-72F1929FB2C1}"/>
    <dgm:cxn modelId="{491C1830-6CAA-4C26-9B2D-0236C20203E7}" type="presOf" srcId="{2643366C-F2A5-4D82-BE91-153EBF31F1B0}" destId="{20CA8927-3F75-4971-B2AF-0B9366EC4AA9}" srcOrd="0" destOrd="0" presId="urn:microsoft.com/office/officeart/2005/8/layout/hChevron3"/>
    <dgm:cxn modelId="{C2EEFC62-3419-4114-AE31-D3EACF002CC5}" type="presOf" srcId="{8006FE2D-7832-4D5A-AC0A-28581DA15522}" destId="{9C4E0FA2-7601-4070-AF4C-F8337296A22A}" srcOrd="0" destOrd="0" presId="urn:microsoft.com/office/officeart/2005/8/layout/hChevron3"/>
    <dgm:cxn modelId="{3FAC7CA1-00F9-49D9-B002-C74422F6AED9}" type="presOf" srcId="{2967570B-4141-4F8F-811C-3A31B0565F1E}" destId="{A90B0253-CDD1-4E51-BEAE-30BD75E84DB4}" srcOrd="0" destOrd="0" presId="urn:microsoft.com/office/officeart/2005/8/layout/hChevron3"/>
    <dgm:cxn modelId="{E2FFC5AF-692C-4BE2-A5E0-BE2AD37ECEAA}" type="presOf" srcId="{70A97483-6B6B-4519-933F-33B38A1BD132}" destId="{E0D7BC1D-9D93-47C9-B27B-174CCAE4C25B}" srcOrd="0" destOrd="0" presId="urn:microsoft.com/office/officeart/2005/8/layout/hChevron3"/>
    <dgm:cxn modelId="{82F929BA-5CEF-4951-A2F6-46DE7B748B5F}" type="presOf" srcId="{0B2BFD75-71FE-43C6-BC33-607737971C4C}" destId="{46FEF764-0750-4251-AB74-52E4731D274B}" srcOrd="0" destOrd="0" presId="urn:microsoft.com/office/officeart/2005/8/layout/hChevron3"/>
    <dgm:cxn modelId="{6B98E2D0-F484-43B7-9DC1-8945CBEF75FC}" srcId="{2643366C-F2A5-4D82-BE91-153EBF31F1B0}" destId="{8006FE2D-7832-4D5A-AC0A-28581DA15522}" srcOrd="4" destOrd="0" parTransId="{C4294035-D262-4ECB-8D7E-A1D409E8853F}" sibTransId="{F170F56F-07FF-4CBD-8A31-D27A362A74CA}"/>
    <dgm:cxn modelId="{335BFCD8-2C99-494D-B5CD-13AFB830F815}" srcId="{2643366C-F2A5-4D82-BE91-153EBF31F1B0}" destId="{2967570B-4141-4F8F-811C-3A31B0565F1E}" srcOrd="5" destOrd="0" parTransId="{FB5DF6B8-49D7-4059-9D01-C6370C82E979}" sibTransId="{F95E7640-19A8-455F-8C3E-984A116F339F}"/>
    <dgm:cxn modelId="{04D762E1-8535-4628-BF95-5F30632E1A9F}" srcId="{2643366C-F2A5-4D82-BE91-153EBF31F1B0}" destId="{70A97483-6B6B-4519-933F-33B38A1BD132}" srcOrd="0" destOrd="0" parTransId="{FD495901-7FAA-4202-AC04-4DE2CE917D76}" sibTransId="{CD5E48CD-FCC0-4609-9C80-669C01803C8B}"/>
    <dgm:cxn modelId="{786B42F9-EC92-4006-BD5F-D09B30C22BAD}" srcId="{2643366C-F2A5-4D82-BE91-153EBF31F1B0}" destId="{F6EF0E08-C999-49AA-AFF0-31F193823361}" srcOrd="1" destOrd="0" parTransId="{64119656-3297-4631-9284-C8E652D9E1D4}" sibTransId="{57EBC95D-6DF7-4A5F-BA69-B58FC161096C}"/>
    <dgm:cxn modelId="{363D133F-F968-4122-BE84-8DC8383CCCB7}" type="presParOf" srcId="{20CA8927-3F75-4971-B2AF-0B9366EC4AA9}" destId="{E0D7BC1D-9D93-47C9-B27B-174CCAE4C25B}" srcOrd="0" destOrd="0" presId="urn:microsoft.com/office/officeart/2005/8/layout/hChevron3"/>
    <dgm:cxn modelId="{DEB64F62-EB7D-4537-BBC2-77126B015528}" type="presParOf" srcId="{20CA8927-3F75-4971-B2AF-0B9366EC4AA9}" destId="{E599801C-F648-4C61-AA0E-6CF34B6995D6}" srcOrd="1" destOrd="0" presId="urn:microsoft.com/office/officeart/2005/8/layout/hChevron3"/>
    <dgm:cxn modelId="{E019FE53-6EFB-430E-B10B-DF65BEC1584B}" type="presParOf" srcId="{20CA8927-3F75-4971-B2AF-0B9366EC4AA9}" destId="{349BD07B-DD42-4FD8-A412-5A5644B8E6D5}" srcOrd="2" destOrd="0" presId="urn:microsoft.com/office/officeart/2005/8/layout/hChevron3"/>
    <dgm:cxn modelId="{493C5A7E-5CF5-4AB2-8183-24332C2EC1CB}" type="presParOf" srcId="{20CA8927-3F75-4971-B2AF-0B9366EC4AA9}" destId="{DCAF1AF6-C561-4DE2-B98C-FBCBBFCA2D31}" srcOrd="3" destOrd="0" presId="urn:microsoft.com/office/officeart/2005/8/layout/hChevron3"/>
    <dgm:cxn modelId="{A05492DC-20AF-4863-898D-17CEF0A5F3E4}" type="presParOf" srcId="{20CA8927-3F75-4971-B2AF-0B9366EC4AA9}" destId="{46FEF764-0750-4251-AB74-52E4731D274B}" srcOrd="4" destOrd="0" presId="urn:microsoft.com/office/officeart/2005/8/layout/hChevron3"/>
    <dgm:cxn modelId="{0F28AD84-1B28-4B6C-8869-46AE97B72119}" type="presParOf" srcId="{20CA8927-3F75-4971-B2AF-0B9366EC4AA9}" destId="{80BE4889-E9EE-4280-B66A-B3FDE721614E}" srcOrd="5" destOrd="0" presId="urn:microsoft.com/office/officeart/2005/8/layout/hChevron3"/>
    <dgm:cxn modelId="{930C8FDF-5B60-4F4F-AC2C-CE3B596E0B8A}" type="presParOf" srcId="{20CA8927-3F75-4971-B2AF-0B9366EC4AA9}" destId="{DAA59EFE-5483-4393-9A9A-AB6D6A7E3A87}" srcOrd="6" destOrd="0" presId="urn:microsoft.com/office/officeart/2005/8/layout/hChevron3"/>
    <dgm:cxn modelId="{590AB9DE-EB57-4583-BC02-D275A8E29079}" type="presParOf" srcId="{20CA8927-3F75-4971-B2AF-0B9366EC4AA9}" destId="{CDC0C2EE-5515-4A30-AD81-55335809E698}" srcOrd="7" destOrd="0" presId="urn:microsoft.com/office/officeart/2005/8/layout/hChevron3"/>
    <dgm:cxn modelId="{C6DAFE42-FD70-4A02-BB7D-F607F854DEB6}" type="presParOf" srcId="{20CA8927-3F75-4971-B2AF-0B9366EC4AA9}" destId="{9C4E0FA2-7601-4070-AF4C-F8337296A22A}" srcOrd="8" destOrd="0" presId="urn:microsoft.com/office/officeart/2005/8/layout/hChevron3"/>
    <dgm:cxn modelId="{AE046096-687B-45A1-805A-0D1545332525}" type="presParOf" srcId="{20CA8927-3F75-4971-B2AF-0B9366EC4AA9}" destId="{0FE08F24-D66D-47AB-9E58-6164D2666FD5}" srcOrd="9" destOrd="0" presId="urn:microsoft.com/office/officeart/2005/8/layout/hChevron3"/>
    <dgm:cxn modelId="{B10787DD-96F9-460F-BA9B-2D48C23B05A5}" type="presParOf" srcId="{20CA8927-3F75-4971-B2AF-0B9366EC4AA9}" destId="{A90B0253-CDD1-4E51-BEAE-30BD75E84DB4}" srcOrd="10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643366C-F2A5-4D82-BE91-153EBF31F1B0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0A97483-6B6B-4519-933F-33B38A1BD132}">
      <dgm:prSet phldrT="[Text]"/>
      <dgm:spPr/>
      <dgm:t>
        <a:bodyPr/>
        <a:lstStyle/>
        <a:p>
          <a:r>
            <a:rPr lang="en-US" dirty="0"/>
            <a:t>Induction</a:t>
          </a:r>
        </a:p>
      </dgm:t>
    </dgm:pt>
    <dgm:pt modelId="{FD495901-7FAA-4202-AC04-4DE2CE917D76}" type="parTrans" cxnId="{04D762E1-8535-4628-BF95-5F30632E1A9F}">
      <dgm:prSet/>
      <dgm:spPr/>
      <dgm:t>
        <a:bodyPr/>
        <a:lstStyle/>
        <a:p>
          <a:endParaRPr lang="en-US"/>
        </a:p>
      </dgm:t>
    </dgm:pt>
    <dgm:pt modelId="{CD5E48CD-FCC0-4609-9C80-669C01803C8B}" type="sibTrans" cxnId="{04D762E1-8535-4628-BF95-5F30632E1A9F}">
      <dgm:prSet/>
      <dgm:spPr/>
      <dgm:t>
        <a:bodyPr/>
        <a:lstStyle/>
        <a:p>
          <a:endParaRPr lang="en-US"/>
        </a:p>
      </dgm:t>
    </dgm:pt>
    <dgm:pt modelId="{F6EF0E08-C999-49AA-AFF0-31F193823361}">
      <dgm:prSet phldrT="[Text]"/>
      <dgm:spPr/>
      <dgm:t>
        <a:bodyPr/>
        <a:lstStyle/>
        <a:p>
          <a:r>
            <a:rPr lang="en-US" dirty="0"/>
            <a:t>Inspection</a:t>
          </a:r>
        </a:p>
      </dgm:t>
    </dgm:pt>
    <dgm:pt modelId="{64119656-3297-4631-9284-C8E652D9E1D4}" type="parTrans" cxnId="{786B42F9-EC92-4006-BD5F-D09B30C22BAD}">
      <dgm:prSet/>
      <dgm:spPr/>
      <dgm:t>
        <a:bodyPr/>
        <a:lstStyle/>
        <a:p>
          <a:endParaRPr lang="en-US"/>
        </a:p>
      </dgm:t>
    </dgm:pt>
    <dgm:pt modelId="{57EBC95D-6DF7-4A5F-BA69-B58FC161096C}" type="sibTrans" cxnId="{786B42F9-EC92-4006-BD5F-D09B30C22BAD}">
      <dgm:prSet/>
      <dgm:spPr/>
      <dgm:t>
        <a:bodyPr/>
        <a:lstStyle/>
        <a:p>
          <a:endParaRPr lang="en-US"/>
        </a:p>
      </dgm:t>
    </dgm:pt>
    <dgm:pt modelId="{0B2BFD75-71FE-43C6-BC33-607737971C4C}">
      <dgm:prSet phldrT="[Text]"/>
      <dgm:spPr/>
      <dgm:t>
        <a:bodyPr/>
        <a:lstStyle/>
        <a:p>
          <a:r>
            <a:rPr lang="en-US" dirty="0"/>
            <a:t>Depaint</a:t>
          </a:r>
        </a:p>
      </dgm:t>
    </dgm:pt>
    <dgm:pt modelId="{03EB977C-87EB-475C-BA0A-83E1ABAC5CC1}" type="parTrans" cxnId="{333F9221-4278-450D-8A74-E77233531C42}">
      <dgm:prSet/>
      <dgm:spPr/>
      <dgm:t>
        <a:bodyPr/>
        <a:lstStyle/>
        <a:p>
          <a:endParaRPr lang="en-US"/>
        </a:p>
      </dgm:t>
    </dgm:pt>
    <dgm:pt modelId="{B9D0A9A4-5875-46B8-B4FF-41C17580990E}" type="sibTrans" cxnId="{333F9221-4278-450D-8A74-E77233531C42}">
      <dgm:prSet/>
      <dgm:spPr/>
      <dgm:t>
        <a:bodyPr/>
        <a:lstStyle/>
        <a:p>
          <a:endParaRPr lang="en-US"/>
        </a:p>
      </dgm:t>
    </dgm:pt>
    <dgm:pt modelId="{E1E1937D-3140-4242-BA77-7601817222E1}">
      <dgm:prSet phldrT="[Text]"/>
      <dgm:spPr/>
      <dgm:t>
        <a:bodyPr/>
        <a:lstStyle/>
        <a:p>
          <a:r>
            <a:rPr lang="en-US" dirty="0"/>
            <a:t>Scheduled Maintenance</a:t>
          </a:r>
        </a:p>
      </dgm:t>
    </dgm:pt>
    <dgm:pt modelId="{F53F6044-875D-411A-9EC3-C073FEDCB361}" type="parTrans" cxnId="{828A3D42-E7F9-430E-8C8A-D1662FCB9B91}">
      <dgm:prSet/>
      <dgm:spPr/>
      <dgm:t>
        <a:bodyPr/>
        <a:lstStyle/>
        <a:p>
          <a:endParaRPr lang="en-US"/>
        </a:p>
      </dgm:t>
    </dgm:pt>
    <dgm:pt modelId="{6A4ECA7B-ED5A-4CF0-861C-E83AE9224F03}" type="sibTrans" cxnId="{828A3D42-E7F9-430E-8C8A-D1662FCB9B91}">
      <dgm:prSet/>
      <dgm:spPr/>
      <dgm:t>
        <a:bodyPr/>
        <a:lstStyle/>
        <a:p>
          <a:endParaRPr lang="en-US"/>
        </a:p>
      </dgm:t>
    </dgm:pt>
    <dgm:pt modelId="{78CBC400-77E7-455A-91E8-61E3292B62F6}">
      <dgm:prSet phldrT="[Text]"/>
      <dgm:spPr/>
      <dgm:t>
        <a:bodyPr/>
        <a:lstStyle/>
        <a:p>
          <a:r>
            <a:rPr lang="en-US" dirty="0"/>
            <a:t>Paint</a:t>
          </a:r>
        </a:p>
      </dgm:t>
    </dgm:pt>
    <dgm:pt modelId="{4EE8668D-3C2B-4F3D-82CE-0898079B590A}" type="parTrans" cxnId="{DD7D0F2F-3B92-4A53-9AAA-E6D82799A67E}">
      <dgm:prSet/>
      <dgm:spPr/>
      <dgm:t>
        <a:bodyPr/>
        <a:lstStyle/>
        <a:p>
          <a:endParaRPr lang="en-US"/>
        </a:p>
      </dgm:t>
    </dgm:pt>
    <dgm:pt modelId="{09D25127-0033-4D9B-80F5-72F1929FB2C1}" type="sibTrans" cxnId="{DD7D0F2F-3B92-4A53-9AAA-E6D82799A67E}">
      <dgm:prSet/>
      <dgm:spPr/>
      <dgm:t>
        <a:bodyPr/>
        <a:lstStyle/>
        <a:p>
          <a:endParaRPr lang="en-US"/>
        </a:p>
      </dgm:t>
    </dgm:pt>
    <dgm:pt modelId="{8006FE2D-7832-4D5A-AC0A-28581DA15522}">
      <dgm:prSet phldrT="[Text]"/>
      <dgm:spPr/>
      <dgm:t>
        <a:bodyPr/>
        <a:lstStyle/>
        <a:p>
          <a:r>
            <a:rPr lang="en-US" dirty="0"/>
            <a:t>Flight Test</a:t>
          </a:r>
        </a:p>
      </dgm:t>
    </dgm:pt>
    <dgm:pt modelId="{C4294035-D262-4ECB-8D7E-A1D409E8853F}" type="parTrans" cxnId="{6B98E2D0-F484-43B7-9DC1-8945CBEF75FC}">
      <dgm:prSet/>
      <dgm:spPr/>
      <dgm:t>
        <a:bodyPr/>
        <a:lstStyle/>
        <a:p>
          <a:endParaRPr lang="en-US"/>
        </a:p>
      </dgm:t>
    </dgm:pt>
    <dgm:pt modelId="{F170F56F-07FF-4CBD-8A31-D27A362A74CA}" type="sibTrans" cxnId="{6B98E2D0-F484-43B7-9DC1-8945CBEF75FC}">
      <dgm:prSet/>
      <dgm:spPr/>
      <dgm:t>
        <a:bodyPr/>
        <a:lstStyle/>
        <a:p>
          <a:endParaRPr lang="en-US"/>
        </a:p>
      </dgm:t>
    </dgm:pt>
    <dgm:pt modelId="{2967570B-4141-4F8F-811C-3A31B0565F1E}">
      <dgm:prSet phldrT="[Text]"/>
      <dgm:spPr/>
      <dgm:t>
        <a:bodyPr/>
        <a:lstStyle/>
        <a:p>
          <a:r>
            <a:rPr lang="en-US" dirty="0"/>
            <a:t>Return to Unit</a:t>
          </a:r>
        </a:p>
      </dgm:t>
    </dgm:pt>
    <dgm:pt modelId="{FB5DF6B8-49D7-4059-9D01-C6370C82E979}" type="parTrans" cxnId="{335BFCD8-2C99-494D-B5CD-13AFB830F815}">
      <dgm:prSet/>
      <dgm:spPr/>
      <dgm:t>
        <a:bodyPr/>
        <a:lstStyle/>
        <a:p>
          <a:endParaRPr lang="en-US"/>
        </a:p>
      </dgm:t>
    </dgm:pt>
    <dgm:pt modelId="{F95E7640-19A8-455F-8C3E-984A116F339F}" type="sibTrans" cxnId="{335BFCD8-2C99-494D-B5CD-13AFB830F815}">
      <dgm:prSet/>
      <dgm:spPr/>
      <dgm:t>
        <a:bodyPr/>
        <a:lstStyle/>
        <a:p>
          <a:endParaRPr lang="en-US"/>
        </a:p>
      </dgm:t>
    </dgm:pt>
    <dgm:pt modelId="{20CA8927-3F75-4971-B2AF-0B9366EC4AA9}" type="pres">
      <dgm:prSet presAssocID="{2643366C-F2A5-4D82-BE91-153EBF31F1B0}" presName="Name0" presStyleCnt="0">
        <dgm:presLayoutVars>
          <dgm:dir/>
          <dgm:resizeHandles val="exact"/>
        </dgm:presLayoutVars>
      </dgm:prSet>
      <dgm:spPr/>
    </dgm:pt>
    <dgm:pt modelId="{E0D7BC1D-9D93-47C9-B27B-174CCAE4C25B}" type="pres">
      <dgm:prSet presAssocID="{70A97483-6B6B-4519-933F-33B38A1BD132}" presName="parTxOnly" presStyleLbl="node1" presStyleIdx="0" presStyleCnt="7">
        <dgm:presLayoutVars>
          <dgm:bulletEnabled val="1"/>
        </dgm:presLayoutVars>
      </dgm:prSet>
      <dgm:spPr/>
    </dgm:pt>
    <dgm:pt modelId="{E599801C-F648-4C61-AA0E-6CF34B6995D6}" type="pres">
      <dgm:prSet presAssocID="{CD5E48CD-FCC0-4609-9C80-669C01803C8B}" presName="parSpace" presStyleCnt="0"/>
      <dgm:spPr/>
    </dgm:pt>
    <dgm:pt modelId="{349BD07B-DD42-4FD8-A412-5A5644B8E6D5}" type="pres">
      <dgm:prSet presAssocID="{F6EF0E08-C999-49AA-AFF0-31F193823361}" presName="parTxOnly" presStyleLbl="node1" presStyleIdx="1" presStyleCnt="7">
        <dgm:presLayoutVars>
          <dgm:bulletEnabled val="1"/>
        </dgm:presLayoutVars>
      </dgm:prSet>
      <dgm:spPr/>
    </dgm:pt>
    <dgm:pt modelId="{DCAF1AF6-C561-4DE2-B98C-FBCBBFCA2D31}" type="pres">
      <dgm:prSet presAssocID="{57EBC95D-6DF7-4A5F-BA69-B58FC161096C}" presName="parSpace" presStyleCnt="0"/>
      <dgm:spPr/>
    </dgm:pt>
    <dgm:pt modelId="{46FEF764-0750-4251-AB74-52E4731D274B}" type="pres">
      <dgm:prSet presAssocID="{0B2BFD75-71FE-43C6-BC33-607737971C4C}" presName="parTxOnly" presStyleLbl="node1" presStyleIdx="2" presStyleCnt="7">
        <dgm:presLayoutVars>
          <dgm:bulletEnabled val="1"/>
        </dgm:presLayoutVars>
      </dgm:prSet>
      <dgm:spPr/>
    </dgm:pt>
    <dgm:pt modelId="{80BE4889-E9EE-4280-B66A-B3FDE721614E}" type="pres">
      <dgm:prSet presAssocID="{B9D0A9A4-5875-46B8-B4FF-41C17580990E}" presName="parSpace" presStyleCnt="0"/>
      <dgm:spPr/>
    </dgm:pt>
    <dgm:pt modelId="{A6D7D6D0-0D24-4177-8D48-72100CF3108C}" type="pres">
      <dgm:prSet presAssocID="{E1E1937D-3140-4242-BA77-7601817222E1}" presName="parTxOnly" presStyleLbl="node1" presStyleIdx="3" presStyleCnt="7">
        <dgm:presLayoutVars>
          <dgm:bulletEnabled val="1"/>
        </dgm:presLayoutVars>
      </dgm:prSet>
      <dgm:spPr/>
    </dgm:pt>
    <dgm:pt modelId="{1141B257-2CAC-4A70-9666-EB21DBC8779C}" type="pres">
      <dgm:prSet presAssocID="{6A4ECA7B-ED5A-4CF0-861C-E83AE9224F03}" presName="parSpace" presStyleCnt="0"/>
      <dgm:spPr/>
    </dgm:pt>
    <dgm:pt modelId="{DAA59EFE-5483-4393-9A9A-AB6D6A7E3A87}" type="pres">
      <dgm:prSet presAssocID="{78CBC400-77E7-455A-91E8-61E3292B62F6}" presName="parTxOnly" presStyleLbl="node1" presStyleIdx="4" presStyleCnt="7">
        <dgm:presLayoutVars>
          <dgm:bulletEnabled val="1"/>
        </dgm:presLayoutVars>
      </dgm:prSet>
      <dgm:spPr/>
    </dgm:pt>
    <dgm:pt modelId="{CDC0C2EE-5515-4A30-AD81-55335809E698}" type="pres">
      <dgm:prSet presAssocID="{09D25127-0033-4D9B-80F5-72F1929FB2C1}" presName="parSpace" presStyleCnt="0"/>
      <dgm:spPr/>
    </dgm:pt>
    <dgm:pt modelId="{9C4E0FA2-7601-4070-AF4C-F8337296A22A}" type="pres">
      <dgm:prSet presAssocID="{8006FE2D-7832-4D5A-AC0A-28581DA15522}" presName="parTxOnly" presStyleLbl="node1" presStyleIdx="5" presStyleCnt="7">
        <dgm:presLayoutVars>
          <dgm:bulletEnabled val="1"/>
        </dgm:presLayoutVars>
      </dgm:prSet>
      <dgm:spPr/>
    </dgm:pt>
    <dgm:pt modelId="{0FE08F24-D66D-47AB-9E58-6164D2666FD5}" type="pres">
      <dgm:prSet presAssocID="{F170F56F-07FF-4CBD-8A31-D27A362A74CA}" presName="parSpace" presStyleCnt="0"/>
      <dgm:spPr/>
    </dgm:pt>
    <dgm:pt modelId="{A90B0253-CDD1-4E51-BEAE-30BD75E84DB4}" type="pres">
      <dgm:prSet presAssocID="{2967570B-4141-4F8F-811C-3A31B0565F1E}" presName="parTxOnly" presStyleLbl="node1" presStyleIdx="6" presStyleCnt="7">
        <dgm:presLayoutVars>
          <dgm:bulletEnabled val="1"/>
        </dgm:presLayoutVars>
      </dgm:prSet>
      <dgm:spPr/>
    </dgm:pt>
  </dgm:ptLst>
  <dgm:cxnLst>
    <dgm:cxn modelId="{70001E04-773D-498A-9559-4821B7754280}" type="presOf" srcId="{F6EF0E08-C999-49AA-AFF0-31F193823361}" destId="{349BD07B-DD42-4FD8-A412-5A5644B8E6D5}" srcOrd="0" destOrd="0" presId="urn:microsoft.com/office/officeart/2005/8/layout/hChevron3"/>
    <dgm:cxn modelId="{3F65AB09-5F80-414F-AF5A-18F221D48EED}" type="presOf" srcId="{78CBC400-77E7-455A-91E8-61E3292B62F6}" destId="{DAA59EFE-5483-4393-9A9A-AB6D6A7E3A87}" srcOrd="0" destOrd="0" presId="urn:microsoft.com/office/officeart/2005/8/layout/hChevron3"/>
    <dgm:cxn modelId="{4828A211-ED26-45C7-A82E-A84E144B016C}" type="presOf" srcId="{E1E1937D-3140-4242-BA77-7601817222E1}" destId="{A6D7D6D0-0D24-4177-8D48-72100CF3108C}" srcOrd="0" destOrd="0" presId="urn:microsoft.com/office/officeart/2005/8/layout/hChevron3"/>
    <dgm:cxn modelId="{333F9221-4278-450D-8A74-E77233531C42}" srcId="{2643366C-F2A5-4D82-BE91-153EBF31F1B0}" destId="{0B2BFD75-71FE-43C6-BC33-607737971C4C}" srcOrd="2" destOrd="0" parTransId="{03EB977C-87EB-475C-BA0A-83E1ABAC5CC1}" sibTransId="{B9D0A9A4-5875-46B8-B4FF-41C17580990E}"/>
    <dgm:cxn modelId="{DD7D0F2F-3B92-4A53-9AAA-E6D82799A67E}" srcId="{2643366C-F2A5-4D82-BE91-153EBF31F1B0}" destId="{78CBC400-77E7-455A-91E8-61E3292B62F6}" srcOrd="4" destOrd="0" parTransId="{4EE8668D-3C2B-4F3D-82CE-0898079B590A}" sibTransId="{09D25127-0033-4D9B-80F5-72F1929FB2C1}"/>
    <dgm:cxn modelId="{491C1830-6CAA-4C26-9B2D-0236C20203E7}" type="presOf" srcId="{2643366C-F2A5-4D82-BE91-153EBF31F1B0}" destId="{20CA8927-3F75-4971-B2AF-0B9366EC4AA9}" srcOrd="0" destOrd="0" presId="urn:microsoft.com/office/officeart/2005/8/layout/hChevron3"/>
    <dgm:cxn modelId="{828A3D42-E7F9-430E-8C8A-D1662FCB9B91}" srcId="{2643366C-F2A5-4D82-BE91-153EBF31F1B0}" destId="{E1E1937D-3140-4242-BA77-7601817222E1}" srcOrd="3" destOrd="0" parTransId="{F53F6044-875D-411A-9EC3-C073FEDCB361}" sibTransId="{6A4ECA7B-ED5A-4CF0-861C-E83AE9224F03}"/>
    <dgm:cxn modelId="{C2EEFC62-3419-4114-AE31-D3EACF002CC5}" type="presOf" srcId="{8006FE2D-7832-4D5A-AC0A-28581DA15522}" destId="{9C4E0FA2-7601-4070-AF4C-F8337296A22A}" srcOrd="0" destOrd="0" presId="urn:microsoft.com/office/officeart/2005/8/layout/hChevron3"/>
    <dgm:cxn modelId="{3FAC7CA1-00F9-49D9-B002-C74422F6AED9}" type="presOf" srcId="{2967570B-4141-4F8F-811C-3A31B0565F1E}" destId="{A90B0253-CDD1-4E51-BEAE-30BD75E84DB4}" srcOrd="0" destOrd="0" presId="urn:microsoft.com/office/officeart/2005/8/layout/hChevron3"/>
    <dgm:cxn modelId="{E2FFC5AF-692C-4BE2-A5E0-BE2AD37ECEAA}" type="presOf" srcId="{70A97483-6B6B-4519-933F-33B38A1BD132}" destId="{E0D7BC1D-9D93-47C9-B27B-174CCAE4C25B}" srcOrd="0" destOrd="0" presId="urn:microsoft.com/office/officeart/2005/8/layout/hChevron3"/>
    <dgm:cxn modelId="{82F929BA-5CEF-4951-A2F6-46DE7B748B5F}" type="presOf" srcId="{0B2BFD75-71FE-43C6-BC33-607737971C4C}" destId="{46FEF764-0750-4251-AB74-52E4731D274B}" srcOrd="0" destOrd="0" presId="urn:microsoft.com/office/officeart/2005/8/layout/hChevron3"/>
    <dgm:cxn modelId="{6B98E2D0-F484-43B7-9DC1-8945CBEF75FC}" srcId="{2643366C-F2A5-4D82-BE91-153EBF31F1B0}" destId="{8006FE2D-7832-4D5A-AC0A-28581DA15522}" srcOrd="5" destOrd="0" parTransId="{C4294035-D262-4ECB-8D7E-A1D409E8853F}" sibTransId="{F170F56F-07FF-4CBD-8A31-D27A362A74CA}"/>
    <dgm:cxn modelId="{335BFCD8-2C99-494D-B5CD-13AFB830F815}" srcId="{2643366C-F2A5-4D82-BE91-153EBF31F1B0}" destId="{2967570B-4141-4F8F-811C-3A31B0565F1E}" srcOrd="6" destOrd="0" parTransId="{FB5DF6B8-49D7-4059-9D01-C6370C82E979}" sibTransId="{F95E7640-19A8-455F-8C3E-984A116F339F}"/>
    <dgm:cxn modelId="{04D762E1-8535-4628-BF95-5F30632E1A9F}" srcId="{2643366C-F2A5-4D82-BE91-153EBF31F1B0}" destId="{70A97483-6B6B-4519-933F-33B38A1BD132}" srcOrd="0" destOrd="0" parTransId="{FD495901-7FAA-4202-AC04-4DE2CE917D76}" sibTransId="{CD5E48CD-FCC0-4609-9C80-669C01803C8B}"/>
    <dgm:cxn modelId="{786B42F9-EC92-4006-BD5F-D09B30C22BAD}" srcId="{2643366C-F2A5-4D82-BE91-153EBF31F1B0}" destId="{F6EF0E08-C999-49AA-AFF0-31F193823361}" srcOrd="1" destOrd="0" parTransId="{64119656-3297-4631-9284-C8E652D9E1D4}" sibTransId="{57EBC95D-6DF7-4A5F-BA69-B58FC161096C}"/>
    <dgm:cxn modelId="{363D133F-F968-4122-BE84-8DC8383CCCB7}" type="presParOf" srcId="{20CA8927-3F75-4971-B2AF-0B9366EC4AA9}" destId="{E0D7BC1D-9D93-47C9-B27B-174CCAE4C25B}" srcOrd="0" destOrd="0" presId="urn:microsoft.com/office/officeart/2005/8/layout/hChevron3"/>
    <dgm:cxn modelId="{DEB64F62-EB7D-4537-BBC2-77126B015528}" type="presParOf" srcId="{20CA8927-3F75-4971-B2AF-0B9366EC4AA9}" destId="{E599801C-F648-4C61-AA0E-6CF34B6995D6}" srcOrd="1" destOrd="0" presId="urn:microsoft.com/office/officeart/2005/8/layout/hChevron3"/>
    <dgm:cxn modelId="{E019FE53-6EFB-430E-B10B-DF65BEC1584B}" type="presParOf" srcId="{20CA8927-3F75-4971-B2AF-0B9366EC4AA9}" destId="{349BD07B-DD42-4FD8-A412-5A5644B8E6D5}" srcOrd="2" destOrd="0" presId="urn:microsoft.com/office/officeart/2005/8/layout/hChevron3"/>
    <dgm:cxn modelId="{493C5A7E-5CF5-4AB2-8183-24332C2EC1CB}" type="presParOf" srcId="{20CA8927-3F75-4971-B2AF-0B9366EC4AA9}" destId="{DCAF1AF6-C561-4DE2-B98C-FBCBBFCA2D31}" srcOrd="3" destOrd="0" presId="urn:microsoft.com/office/officeart/2005/8/layout/hChevron3"/>
    <dgm:cxn modelId="{A05492DC-20AF-4863-898D-17CEF0A5F3E4}" type="presParOf" srcId="{20CA8927-3F75-4971-B2AF-0B9366EC4AA9}" destId="{46FEF764-0750-4251-AB74-52E4731D274B}" srcOrd="4" destOrd="0" presId="urn:microsoft.com/office/officeart/2005/8/layout/hChevron3"/>
    <dgm:cxn modelId="{0F28AD84-1B28-4B6C-8869-46AE97B72119}" type="presParOf" srcId="{20CA8927-3F75-4971-B2AF-0B9366EC4AA9}" destId="{80BE4889-E9EE-4280-B66A-B3FDE721614E}" srcOrd="5" destOrd="0" presId="urn:microsoft.com/office/officeart/2005/8/layout/hChevron3"/>
    <dgm:cxn modelId="{0BF52777-191D-44E4-95E8-DB7608FCFD85}" type="presParOf" srcId="{20CA8927-3F75-4971-B2AF-0B9366EC4AA9}" destId="{A6D7D6D0-0D24-4177-8D48-72100CF3108C}" srcOrd="6" destOrd="0" presId="urn:microsoft.com/office/officeart/2005/8/layout/hChevron3"/>
    <dgm:cxn modelId="{0329E062-A775-4A24-BF8E-6F621E177E82}" type="presParOf" srcId="{20CA8927-3F75-4971-B2AF-0B9366EC4AA9}" destId="{1141B257-2CAC-4A70-9666-EB21DBC8779C}" srcOrd="7" destOrd="0" presId="urn:microsoft.com/office/officeart/2005/8/layout/hChevron3"/>
    <dgm:cxn modelId="{930C8FDF-5B60-4F4F-AC2C-CE3B596E0B8A}" type="presParOf" srcId="{20CA8927-3F75-4971-B2AF-0B9366EC4AA9}" destId="{DAA59EFE-5483-4393-9A9A-AB6D6A7E3A87}" srcOrd="8" destOrd="0" presId="urn:microsoft.com/office/officeart/2005/8/layout/hChevron3"/>
    <dgm:cxn modelId="{590AB9DE-EB57-4583-BC02-D275A8E29079}" type="presParOf" srcId="{20CA8927-3F75-4971-B2AF-0B9366EC4AA9}" destId="{CDC0C2EE-5515-4A30-AD81-55335809E698}" srcOrd="9" destOrd="0" presId="urn:microsoft.com/office/officeart/2005/8/layout/hChevron3"/>
    <dgm:cxn modelId="{C6DAFE42-FD70-4A02-BB7D-F607F854DEB6}" type="presParOf" srcId="{20CA8927-3F75-4971-B2AF-0B9366EC4AA9}" destId="{9C4E0FA2-7601-4070-AF4C-F8337296A22A}" srcOrd="10" destOrd="0" presId="urn:microsoft.com/office/officeart/2005/8/layout/hChevron3"/>
    <dgm:cxn modelId="{AE046096-687B-45A1-805A-0D1545332525}" type="presParOf" srcId="{20CA8927-3F75-4971-B2AF-0B9366EC4AA9}" destId="{0FE08F24-D66D-47AB-9E58-6164D2666FD5}" srcOrd="11" destOrd="0" presId="urn:microsoft.com/office/officeart/2005/8/layout/hChevron3"/>
    <dgm:cxn modelId="{B10787DD-96F9-460F-BA9B-2D48C23B05A5}" type="presParOf" srcId="{20CA8927-3F75-4971-B2AF-0B9366EC4AA9}" destId="{A90B0253-CDD1-4E51-BEAE-30BD75E84DB4}" srcOrd="1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D7BC1D-9D93-47C9-B27B-174CCAE4C25B}">
      <dsp:nvSpPr>
        <dsp:cNvPr id="0" name=""/>
        <dsp:cNvSpPr/>
      </dsp:nvSpPr>
      <dsp:spPr>
        <a:xfrm>
          <a:off x="1086" y="593884"/>
          <a:ext cx="1780300" cy="71212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676" tIns="37338" rIns="18669" bIns="3733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Induction</a:t>
          </a:r>
        </a:p>
      </dsp:txBody>
      <dsp:txXfrm>
        <a:off x="1086" y="593884"/>
        <a:ext cx="1602270" cy="712120"/>
      </dsp:txXfrm>
    </dsp:sp>
    <dsp:sp modelId="{349BD07B-DD42-4FD8-A412-5A5644B8E6D5}">
      <dsp:nvSpPr>
        <dsp:cNvPr id="0" name=""/>
        <dsp:cNvSpPr/>
      </dsp:nvSpPr>
      <dsp:spPr>
        <a:xfrm>
          <a:off x="1425327" y="593884"/>
          <a:ext cx="1780300" cy="71212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Inspection</a:t>
          </a:r>
        </a:p>
      </dsp:txBody>
      <dsp:txXfrm>
        <a:off x="1781387" y="593884"/>
        <a:ext cx="1068180" cy="712120"/>
      </dsp:txXfrm>
    </dsp:sp>
    <dsp:sp modelId="{46FEF764-0750-4251-AB74-52E4731D274B}">
      <dsp:nvSpPr>
        <dsp:cNvPr id="0" name=""/>
        <dsp:cNvSpPr/>
      </dsp:nvSpPr>
      <dsp:spPr>
        <a:xfrm>
          <a:off x="2849568" y="593884"/>
          <a:ext cx="1780300" cy="71212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Depaint</a:t>
          </a:r>
        </a:p>
      </dsp:txBody>
      <dsp:txXfrm>
        <a:off x="3205628" y="593884"/>
        <a:ext cx="1068180" cy="712120"/>
      </dsp:txXfrm>
    </dsp:sp>
    <dsp:sp modelId="{DAA59EFE-5483-4393-9A9A-AB6D6A7E3A87}">
      <dsp:nvSpPr>
        <dsp:cNvPr id="0" name=""/>
        <dsp:cNvSpPr/>
      </dsp:nvSpPr>
      <dsp:spPr>
        <a:xfrm>
          <a:off x="4273808" y="593884"/>
          <a:ext cx="1780300" cy="71212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Paint</a:t>
          </a:r>
        </a:p>
      </dsp:txBody>
      <dsp:txXfrm>
        <a:off x="4629868" y="593884"/>
        <a:ext cx="1068180" cy="712120"/>
      </dsp:txXfrm>
    </dsp:sp>
    <dsp:sp modelId="{9C4E0FA2-7601-4070-AF4C-F8337296A22A}">
      <dsp:nvSpPr>
        <dsp:cNvPr id="0" name=""/>
        <dsp:cNvSpPr/>
      </dsp:nvSpPr>
      <dsp:spPr>
        <a:xfrm>
          <a:off x="5698049" y="593884"/>
          <a:ext cx="1780300" cy="71212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Flight Test</a:t>
          </a:r>
        </a:p>
      </dsp:txBody>
      <dsp:txXfrm>
        <a:off x="6054109" y="593884"/>
        <a:ext cx="1068180" cy="712120"/>
      </dsp:txXfrm>
    </dsp:sp>
    <dsp:sp modelId="{A90B0253-CDD1-4E51-BEAE-30BD75E84DB4}">
      <dsp:nvSpPr>
        <dsp:cNvPr id="0" name=""/>
        <dsp:cNvSpPr/>
      </dsp:nvSpPr>
      <dsp:spPr>
        <a:xfrm>
          <a:off x="7122290" y="593884"/>
          <a:ext cx="1780300" cy="71212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Return to Unit</a:t>
          </a:r>
        </a:p>
      </dsp:txBody>
      <dsp:txXfrm>
        <a:off x="7478350" y="593884"/>
        <a:ext cx="1068180" cy="7121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D7BC1D-9D93-47C9-B27B-174CCAE4C25B}">
      <dsp:nvSpPr>
        <dsp:cNvPr id="0" name=""/>
        <dsp:cNvSpPr/>
      </dsp:nvSpPr>
      <dsp:spPr>
        <a:xfrm>
          <a:off x="1540" y="719807"/>
          <a:ext cx="1812503" cy="72500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676" tIns="37338" rIns="18669" bIns="3733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Induction</a:t>
          </a:r>
        </a:p>
      </dsp:txBody>
      <dsp:txXfrm>
        <a:off x="1540" y="719807"/>
        <a:ext cx="1631253" cy="725001"/>
      </dsp:txXfrm>
    </dsp:sp>
    <dsp:sp modelId="{349BD07B-DD42-4FD8-A412-5A5644B8E6D5}">
      <dsp:nvSpPr>
        <dsp:cNvPr id="0" name=""/>
        <dsp:cNvSpPr/>
      </dsp:nvSpPr>
      <dsp:spPr>
        <a:xfrm>
          <a:off x="1451543" y="719807"/>
          <a:ext cx="1812503" cy="72500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Inspection</a:t>
          </a:r>
        </a:p>
      </dsp:txBody>
      <dsp:txXfrm>
        <a:off x="1814044" y="719807"/>
        <a:ext cx="1087502" cy="725001"/>
      </dsp:txXfrm>
    </dsp:sp>
    <dsp:sp modelId="{46FEF764-0750-4251-AB74-52E4731D274B}">
      <dsp:nvSpPr>
        <dsp:cNvPr id="0" name=""/>
        <dsp:cNvSpPr/>
      </dsp:nvSpPr>
      <dsp:spPr>
        <a:xfrm>
          <a:off x="2901545" y="719807"/>
          <a:ext cx="1812503" cy="72500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Depaint</a:t>
          </a:r>
        </a:p>
      </dsp:txBody>
      <dsp:txXfrm>
        <a:off x="3264046" y="719807"/>
        <a:ext cx="1087502" cy="725001"/>
      </dsp:txXfrm>
    </dsp:sp>
    <dsp:sp modelId="{A6D7D6D0-0D24-4177-8D48-72100CF3108C}">
      <dsp:nvSpPr>
        <dsp:cNvPr id="0" name=""/>
        <dsp:cNvSpPr/>
      </dsp:nvSpPr>
      <dsp:spPr>
        <a:xfrm>
          <a:off x="4351548" y="719807"/>
          <a:ext cx="1812503" cy="72500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Scheduled Maintenance</a:t>
          </a:r>
        </a:p>
      </dsp:txBody>
      <dsp:txXfrm>
        <a:off x="4714049" y="719807"/>
        <a:ext cx="1087502" cy="725001"/>
      </dsp:txXfrm>
    </dsp:sp>
    <dsp:sp modelId="{DAA59EFE-5483-4393-9A9A-AB6D6A7E3A87}">
      <dsp:nvSpPr>
        <dsp:cNvPr id="0" name=""/>
        <dsp:cNvSpPr/>
      </dsp:nvSpPr>
      <dsp:spPr>
        <a:xfrm>
          <a:off x="5801550" y="719807"/>
          <a:ext cx="1812503" cy="72500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Paint</a:t>
          </a:r>
        </a:p>
      </dsp:txBody>
      <dsp:txXfrm>
        <a:off x="6164051" y="719807"/>
        <a:ext cx="1087502" cy="725001"/>
      </dsp:txXfrm>
    </dsp:sp>
    <dsp:sp modelId="{9C4E0FA2-7601-4070-AF4C-F8337296A22A}">
      <dsp:nvSpPr>
        <dsp:cNvPr id="0" name=""/>
        <dsp:cNvSpPr/>
      </dsp:nvSpPr>
      <dsp:spPr>
        <a:xfrm>
          <a:off x="7251553" y="719807"/>
          <a:ext cx="1812503" cy="72500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Flight Test</a:t>
          </a:r>
        </a:p>
      </dsp:txBody>
      <dsp:txXfrm>
        <a:off x="7614054" y="719807"/>
        <a:ext cx="1087502" cy="725001"/>
      </dsp:txXfrm>
    </dsp:sp>
    <dsp:sp modelId="{A90B0253-CDD1-4E51-BEAE-30BD75E84DB4}">
      <dsp:nvSpPr>
        <dsp:cNvPr id="0" name=""/>
        <dsp:cNvSpPr/>
      </dsp:nvSpPr>
      <dsp:spPr>
        <a:xfrm>
          <a:off x="8701556" y="719807"/>
          <a:ext cx="1812503" cy="72500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Return to Unit</a:t>
          </a:r>
        </a:p>
      </dsp:txBody>
      <dsp:txXfrm>
        <a:off x="9064057" y="719807"/>
        <a:ext cx="1087502" cy="7250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2823" y="1346200"/>
            <a:ext cx="5817324" cy="2172312"/>
          </a:xfrm>
        </p:spPr>
        <p:txBody>
          <a:bodyPr anchor="b">
            <a:normAutofit/>
          </a:bodyPr>
          <a:lstStyle>
            <a:lvl1pPr algn="ctr">
              <a:defRPr sz="5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0" y="3602037"/>
            <a:ext cx="5085806" cy="1655762"/>
          </a:xfrm>
        </p:spPr>
        <p:txBody>
          <a:bodyPr/>
          <a:lstStyle>
            <a:lvl1pPr marL="0" indent="0" algn="ctr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4350" y="6408421"/>
            <a:ext cx="2743200" cy="365125"/>
          </a:xfrm>
        </p:spPr>
        <p:txBody>
          <a:bodyPr/>
          <a:lstStyle>
            <a:lvl1pPr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48137" y="6408421"/>
            <a:ext cx="4114800" cy="365125"/>
          </a:xfrm>
        </p:spPr>
        <p:txBody>
          <a:bodyPr/>
          <a:lstStyle>
            <a:lvl1pPr>
              <a:defRPr sz="1600" b="1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Good Today…Even Better Tomorrow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53525" y="6356349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4373354-CFF0-449F-87FA-65DBB3F8C1A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84" descr="title graphics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605" y="1346200"/>
            <a:ext cx="5029200" cy="451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66254" y="1528444"/>
            <a:ext cx="1600527" cy="1615350"/>
          </a:xfrm>
          <a:prstGeom prst="rect">
            <a:avLst/>
          </a:prstGeom>
        </p:spPr>
      </p:pic>
      <p:sp>
        <p:nvSpPr>
          <p:cNvPr id="9" name="Text Box 76"/>
          <p:cNvSpPr txBox="1">
            <a:spLocks noChangeArrowheads="1"/>
          </p:cNvSpPr>
          <p:nvPr userDrawn="1"/>
        </p:nvSpPr>
        <p:spPr bwMode="auto">
          <a:xfrm>
            <a:off x="1747838" y="365125"/>
            <a:ext cx="840505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en-US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309</a:t>
            </a:r>
            <a:r>
              <a:rPr lang="en-US" altLang="en-US" sz="4000" b="1" baseline="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Aircraft</a:t>
            </a:r>
            <a:r>
              <a:rPr lang="en-US" altLang="en-US" sz="4000" b="1" baseline="0" dirty="0">
                <a:latin typeface="Arial" panose="020B0604020202020204" pitchFamily="34" charset="0"/>
                <a:cs typeface="Arial" panose="020B0604020202020204" pitchFamily="34" charset="0"/>
              </a:rPr>
              <a:t> Maintenance Group</a:t>
            </a:r>
            <a:endParaRPr lang="en-US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0" y="1073011"/>
            <a:ext cx="12192000" cy="9144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65000">
                <a:schemeClr val="accent1">
                  <a:lumMod val="45000"/>
                  <a:lumOff val="55000"/>
                </a:schemeClr>
              </a:gs>
              <a:gs pos="14000">
                <a:schemeClr val="accent1">
                  <a:lumMod val="45000"/>
                  <a:lumOff val="55000"/>
                </a:schemeClr>
              </a:gs>
              <a:gs pos="98000">
                <a:schemeClr val="accent1">
                  <a:lumMod val="75000"/>
                </a:schemeClr>
              </a:gs>
            </a:gsLst>
            <a:lin ang="0" scaled="1"/>
            <a:tileRect/>
          </a:gradFill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 rot="10800000">
            <a:off x="0" y="6173470"/>
            <a:ext cx="12192000" cy="9144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65000">
                <a:schemeClr val="accent1">
                  <a:lumMod val="45000"/>
                  <a:lumOff val="55000"/>
                </a:schemeClr>
              </a:gs>
              <a:gs pos="14000">
                <a:schemeClr val="accent1">
                  <a:lumMod val="45000"/>
                  <a:lumOff val="55000"/>
                </a:schemeClr>
              </a:gs>
              <a:gs pos="98000">
                <a:schemeClr val="accent1">
                  <a:lumMod val="75000"/>
                </a:schemeClr>
              </a:gs>
            </a:gsLst>
            <a:lin ang="0" scaled="1"/>
            <a:tileRect/>
          </a:gradFill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6144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1497"/>
            <a:ext cx="10515600" cy="4763414"/>
          </a:xfrm>
        </p:spPr>
        <p:txBody>
          <a:bodyPr>
            <a:normAutofit/>
          </a:bodyPr>
          <a:lstStyle>
            <a:lvl1pPr marL="457200" indent="-457200">
              <a:buClr>
                <a:schemeClr val="accent1">
                  <a:lumMod val="75000"/>
                </a:schemeClr>
              </a:buClr>
              <a:buSzPct val="115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indent="-457200">
              <a:buClr>
                <a:srgbClr val="C00000"/>
              </a:buClr>
              <a:buSzPct val="11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4">
                  <a:lumMod val="75000"/>
                </a:schemeClr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04303" y="103723"/>
            <a:ext cx="1058566" cy="1082636"/>
          </a:xfrm>
          <a:prstGeom prst="rect">
            <a:avLst/>
          </a:prstGeom>
        </p:spPr>
      </p:pic>
      <p:sp>
        <p:nvSpPr>
          <p:cNvPr id="8" name="Footer Placeholder 4"/>
          <p:cNvSpPr txBox="1">
            <a:spLocks/>
          </p:cNvSpPr>
          <p:nvPr userDrawn="1"/>
        </p:nvSpPr>
        <p:spPr>
          <a:xfrm>
            <a:off x="4152900" y="631348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600" b="1" i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Good Today…Even Better Tomorrow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1234936"/>
            <a:ext cx="12192000" cy="9144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65000">
                <a:schemeClr val="accent1">
                  <a:lumMod val="75000"/>
                </a:schemeClr>
              </a:gs>
              <a:gs pos="100000">
                <a:schemeClr val="bg1"/>
              </a:gs>
              <a:gs pos="44000">
                <a:schemeClr val="accent1">
                  <a:lumMod val="75000"/>
                </a:schemeClr>
              </a:gs>
            </a:gsLst>
            <a:lin ang="0" scaled="1"/>
            <a:tileRect/>
          </a:gradFill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 userDrawn="1"/>
        </p:nvSpPr>
        <p:spPr>
          <a:xfrm rot="10800000">
            <a:off x="0" y="6173470"/>
            <a:ext cx="12192000" cy="9144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65000">
                <a:schemeClr val="accent1">
                  <a:lumMod val="45000"/>
                  <a:lumOff val="55000"/>
                </a:schemeClr>
              </a:gs>
              <a:gs pos="14000">
                <a:schemeClr val="accent1">
                  <a:lumMod val="45000"/>
                  <a:lumOff val="55000"/>
                </a:schemeClr>
              </a:gs>
              <a:gs pos="98000">
                <a:schemeClr val="accent1">
                  <a:lumMod val="75000"/>
                </a:schemeClr>
              </a:gs>
            </a:gsLst>
            <a:lin ang="0" scaled="1"/>
            <a:tileRect/>
          </a:gradFill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930400" y="127000"/>
            <a:ext cx="8534400" cy="1020763"/>
          </a:xfrm>
        </p:spPr>
        <p:txBody>
          <a:bodyPr>
            <a:normAutofit/>
          </a:bodyPr>
          <a:lstStyle>
            <a:lvl1pPr algn="ctr">
              <a:defRPr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4" y="35534"/>
            <a:ext cx="1245153" cy="1179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900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489166"/>
            <a:ext cx="10515600" cy="3073309"/>
          </a:xfrm>
        </p:spPr>
        <p:txBody>
          <a:bodyPr anchor="b"/>
          <a:lstStyle>
            <a:lvl1pPr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04303" y="103723"/>
            <a:ext cx="1058566" cy="1082636"/>
          </a:xfrm>
          <a:prstGeom prst="rect">
            <a:avLst/>
          </a:prstGeom>
        </p:spPr>
      </p:pic>
      <p:sp>
        <p:nvSpPr>
          <p:cNvPr id="8" name="Footer Placeholder 4"/>
          <p:cNvSpPr txBox="1">
            <a:spLocks/>
          </p:cNvSpPr>
          <p:nvPr userDrawn="1"/>
        </p:nvSpPr>
        <p:spPr>
          <a:xfrm>
            <a:off x="4032250" y="634873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600" b="1" i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Good Today…Even Better Tomorrow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1234936"/>
            <a:ext cx="12192000" cy="9144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65000">
                <a:schemeClr val="accent1">
                  <a:lumMod val="75000"/>
                </a:schemeClr>
              </a:gs>
              <a:gs pos="100000">
                <a:schemeClr val="bg1"/>
              </a:gs>
              <a:gs pos="44000">
                <a:schemeClr val="accent1">
                  <a:lumMod val="75000"/>
                </a:schemeClr>
              </a:gs>
            </a:gsLst>
            <a:lin ang="0" scaled="1"/>
            <a:tileRect/>
          </a:gradFill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 userDrawn="1"/>
        </p:nvSpPr>
        <p:spPr>
          <a:xfrm rot="10800000">
            <a:off x="0" y="6173470"/>
            <a:ext cx="12192000" cy="9144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65000">
                <a:schemeClr val="accent1">
                  <a:lumMod val="45000"/>
                  <a:lumOff val="55000"/>
                </a:schemeClr>
              </a:gs>
              <a:gs pos="14000">
                <a:schemeClr val="accent1">
                  <a:lumMod val="45000"/>
                  <a:lumOff val="55000"/>
                </a:schemeClr>
              </a:gs>
              <a:gs pos="98000">
                <a:schemeClr val="accent1">
                  <a:lumMod val="75000"/>
                </a:schemeClr>
              </a:gs>
            </a:gsLst>
            <a:lin ang="0" scaled="1"/>
            <a:tileRect/>
          </a:gradFill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4" y="35534"/>
            <a:ext cx="1245153" cy="1179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061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6307" y="143362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25381" y="143362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4"/>
          </p:nvPr>
        </p:nvSpPr>
        <p:spPr>
          <a:xfrm>
            <a:off x="938213" y="2442819"/>
            <a:ext cx="5157787" cy="3297237"/>
          </a:xfrm>
        </p:spPr>
        <p:txBody>
          <a:bodyPr>
            <a:normAutofit/>
          </a:bodyPr>
          <a:lstStyle>
            <a:lvl1pPr marL="457200" indent="-457200">
              <a:buClr>
                <a:schemeClr val="accent1">
                  <a:lumMod val="75000"/>
                </a:schemeClr>
              </a:buClr>
              <a:buSzPct val="115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indent="-457200">
              <a:buClr>
                <a:srgbClr val="C00000"/>
              </a:buClr>
              <a:buSzPct val="11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4">
                  <a:lumMod val="75000"/>
                </a:schemeClr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5"/>
          </p:nvPr>
        </p:nvSpPr>
        <p:spPr>
          <a:xfrm>
            <a:off x="6225381" y="2442819"/>
            <a:ext cx="5157787" cy="3297237"/>
          </a:xfrm>
        </p:spPr>
        <p:txBody>
          <a:bodyPr>
            <a:normAutofit/>
          </a:bodyPr>
          <a:lstStyle>
            <a:lvl1pPr marL="457200" indent="-457200">
              <a:buClr>
                <a:schemeClr val="accent1">
                  <a:lumMod val="75000"/>
                </a:schemeClr>
              </a:buClr>
              <a:buSzPct val="115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indent="-457200">
              <a:buClr>
                <a:srgbClr val="C00000"/>
              </a:buClr>
              <a:buSzPct val="11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4">
                  <a:lumMod val="75000"/>
                </a:schemeClr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04303" y="103723"/>
            <a:ext cx="1058566" cy="1082636"/>
          </a:xfrm>
          <a:prstGeom prst="rect">
            <a:avLst/>
          </a:prstGeom>
        </p:spPr>
      </p:pic>
      <p:sp>
        <p:nvSpPr>
          <p:cNvPr id="14" name="Footer Placeholder 4"/>
          <p:cNvSpPr txBox="1">
            <a:spLocks/>
          </p:cNvSpPr>
          <p:nvPr userDrawn="1"/>
        </p:nvSpPr>
        <p:spPr>
          <a:xfrm>
            <a:off x="4186238" y="638499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600" b="1" i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Good Today…Even Better Tomorrow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0" y="1234936"/>
            <a:ext cx="12192000" cy="9144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65000">
                <a:schemeClr val="accent1">
                  <a:lumMod val="75000"/>
                </a:schemeClr>
              </a:gs>
              <a:gs pos="100000">
                <a:schemeClr val="bg1"/>
              </a:gs>
              <a:gs pos="44000">
                <a:schemeClr val="accent1">
                  <a:lumMod val="75000"/>
                </a:schemeClr>
              </a:gs>
            </a:gsLst>
            <a:lin ang="0" scaled="1"/>
            <a:tileRect/>
          </a:gradFill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 rot="10800000">
            <a:off x="0" y="6173470"/>
            <a:ext cx="12192000" cy="9144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65000">
                <a:schemeClr val="accent1">
                  <a:lumMod val="45000"/>
                  <a:lumOff val="55000"/>
                </a:schemeClr>
              </a:gs>
              <a:gs pos="14000">
                <a:schemeClr val="accent1">
                  <a:lumMod val="45000"/>
                  <a:lumOff val="55000"/>
                </a:schemeClr>
              </a:gs>
              <a:gs pos="98000">
                <a:schemeClr val="accent1">
                  <a:lumMod val="75000"/>
                </a:schemeClr>
              </a:gs>
            </a:gsLst>
            <a:lin ang="0" scaled="1"/>
            <a:tileRect/>
          </a:gradFill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1876425" y="212337"/>
            <a:ext cx="8734426" cy="1022599"/>
          </a:xfrm>
        </p:spPr>
        <p:txBody>
          <a:bodyPr>
            <a:normAutofit/>
          </a:bodyPr>
          <a:lstStyle>
            <a:lvl1pPr algn="ctr"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4" y="35534"/>
            <a:ext cx="1245153" cy="1179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816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04303" y="103723"/>
            <a:ext cx="1058566" cy="1082636"/>
          </a:xfrm>
          <a:prstGeom prst="rect">
            <a:avLst/>
          </a:prstGeom>
        </p:spPr>
      </p:pic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4038600" y="637546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600" b="1" i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Good Today…Even Better Tomorrow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1234936"/>
            <a:ext cx="12192000" cy="9144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65000">
                <a:schemeClr val="accent1">
                  <a:lumMod val="75000"/>
                </a:schemeClr>
              </a:gs>
              <a:gs pos="100000">
                <a:schemeClr val="bg1"/>
              </a:gs>
              <a:gs pos="44000">
                <a:schemeClr val="accent1">
                  <a:lumMod val="75000"/>
                </a:schemeClr>
              </a:gs>
            </a:gsLst>
            <a:lin ang="0" scaled="1"/>
            <a:tileRect/>
          </a:gradFill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 userDrawn="1"/>
        </p:nvSpPr>
        <p:spPr>
          <a:xfrm rot="10800000">
            <a:off x="0" y="6173470"/>
            <a:ext cx="12192000" cy="9144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65000">
                <a:schemeClr val="accent1">
                  <a:lumMod val="45000"/>
                  <a:lumOff val="55000"/>
                </a:schemeClr>
              </a:gs>
              <a:gs pos="14000">
                <a:schemeClr val="accent1">
                  <a:lumMod val="45000"/>
                  <a:lumOff val="55000"/>
                </a:schemeClr>
              </a:gs>
              <a:gs pos="98000">
                <a:schemeClr val="accent1">
                  <a:lumMod val="75000"/>
                </a:schemeClr>
              </a:gs>
            </a:gsLst>
            <a:lin ang="0" scaled="1"/>
            <a:tileRect/>
          </a:gradFill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itle 1"/>
          <p:cNvSpPr txBox="1">
            <a:spLocks/>
          </p:cNvSpPr>
          <p:nvPr userDrawn="1"/>
        </p:nvSpPr>
        <p:spPr>
          <a:xfrm>
            <a:off x="838200" y="20281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Click to edit Master 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4" y="35534"/>
            <a:ext cx="1245153" cy="1179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552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04303" y="103723"/>
            <a:ext cx="1058566" cy="1082636"/>
          </a:xfrm>
          <a:prstGeom prst="rect">
            <a:avLst/>
          </a:prstGeom>
        </p:spPr>
      </p:pic>
      <p:sp>
        <p:nvSpPr>
          <p:cNvPr id="6" name="Footer Placeholder 4"/>
          <p:cNvSpPr txBox="1">
            <a:spLocks/>
          </p:cNvSpPr>
          <p:nvPr userDrawn="1"/>
        </p:nvSpPr>
        <p:spPr>
          <a:xfrm>
            <a:off x="4038600" y="636059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600" b="1" i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Good Today…Even Better Tomorrow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1234936"/>
            <a:ext cx="12192000" cy="9144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65000">
                <a:schemeClr val="accent1">
                  <a:lumMod val="75000"/>
                </a:schemeClr>
              </a:gs>
              <a:gs pos="100000">
                <a:schemeClr val="bg1"/>
              </a:gs>
              <a:gs pos="44000">
                <a:schemeClr val="accent1">
                  <a:lumMod val="75000"/>
                </a:schemeClr>
              </a:gs>
            </a:gsLst>
            <a:lin ang="0" scaled="1"/>
            <a:tileRect/>
          </a:gradFill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 rot="10800000">
            <a:off x="0" y="6173470"/>
            <a:ext cx="12192000" cy="9144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65000">
                <a:schemeClr val="accent1">
                  <a:lumMod val="45000"/>
                  <a:lumOff val="55000"/>
                </a:schemeClr>
              </a:gs>
              <a:gs pos="14000">
                <a:schemeClr val="accent1">
                  <a:lumMod val="45000"/>
                  <a:lumOff val="55000"/>
                </a:schemeClr>
              </a:gs>
              <a:gs pos="98000">
                <a:schemeClr val="accent1">
                  <a:lumMod val="75000"/>
                </a:schemeClr>
              </a:gs>
            </a:gsLst>
            <a:lin ang="0" scaled="1"/>
            <a:tileRect/>
          </a:gradFill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933575" y="187934"/>
            <a:ext cx="8324850" cy="1325563"/>
          </a:xfrm>
        </p:spPr>
        <p:txBody>
          <a:bodyPr>
            <a:normAutofit/>
          </a:bodyPr>
          <a:lstStyle>
            <a:lvl1pPr algn="ctr"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4" y="35534"/>
            <a:ext cx="1245153" cy="1179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881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400" b="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04303" y="75840"/>
            <a:ext cx="1058566" cy="1082636"/>
          </a:xfrm>
          <a:prstGeom prst="rect">
            <a:avLst/>
          </a:prstGeom>
        </p:spPr>
      </p:pic>
      <p:sp>
        <p:nvSpPr>
          <p:cNvPr id="9" name="Footer Placeholder 4"/>
          <p:cNvSpPr txBox="1">
            <a:spLocks/>
          </p:cNvSpPr>
          <p:nvPr userDrawn="1"/>
        </p:nvSpPr>
        <p:spPr>
          <a:xfrm>
            <a:off x="4152900" y="628560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600" b="1" i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Good Today…Even Better Tomorrow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0" y="1207053"/>
            <a:ext cx="12192000" cy="9144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65000">
                <a:schemeClr val="accent1">
                  <a:lumMod val="75000"/>
                </a:schemeClr>
              </a:gs>
              <a:gs pos="100000">
                <a:schemeClr val="bg1"/>
              </a:gs>
              <a:gs pos="44000">
                <a:schemeClr val="accent1">
                  <a:lumMod val="75000"/>
                </a:schemeClr>
              </a:gs>
            </a:gsLst>
            <a:lin ang="0" scaled="1"/>
            <a:tileRect/>
          </a:gradFill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 userDrawn="1"/>
        </p:nvSpPr>
        <p:spPr>
          <a:xfrm rot="10800000">
            <a:off x="0" y="6145587"/>
            <a:ext cx="12192000" cy="9144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65000">
                <a:schemeClr val="accent1">
                  <a:lumMod val="45000"/>
                  <a:lumOff val="55000"/>
                </a:schemeClr>
              </a:gs>
              <a:gs pos="14000">
                <a:schemeClr val="accent1">
                  <a:lumMod val="45000"/>
                  <a:lumOff val="55000"/>
                </a:schemeClr>
              </a:gs>
              <a:gs pos="98000">
                <a:schemeClr val="accent1">
                  <a:lumMod val="75000"/>
                </a:schemeClr>
              </a:gs>
            </a:gsLst>
            <a:lin ang="0" scaled="1"/>
            <a:tileRect/>
          </a:gradFill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/>
          <p:cNvSpPr>
            <a:spLocks noGrp="1"/>
          </p:cNvSpPr>
          <p:nvPr>
            <p:ph idx="1" hasCustomPrompt="1"/>
          </p:nvPr>
        </p:nvSpPr>
        <p:spPr>
          <a:xfrm>
            <a:off x="4862512" y="1417815"/>
            <a:ext cx="6810375" cy="4351338"/>
          </a:xfrm>
        </p:spPr>
        <p:txBody>
          <a:bodyPr>
            <a:normAutofit/>
          </a:bodyPr>
          <a:lstStyle>
            <a:lvl1pPr marL="457200" indent="-457200">
              <a:buClr>
                <a:schemeClr val="accent1">
                  <a:lumMod val="75000"/>
                </a:schemeClr>
              </a:buClr>
              <a:buSzPct val="115000"/>
              <a:buFont typeface="Wingdings" panose="05000000000000000000" pitchFamily="2" charset="2"/>
              <a:buChar char="§"/>
              <a:defRPr sz="32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indent="-457200">
              <a:buClr>
                <a:srgbClr val="C00000"/>
              </a:buClr>
              <a:buSzPct val="11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4">
                  <a:lumMod val="75000"/>
                </a:schemeClr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4" y="35534"/>
            <a:ext cx="1245153" cy="1179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059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92388" y="312276"/>
            <a:ext cx="6172200" cy="4873625"/>
          </a:xfrm>
        </p:spPr>
        <p:txBody>
          <a:bodyPr/>
          <a:lstStyle>
            <a:lvl1pPr marL="0" indent="0">
              <a:buNone/>
              <a:defRPr sz="32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04303" y="75840"/>
            <a:ext cx="1058566" cy="1082636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1207053"/>
            <a:ext cx="12192000" cy="9144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65000">
                <a:schemeClr val="accent1">
                  <a:lumMod val="75000"/>
                </a:schemeClr>
              </a:gs>
              <a:gs pos="100000">
                <a:schemeClr val="bg1"/>
              </a:gs>
              <a:gs pos="44000">
                <a:schemeClr val="accent1">
                  <a:lumMod val="75000"/>
                </a:schemeClr>
              </a:gs>
            </a:gsLst>
            <a:lin ang="0" scaled="1"/>
            <a:tileRect/>
          </a:gradFill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 userDrawn="1"/>
        </p:nvSpPr>
        <p:spPr>
          <a:xfrm rot="10800000">
            <a:off x="0" y="6145587"/>
            <a:ext cx="12192000" cy="9144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65000">
                <a:schemeClr val="accent1">
                  <a:lumMod val="45000"/>
                  <a:lumOff val="55000"/>
                </a:schemeClr>
              </a:gs>
              <a:gs pos="14000">
                <a:schemeClr val="accent1">
                  <a:lumMod val="45000"/>
                  <a:lumOff val="55000"/>
                </a:schemeClr>
              </a:gs>
              <a:gs pos="98000">
                <a:schemeClr val="accent1">
                  <a:lumMod val="75000"/>
                </a:schemeClr>
              </a:gs>
            </a:gsLst>
            <a:lin ang="0" scaled="1"/>
            <a:tileRect/>
          </a:gradFill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609849" y="5190923"/>
            <a:ext cx="6154739" cy="271957"/>
          </a:xfrm>
        </p:spPr>
        <p:txBody>
          <a:bodyPr anchor="b">
            <a:normAutofit/>
          </a:bodyPr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609850" y="5467148"/>
            <a:ext cx="6154739" cy="645222"/>
          </a:xfrm>
        </p:spPr>
        <p:txBody>
          <a:bodyPr>
            <a:normAutofit/>
          </a:bodyPr>
          <a:lstStyle>
            <a:lvl1pPr marL="0" indent="0">
              <a:buNone/>
              <a:defRPr sz="1400" b="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Footer Placeholder 4"/>
          <p:cNvSpPr txBox="1">
            <a:spLocks/>
          </p:cNvSpPr>
          <p:nvPr userDrawn="1"/>
        </p:nvSpPr>
        <p:spPr>
          <a:xfrm>
            <a:off x="4038600" y="627024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600" b="1" i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Good Today…Even Better Tomorrow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4" y="35534"/>
            <a:ext cx="1245153" cy="1179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530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6489" y="236496"/>
            <a:ext cx="8286750" cy="987125"/>
          </a:xfrm>
        </p:spPr>
        <p:txBody>
          <a:bodyPr>
            <a:normAutofit/>
          </a:bodyPr>
          <a:lstStyle>
            <a:lvl1pPr algn="ctr"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04303" y="75840"/>
            <a:ext cx="1058566" cy="1082636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1207053"/>
            <a:ext cx="12192000" cy="9144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65000">
                <a:schemeClr val="accent1">
                  <a:lumMod val="75000"/>
                </a:schemeClr>
              </a:gs>
              <a:gs pos="100000">
                <a:schemeClr val="bg1"/>
              </a:gs>
              <a:gs pos="44000">
                <a:schemeClr val="accent1">
                  <a:lumMod val="75000"/>
                </a:schemeClr>
              </a:gs>
            </a:gsLst>
            <a:lin ang="0" scaled="1"/>
            <a:tileRect/>
          </a:gradFill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 userDrawn="1"/>
        </p:nvSpPr>
        <p:spPr>
          <a:xfrm rot="10800000">
            <a:off x="0" y="6145587"/>
            <a:ext cx="12192000" cy="9144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65000">
                <a:schemeClr val="accent1">
                  <a:lumMod val="45000"/>
                  <a:lumOff val="55000"/>
                </a:schemeClr>
              </a:gs>
              <a:gs pos="14000">
                <a:schemeClr val="accent1">
                  <a:lumMod val="45000"/>
                  <a:lumOff val="55000"/>
                </a:schemeClr>
              </a:gs>
              <a:gs pos="98000">
                <a:schemeClr val="accent1">
                  <a:lumMod val="75000"/>
                </a:schemeClr>
              </a:gs>
            </a:gsLst>
            <a:lin ang="0" scaled="1"/>
            <a:tileRect/>
          </a:gradFill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4"/>
          <p:cNvSpPr txBox="1">
            <a:spLocks/>
          </p:cNvSpPr>
          <p:nvPr userDrawn="1"/>
        </p:nvSpPr>
        <p:spPr>
          <a:xfrm>
            <a:off x="3733800" y="63119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600" b="1" i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Good Today…Even Better Tomorrow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 hasCustomPrompt="1"/>
          </p:nvPr>
        </p:nvSpPr>
        <p:spPr>
          <a:xfrm rot="5400000">
            <a:off x="3640093" y="-2017752"/>
            <a:ext cx="4730835" cy="11363326"/>
          </a:xfrm>
        </p:spPr>
        <p:txBody>
          <a:bodyPr>
            <a:normAutofit/>
          </a:bodyPr>
          <a:lstStyle>
            <a:lvl1pPr marL="457200" indent="-457200">
              <a:buClr>
                <a:schemeClr val="accent1">
                  <a:lumMod val="75000"/>
                </a:schemeClr>
              </a:buClr>
              <a:buSzPct val="115000"/>
              <a:buFont typeface="Wingdings" panose="05000000000000000000" pitchFamily="2" charset="2"/>
              <a:buChar char="§"/>
              <a:defRPr sz="32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indent="-457200">
              <a:buClr>
                <a:srgbClr val="C00000"/>
              </a:buClr>
              <a:buSzPct val="11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4">
                  <a:lumMod val="75000"/>
                </a:schemeClr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4" y="35534"/>
            <a:ext cx="1245153" cy="1179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298493"/>
            <a:ext cx="2628900" cy="4878470"/>
          </a:xfrm>
        </p:spPr>
        <p:txBody>
          <a:bodyPr vert="eaVert">
            <a:normAutofit/>
          </a:bodyPr>
          <a:lstStyle>
            <a:lvl1pPr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04303" y="75840"/>
            <a:ext cx="1058566" cy="1082636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1207053"/>
            <a:ext cx="12192000" cy="9144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65000">
                <a:schemeClr val="accent1">
                  <a:lumMod val="75000"/>
                </a:schemeClr>
              </a:gs>
              <a:gs pos="100000">
                <a:schemeClr val="bg1"/>
              </a:gs>
              <a:gs pos="44000">
                <a:schemeClr val="accent1">
                  <a:lumMod val="75000"/>
                </a:schemeClr>
              </a:gs>
            </a:gsLst>
            <a:lin ang="0" scaled="1"/>
            <a:tileRect/>
          </a:gradFill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 rot="10800000">
            <a:off x="0" y="6145587"/>
            <a:ext cx="12192000" cy="9144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65000">
                <a:schemeClr val="accent1">
                  <a:lumMod val="45000"/>
                  <a:lumOff val="55000"/>
                </a:schemeClr>
              </a:gs>
              <a:gs pos="14000">
                <a:schemeClr val="accent1">
                  <a:lumMod val="45000"/>
                  <a:lumOff val="55000"/>
                </a:schemeClr>
              </a:gs>
              <a:gs pos="98000">
                <a:schemeClr val="accent1">
                  <a:lumMod val="75000"/>
                </a:schemeClr>
              </a:gs>
            </a:gsLst>
            <a:lin ang="0" scaled="1"/>
            <a:tileRect/>
          </a:gradFill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 Placeholder 4"/>
          <p:cNvSpPr txBox="1">
            <a:spLocks/>
          </p:cNvSpPr>
          <p:nvPr userDrawn="1"/>
        </p:nvSpPr>
        <p:spPr>
          <a:xfrm>
            <a:off x="4191000" y="635187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600" b="1" i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Good Today…Even Better Tomorrow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 hasCustomPrompt="1"/>
          </p:nvPr>
        </p:nvSpPr>
        <p:spPr>
          <a:xfrm rot="5400000">
            <a:off x="2158957" y="-536615"/>
            <a:ext cx="4730835" cy="8401051"/>
          </a:xfrm>
        </p:spPr>
        <p:txBody>
          <a:bodyPr>
            <a:normAutofit/>
          </a:bodyPr>
          <a:lstStyle>
            <a:lvl1pPr marL="457200" indent="-457200">
              <a:buClr>
                <a:schemeClr val="accent1">
                  <a:lumMod val="75000"/>
                </a:schemeClr>
              </a:buClr>
              <a:buSzPct val="115000"/>
              <a:buFont typeface="Wingdings" panose="05000000000000000000" pitchFamily="2" charset="2"/>
              <a:buChar char="§"/>
              <a:defRPr sz="3200" baseline="0">
                <a:solidFill>
                  <a:schemeClr val="tx1"/>
                </a:solidFill>
              </a:defRPr>
            </a:lvl1pPr>
            <a:lvl2pPr marL="914400" indent="-457200">
              <a:buClr>
                <a:srgbClr val="C00000"/>
              </a:buClr>
              <a:buSzPct val="11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buClr>
                <a:schemeClr val="accent4">
                  <a:lumMod val="75000"/>
                </a:schemeClr>
              </a:buCl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4" y="35534"/>
            <a:ext cx="1245153" cy="1179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267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6F391-D59F-447C-80B6-F7B27EC5C41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4AB2-0CB4-434C-BCCD-D2A02FCF3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662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6F391-D59F-447C-80B6-F7B27EC5C41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4AB2-0CB4-434C-BCCD-D2A02FCF3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3861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6F391-D59F-447C-80B6-F7B27EC5C41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4AB2-0CB4-434C-BCCD-D2A02FCF3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671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6F391-D59F-447C-80B6-F7B27EC5C41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4AB2-0CB4-434C-BCCD-D2A02FCF3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5629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6F391-D59F-447C-80B6-F7B27EC5C41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4AB2-0CB4-434C-BCCD-D2A02FCF3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586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6F391-D59F-447C-80B6-F7B27EC5C41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4AB2-0CB4-434C-BCCD-D2A02FCF3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790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6F391-D59F-447C-80B6-F7B27EC5C41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4AB2-0CB4-434C-BCCD-D2A02FCF3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8769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6F391-D59F-447C-80B6-F7B27EC5C41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4AB2-0CB4-434C-BCCD-D2A02FCF3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8749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6F391-D59F-447C-80B6-F7B27EC5C41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4AB2-0CB4-434C-BCCD-D2A02FCF3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8666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6F391-D59F-447C-80B6-F7B27EC5C41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4AB2-0CB4-434C-BCCD-D2A02FCF3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7559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6F391-D59F-447C-80B6-F7B27EC5C41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4AB2-0CB4-434C-BCCD-D2A02FCF3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759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EB115F-68BB-4903-9D2E-98ECDC7AE344}" type="datetimeFigureOut">
              <a:rPr lang="en-US" smtClean="0"/>
              <a:pPr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4373354-CFF0-449F-87FA-65DBB3F8C1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464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B66F391-D59F-447C-80B6-F7B27EC5C413}" type="datetimeFigureOut">
              <a:rPr lang="en-US" smtClean="0"/>
              <a:pPr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C8F4AB2-0CB4-434C-BCCD-D2A02FCF31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995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image" Target="../media/image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30241" y="1873738"/>
            <a:ext cx="5817324" cy="217231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Industry Days</a:t>
            </a:r>
            <a:br>
              <a:rPr lang="en-US">
                <a:latin typeface="+mn-lt"/>
              </a:rPr>
            </a:br>
            <a:r>
              <a:rPr lang="en-US">
                <a:latin typeface="+mn-lt"/>
              </a:rPr>
              <a:t>Coatings </a:t>
            </a:r>
            <a:r>
              <a:rPr lang="en-US" dirty="0">
                <a:latin typeface="+mn-lt"/>
              </a:rPr>
              <a:t>&amp; Sealants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Customer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Justin Spencer – AMXG/EN</a:t>
            </a:r>
          </a:p>
        </p:txBody>
      </p:sp>
    </p:spTree>
    <p:extLst>
      <p:ext uri="{BB962C8B-B14F-4D97-AF65-F5344CB8AC3E}">
        <p14:creationId xmlns:p14="http://schemas.microsoft.com/office/powerpoint/2010/main" val="3006350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501497"/>
            <a:ext cx="5257800" cy="4763414"/>
          </a:xfrm>
        </p:spPr>
        <p:txBody>
          <a:bodyPr/>
          <a:lstStyle/>
          <a:p>
            <a:r>
              <a:rPr lang="en-US" dirty="0"/>
              <a:t>Maintenance, Repair, and Overhaul (MRO) of military aircraft</a:t>
            </a:r>
          </a:p>
          <a:p>
            <a:pPr lvl="1"/>
            <a:r>
              <a:rPr lang="en-US" dirty="0"/>
              <a:t>F-35</a:t>
            </a:r>
          </a:p>
          <a:p>
            <a:pPr lvl="1"/>
            <a:r>
              <a:rPr lang="en-US" dirty="0"/>
              <a:t>F-22</a:t>
            </a:r>
          </a:p>
          <a:p>
            <a:pPr lvl="1"/>
            <a:r>
              <a:rPr lang="en-US" dirty="0"/>
              <a:t>F-16</a:t>
            </a:r>
          </a:p>
          <a:p>
            <a:r>
              <a:rPr lang="en-US" dirty="0"/>
              <a:t>Mission: warfighter support, mission readiness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AMXG Mission Support</a:t>
            </a:r>
          </a:p>
        </p:txBody>
      </p:sp>
      <p:pic>
        <p:nvPicPr>
          <p:cNvPr id="5" name="Picture 4" descr="A picture containing indoor, dock&#10;&#10;AI-generated content may be incorrect.">
            <a:extLst>
              <a:ext uri="{FF2B5EF4-FFF2-40B4-BE49-F238E27FC236}">
                <a16:creationId xmlns:a16="http://schemas.microsoft.com/office/drawing/2014/main" id="{A4D5C483-DDA8-9E0B-5D5B-F2A9EFA0F7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04890"/>
            <a:ext cx="5588004" cy="3437549"/>
          </a:xfrm>
          <a:prstGeom prst="rect">
            <a:avLst/>
          </a:prstGeom>
        </p:spPr>
      </p:pic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33B5F8FA-9CEF-D8B6-4F0F-E86A452C7E07}"/>
              </a:ext>
            </a:extLst>
          </p:cNvPr>
          <p:cNvSpPr txBox="1">
            <a:spLocks/>
          </p:cNvSpPr>
          <p:nvPr/>
        </p:nvSpPr>
        <p:spPr>
          <a:xfrm>
            <a:off x="2960078" y="2875084"/>
            <a:ext cx="2517530" cy="14595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115000"/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10000"/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C-130</a:t>
            </a:r>
          </a:p>
          <a:p>
            <a:pPr lvl="1"/>
            <a:r>
              <a:rPr lang="en-US" dirty="0"/>
              <a:t>T-38</a:t>
            </a:r>
          </a:p>
          <a:p>
            <a:pPr lvl="1"/>
            <a:r>
              <a:rPr lang="en-US" dirty="0"/>
              <a:t>A-10</a:t>
            </a:r>
          </a:p>
        </p:txBody>
      </p:sp>
    </p:spTree>
    <p:extLst>
      <p:ext uri="{BB962C8B-B14F-4D97-AF65-F5344CB8AC3E}">
        <p14:creationId xmlns:p14="http://schemas.microsoft.com/office/powerpoint/2010/main" val="2238844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51817-71DE-18C2-28B4-A0F1A49A6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2E66A24-297D-C565-CC1B-2A83D1C80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1497"/>
            <a:ext cx="5257800" cy="4763414"/>
          </a:xfrm>
        </p:spPr>
        <p:txBody>
          <a:bodyPr/>
          <a:lstStyle/>
          <a:p>
            <a:r>
              <a:rPr lang="en-US" dirty="0"/>
              <a:t>Paint</a:t>
            </a:r>
          </a:p>
          <a:p>
            <a:pPr lvl="1"/>
            <a:r>
              <a:rPr lang="en-US" dirty="0"/>
              <a:t>Full or scuff refresh</a:t>
            </a:r>
          </a:p>
          <a:p>
            <a:r>
              <a:rPr lang="en-US" dirty="0"/>
              <a:t>Depaint</a:t>
            </a:r>
          </a:p>
          <a:p>
            <a:pPr lvl="1"/>
            <a:r>
              <a:rPr lang="en-US" dirty="0"/>
              <a:t>Plastic Media Blast (PMB)</a:t>
            </a:r>
          </a:p>
          <a:p>
            <a:pPr lvl="1"/>
            <a:r>
              <a:rPr lang="en-US" dirty="0"/>
              <a:t>Robotic Laser</a:t>
            </a:r>
          </a:p>
          <a:p>
            <a:r>
              <a:rPr lang="en-US" dirty="0"/>
              <a:t>F-16 SLEP</a:t>
            </a:r>
          </a:p>
          <a:p>
            <a:r>
              <a:rPr lang="en-US" dirty="0"/>
              <a:t>F-16 PSSR</a:t>
            </a:r>
          </a:p>
          <a:p>
            <a:r>
              <a:rPr lang="en-US" dirty="0"/>
              <a:t>A-10 ATTACK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91C0B13-A7A5-E287-0C5B-540EBED77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AMXG Major Workloads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193C64-9D39-EC57-576C-B047F887C4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3462" y="2004890"/>
            <a:ext cx="5273080" cy="3437549"/>
          </a:xfrm>
          <a:prstGeom prst="rect">
            <a:avLst/>
          </a:prstGeom>
        </p:spPr>
      </p:pic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38688C23-6E46-54C6-0618-F35BBE9A696C}"/>
              </a:ext>
            </a:extLst>
          </p:cNvPr>
          <p:cNvSpPr txBox="1">
            <a:spLocks/>
          </p:cNvSpPr>
          <p:nvPr/>
        </p:nvSpPr>
        <p:spPr>
          <a:xfrm>
            <a:off x="2986455" y="2866292"/>
            <a:ext cx="2517530" cy="14595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115000"/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10000"/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708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626A2-7573-8A44-B9E4-12F2FF480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Content Placeholder 7">
            <a:extLst>
              <a:ext uri="{FF2B5EF4-FFF2-40B4-BE49-F238E27FC236}">
                <a16:creationId xmlns:a16="http://schemas.microsoft.com/office/drawing/2014/main" id="{521160E3-9E7F-CB67-9413-C0BD95CF86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63578799"/>
              </p:ext>
            </p:extLst>
          </p:nvPr>
        </p:nvGraphicFramePr>
        <p:xfrm>
          <a:off x="838200" y="2848918"/>
          <a:ext cx="8903678" cy="18998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2055D54B-AB59-3F93-179B-284624068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Maintenance Process Flow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1984381F-0540-B048-7F2D-4337D500FF95}"/>
              </a:ext>
            </a:extLst>
          </p:cNvPr>
          <p:cNvSpPr txBox="1">
            <a:spLocks/>
          </p:cNvSpPr>
          <p:nvPr/>
        </p:nvSpPr>
        <p:spPr>
          <a:xfrm>
            <a:off x="2986455" y="2866292"/>
            <a:ext cx="2517530" cy="14595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115000"/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10000"/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24C2DB69-357D-A574-3E77-8ECE0D6EE4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7022704"/>
              </p:ext>
            </p:extLst>
          </p:nvPr>
        </p:nvGraphicFramePr>
        <p:xfrm>
          <a:off x="838200" y="1347909"/>
          <a:ext cx="10515600" cy="21646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6A9922F7-EF47-8C94-192A-77BED80F8178}"/>
              </a:ext>
            </a:extLst>
          </p:cNvPr>
          <p:cNvSpPr txBox="1">
            <a:spLocks/>
          </p:cNvSpPr>
          <p:nvPr/>
        </p:nvSpPr>
        <p:spPr>
          <a:xfrm>
            <a:off x="838200" y="1501497"/>
            <a:ext cx="5257800" cy="7053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115000"/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10000"/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Traditional Maintenance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3E4A8E64-EA27-84B6-718F-CED0B0BF8CB5}"/>
              </a:ext>
            </a:extLst>
          </p:cNvPr>
          <p:cNvSpPr txBox="1">
            <a:spLocks/>
          </p:cNvSpPr>
          <p:nvPr/>
        </p:nvSpPr>
        <p:spPr>
          <a:xfrm>
            <a:off x="838200" y="2848918"/>
            <a:ext cx="5257800" cy="7053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115000"/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10000"/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“Speedline” (&lt;5%)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8D8909A9-5257-85F4-F046-82DBC356064B}"/>
              </a:ext>
            </a:extLst>
          </p:cNvPr>
          <p:cNvSpPr txBox="1">
            <a:spLocks/>
          </p:cNvSpPr>
          <p:nvPr/>
        </p:nvSpPr>
        <p:spPr>
          <a:xfrm>
            <a:off x="838200" y="4284051"/>
            <a:ext cx="5257800" cy="16773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115000"/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10000"/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Other Processes</a:t>
            </a:r>
          </a:p>
          <a:p>
            <a:pPr lvl="1"/>
            <a:r>
              <a:rPr lang="en-US" dirty="0"/>
              <a:t>Scuff/refresh</a:t>
            </a:r>
          </a:p>
          <a:p>
            <a:pPr lvl="1"/>
            <a:r>
              <a:rPr lang="en-US" dirty="0"/>
              <a:t>F-16 intake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A0ACD98-06C5-7D9D-D90D-A9912EEB047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263" r="1596" b="-1"/>
          <a:stretch/>
        </p:blipFill>
        <p:spPr>
          <a:xfrm>
            <a:off x="5801887" y="4266467"/>
            <a:ext cx="4388398" cy="1823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65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43723-B8C7-BF81-35B3-85DB5D8F0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CC9FCA0-9414-E70A-F699-6A0B49FA1C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1497"/>
            <a:ext cx="5257800" cy="4763414"/>
          </a:xfrm>
        </p:spPr>
        <p:txBody>
          <a:bodyPr>
            <a:normAutofit/>
          </a:bodyPr>
          <a:lstStyle/>
          <a:p>
            <a:r>
              <a:rPr lang="en-US" dirty="0"/>
              <a:t>Paint</a:t>
            </a:r>
          </a:p>
          <a:p>
            <a:pPr lvl="1"/>
            <a:r>
              <a:rPr lang="en-US" dirty="0"/>
              <a:t>(6) F-16 Paint Bays</a:t>
            </a:r>
          </a:p>
          <a:p>
            <a:pPr lvl="1"/>
            <a:r>
              <a:rPr lang="en-US" dirty="0"/>
              <a:t>(1) A-10 Paint Booth</a:t>
            </a:r>
          </a:p>
          <a:p>
            <a:pPr lvl="1"/>
            <a:r>
              <a:rPr lang="en-US" dirty="0"/>
              <a:t>(1) C-130 Paint Booth</a:t>
            </a:r>
          </a:p>
          <a:p>
            <a:pPr lvl="1"/>
            <a:r>
              <a:rPr lang="en-US" dirty="0"/>
              <a:t>(1) Small Parts Bay</a:t>
            </a:r>
          </a:p>
          <a:p>
            <a:r>
              <a:rPr lang="en-US" dirty="0"/>
              <a:t>Depaint</a:t>
            </a:r>
          </a:p>
          <a:p>
            <a:pPr lvl="1"/>
            <a:r>
              <a:rPr lang="en-US" dirty="0"/>
              <a:t>(3) Wash/Prep Bays</a:t>
            </a:r>
          </a:p>
          <a:p>
            <a:pPr lvl="1"/>
            <a:r>
              <a:rPr lang="en-US" dirty="0"/>
              <a:t>(2) F-16 Blast Booths</a:t>
            </a:r>
          </a:p>
          <a:p>
            <a:pPr lvl="1"/>
            <a:r>
              <a:rPr lang="en-US" dirty="0"/>
              <a:t>(2) A-10 Blast Booths</a:t>
            </a:r>
          </a:p>
          <a:p>
            <a:pPr lvl="1"/>
            <a:r>
              <a:rPr lang="en-US" dirty="0"/>
              <a:t>(1) F-16 Laser System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383D80-0CB9-D673-C46F-13FF97513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Paint Facilities - AMXG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33399C-6B70-7DE2-CCFC-5FA58682E6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37593" y="2004890"/>
            <a:ext cx="4904817" cy="3437549"/>
          </a:xfrm>
          <a:prstGeom prst="rect">
            <a:avLst/>
          </a:prstGeom>
        </p:spPr>
      </p:pic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038AFAFF-1E78-753F-E104-6FC5EFE8C98C}"/>
              </a:ext>
            </a:extLst>
          </p:cNvPr>
          <p:cNvSpPr txBox="1">
            <a:spLocks/>
          </p:cNvSpPr>
          <p:nvPr/>
        </p:nvSpPr>
        <p:spPr>
          <a:xfrm>
            <a:off x="2986455" y="2866292"/>
            <a:ext cx="2517530" cy="14595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115000"/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10000"/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447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E8EBE8-D2AE-51B6-22AD-DCC2C3ABA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Facilities - AMXG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5A8D4380-47B6-448D-981D-E35BA6D037A7}"/>
              </a:ext>
            </a:extLst>
          </p:cNvPr>
          <p:cNvSpPr txBox="1">
            <a:spLocks/>
          </p:cNvSpPr>
          <p:nvPr/>
        </p:nvSpPr>
        <p:spPr>
          <a:xfrm>
            <a:off x="838199" y="1501497"/>
            <a:ext cx="6450623" cy="47634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115000"/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10000"/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Hangar 1: A-10 MRO Hangar</a:t>
            </a:r>
          </a:p>
          <a:p>
            <a:r>
              <a:rPr lang="en-US" dirty="0"/>
              <a:t>220: F-16 Paint/Depaint</a:t>
            </a:r>
          </a:p>
          <a:p>
            <a:r>
              <a:rPr lang="en-US" dirty="0"/>
              <a:t>219: A-10 Depaint</a:t>
            </a:r>
          </a:p>
          <a:p>
            <a:r>
              <a:rPr lang="en-US" dirty="0"/>
              <a:t>225: F-16/C-130 MRO Hangar</a:t>
            </a:r>
          </a:p>
          <a:p>
            <a:r>
              <a:rPr lang="en-US" dirty="0"/>
              <a:t>270: A-10 Paint</a:t>
            </a:r>
          </a:p>
          <a:p>
            <a:r>
              <a:rPr lang="en-US" dirty="0"/>
              <a:t>275: A-10 Depaint</a:t>
            </a:r>
          </a:p>
          <a:p>
            <a:r>
              <a:rPr lang="en-US" dirty="0"/>
              <a:t>269: C-130 Paint</a:t>
            </a:r>
          </a:p>
          <a:p>
            <a:r>
              <a:rPr lang="en-US" dirty="0"/>
              <a:t>590: A-10 MRO Hangar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" name="Picture 9" descr="A picture containing text&#10;&#10;AI-generated content may be incorrect.">
            <a:extLst>
              <a:ext uri="{FF2B5EF4-FFF2-40B4-BE49-F238E27FC236}">
                <a16:creationId xmlns:a16="http://schemas.microsoft.com/office/drawing/2014/main" id="{F4DC5253-735A-3673-DD8A-83FDC094AC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2036" y="1373615"/>
            <a:ext cx="2454080" cy="4763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930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5800859-471E-7549-B9C2-ECFB60015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265: Landing Gear</a:t>
            </a:r>
          </a:p>
          <a:p>
            <a:r>
              <a:rPr lang="en-US" dirty="0"/>
              <a:t>238: Drop-off</a:t>
            </a:r>
          </a:p>
          <a:p>
            <a:r>
              <a:rPr lang="en-US" dirty="0"/>
              <a:t>510: Drop-off</a:t>
            </a:r>
          </a:p>
          <a:p>
            <a:r>
              <a:rPr lang="en-US" dirty="0"/>
              <a:t>507: Plating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55BB5A-FEAB-1CBC-D8C6-B76418058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Facilities - CMXG</a:t>
            </a:r>
          </a:p>
        </p:txBody>
      </p:sp>
      <p:pic>
        <p:nvPicPr>
          <p:cNvPr id="5" name="Picture 4" descr="A picture containing text, building, orange&#10;&#10;AI-generated content may be incorrect.">
            <a:extLst>
              <a:ext uri="{FF2B5EF4-FFF2-40B4-BE49-F238E27FC236}">
                <a16:creationId xmlns:a16="http://schemas.microsoft.com/office/drawing/2014/main" id="{5FF8F1C9-09FD-EA7A-268A-7FFD625E8B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01497"/>
            <a:ext cx="5346520" cy="4424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01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CCBAA-5599-CE0A-0D69-44C78965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A63AF0F-3673-F21F-1A68-4200B9CE6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Facilities - EMXG</a:t>
            </a:r>
          </a:p>
        </p:txBody>
      </p:sp>
      <p:pic>
        <p:nvPicPr>
          <p:cNvPr id="7" name="Picture 6" descr="A picture containing text&#10;&#10;AI-generated content may be incorrect.">
            <a:extLst>
              <a:ext uri="{FF2B5EF4-FFF2-40B4-BE49-F238E27FC236}">
                <a16:creationId xmlns:a16="http://schemas.microsoft.com/office/drawing/2014/main" id="{5FFA0150-5188-53C3-9C5A-89FD3397BE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647" y="2952950"/>
            <a:ext cx="11358705" cy="2461823"/>
          </a:xfrm>
          <a:prstGeom prst="rect">
            <a:avLst/>
          </a:prstGeom>
        </p:spPr>
      </p:pic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A4066A8B-3D7E-8B4A-52D4-AD948685D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1497"/>
            <a:ext cx="7110046" cy="1127403"/>
          </a:xfrm>
        </p:spPr>
        <p:txBody>
          <a:bodyPr/>
          <a:lstStyle/>
          <a:p>
            <a:r>
              <a:rPr lang="en-US" dirty="0"/>
              <a:t>100 Bay J: Drop-off</a:t>
            </a:r>
          </a:p>
          <a:p>
            <a:r>
              <a:rPr lang="en-US" dirty="0"/>
              <a:t>843 Bay L: Drop-off</a:t>
            </a:r>
          </a:p>
        </p:txBody>
      </p:sp>
    </p:spTree>
    <p:extLst>
      <p:ext uri="{BB962C8B-B14F-4D97-AF65-F5344CB8AC3E}">
        <p14:creationId xmlns:p14="http://schemas.microsoft.com/office/powerpoint/2010/main" val="1176499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DAEB7-2A81-BF93-A7A4-02CEF519D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2BC7B62-2E8A-763B-351D-6C4A86FCE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Badging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3DE6BD8F-6C5A-3D1D-57A8-9FC9139C18FB}"/>
              </a:ext>
            </a:extLst>
          </p:cNvPr>
          <p:cNvSpPr txBox="1">
            <a:spLocks/>
          </p:cNvSpPr>
          <p:nvPr/>
        </p:nvSpPr>
        <p:spPr>
          <a:xfrm>
            <a:off x="838200" y="1501497"/>
            <a:ext cx="5257800" cy="47634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115000"/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10000"/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Security Layers</a:t>
            </a:r>
          </a:p>
          <a:p>
            <a:pPr lvl="1"/>
            <a:r>
              <a:rPr lang="en-US" dirty="0"/>
              <a:t>Base Access: CAC/DBIDS</a:t>
            </a:r>
          </a:p>
          <a:p>
            <a:pPr lvl="1"/>
            <a:r>
              <a:rPr lang="en-US" dirty="0"/>
              <a:t>Flightline: AMXG Badge</a:t>
            </a:r>
          </a:p>
          <a:p>
            <a:r>
              <a:rPr lang="en-US" dirty="0"/>
              <a:t>Renewed every 1-3 years</a:t>
            </a:r>
          </a:p>
          <a:p>
            <a:r>
              <a:rPr lang="en-US" dirty="0"/>
              <a:t>Vindicator Card: specific building access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A58C2C-0D96-73CF-0C3D-343ECC43BE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39339" y="2004890"/>
            <a:ext cx="4901324" cy="3437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929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3F03D-1839-353F-DFDF-C1D4C9AE0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F46E80-AE50-42FF-DFDD-91AD87283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Protocols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BBDEA754-E023-63EF-32EA-F0EA3C80351E}"/>
              </a:ext>
            </a:extLst>
          </p:cNvPr>
          <p:cNvSpPr txBox="1">
            <a:spLocks/>
          </p:cNvSpPr>
          <p:nvPr/>
        </p:nvSpPr>
        <p:spPr>
          <a:xfrm>
            <a:off x="838200" y="1501497"/>
            <a:ext cx="5257800" cy="476341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115000"/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10000"/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Non-badged individuals must be escorted onto the base</a:t>
            </a:r>
          </a:p>
          <a:p>
            <a:pPr lvl="1"/>
            <a:r>
              <a:rPr lang="en-US" dirty="0"/>
              <a:t>Coordinated ahead of time with AMXG &amp; Base Security</a:t>
            </a:r>
          </a:p>
          <a:p>
            <a:r>
              <a:rPr lang="en-US" dirty="0"/>
              <a:t>No unauthorized photography</a:t>
            </a:r>
          </a:p>
          <a:p>
            <a:r>
              <a:rPr lang="en-US" dirty="0"/>
              <a:t>You must be escorted into buildings you don’t have vindicator access to</a:t>
            </a:r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A983C5-FBFE-F397-EDBD-21EBD83073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39339" y="2089890"/>
            <a:ext cx="4901324" cy="3267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309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CA613-74EA-751D-2B98-70B189D42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C2922A-A17A-1148-2BB1-80B907114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1497"/>
            <a:ext cx="5257800" cy="4763414"/>
          </a:xfrm>
        </p:spPr>
        <p:txBody>
          <a:bodyPr/>
          <a:lstStyle/>
          <a:p>
            <a:r>
              <a:rPr lang="en-US" dirty="0"/>
              <a:t>Masking</a:t>
            </a:r>
          </a:p>
          <a:p>
            <a:r>
              <a:rPr lang="en-US" dirty="0"/>
              <a:t>Aircraft Wash</a:t>
            </a:r>
          </a:p>
          <a:p>
            <a:r>
              <a:rPr lang="en-US" dirty="0"/>
              <a:t>Wet Processes</a:t>
            </a:r>
          </a:p>
          <a:p>
            <a:pPr lvl="1"/>
            <a:r>
              <a:rPr lang="en-US" dirty="0"/>
              <a:t>B&amp;A or PreKote</a:t>
            </a:r>
          </a:p>
          <a:p>
            <a:r>
              <a:rPr lang="en-US" dirty="0"/>
              <a:t>Additional Masking</a:t>
            </a:r>
          </a:p>
          <a:p>
            <a:r>
              <a:rPr lang="en-US" dirty="0"/>
              <a:t>Primer &amp; Topcoat</a:t>
            </a:r>
          </a:p>
          <a:p>
            <a:r>
              <a:rPr lang="en-US" dirty="0"/>
              <a:t>Decals &amp; Stenciling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95EF204-88AD-D7AF-B46F-5C16D4F46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Paint Processes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23E74D-85C3-7B4F-F15F-C51B2087CF3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15743" y="2004890"/>
            <a:ext cx="5148517" cy="3437549"/>
          </a:xfrm>
          <a:prstGeom prst="rect">
            <a:avLst/>
          </a:prstGeom>
        </p:spPr>
      </p:pic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F5682F1F-F33D-C985-E5E6-1632D9E1AD43}"/>
              </a:ext>
            </a:extLst>
          </p:cNvPr>
          <p:cNvSpPr txBox="1">
            <a:spLocks/>
          </p:cNvSpPr>
          <p:nvPr/>
        </p:nvSpPr>
        <p:spPr>
          <a:xfrm>
            <a:off x="2986455" y="2866292"/>
            <a:ext cx="2517530" cy="14595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115000"/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10000"/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621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AEAAA-ADD5-C751-8456-FBADD8E3E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6BCCF7-FA42-C467-A15C-D2D5DB374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1497"/>
            <a:ext cx="5257800" cy="4763414"/>
          </a:xfrm>
        </p:spPr>
        <p:txBody>
          <a:bodyPr>
            <a:normAutofit/>
          </a:bodyPr>
          <a:lstStyle/>
          <a:p>
            <a:r>
              <a:rPr lang="en-US" dirty="0"/>
              <a:t>Defense Logistics Agency (DLA) limits product selection</a:t>
            </a:r>
          </a:p>
          <a:p>
            <a:r>
              <a:rPr lang="en-US" dirty="0"/>
              <a:t>Many products per spec</a:t>
            </a:r>
          </a:p>
          <a:p>
            <a:pPr lvl="1"/>
            <a:r>
              <a:rPr lang="en-US" dirty="0"/>
              <a:t>MIL-PRF-85285: 122</a:t>
            </a:r>
          </a:p>
          <a:p>
            <a:pPr lvl="1"/>
            <a:r>
              <a:rPr lang="en-US" dirty="0"/>
              <a:t>MIL-PRF-23377: 38 </a:t>
            </a:r>
          </a:p>
          <a:p>
            <a:pPr lvl="1"/>
            <a:r>
              <a:rPr lang="en-US" dirty="0"/>
              <a:t>MIL-PRF-81706: 85</a:t>
            </a:r>
          </a:p>
          <a:p>
            <a:pPr lvl="1"/>
            <a:r>
              <a:rPr lang="en-US" dirty="0"/>
              <a:t>MIL-PRF-81733: 24</a:t>
            </a:r>
          </a:p>
          <a:p>
            <a:r>
              <a:rPr lang="en-US" dirty="0"/>
              <a:t>Significant lead time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B2FA08E-B4AC-0EE8-51E3-678FEF569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Contract Motivation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2BCB0C-EF80-A448-ADD6-F602569D04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43441" y="2006415"/>
            <a:ext cx="4293121" cy="3434497"/>
          </a:xfrm>
          <a:prstGeom prst="rect">
            <a:avLst/>
          </a:prstGeom>
        </p:spPr>
      </p:pic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C16321EC-8778-C5D8-935F-6DBB3DAF66C1}"/>
              </a:ext>
            </a:extLst>
          </p:cNvPr>
          <p:cNvSpPr txBox="1">
            <a:spLocks/>
          </p:cNvSpPr>
          <p:nvPr/>
        </p:nvSpPr>
        <p:spPr>
          <a:xfrm>
            <a:off x="2986455" y="2866292"/>
            <a:ext cx="2517530" cy="14595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115000"/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10000"/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0716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8169D-CEDB-E284-1E84-4228894FD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32A2234-4123-913E-8C85-A99CF14DD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1497"/>
            <a:ext cx="5257800" cy="476341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Quality products</a:t>
            </a:r>
          </a:p>
          <a:p>
            <a:r>
              <a:rPr lang="en-US" dirty="0"/>
              <a:t>Product inventory</a:t>
            </a:r>
          </a:p>
          <a:p>
            <a:pPr lvl="1"/>
            <a:r>
              <a:rPr lang="en-US" dirty="0"/>
              <a:t>Maintain threshold product levels</a:t>
            </a:r>
          </a:p>
          <a:p>
            <a:pPr lvl="1"/>
            <a:r>
              <a:rPr lang="en-US" dirty="0"/>
              <a:t>Shelf-life validation</a:t>
            </a:r>
          </a:p>
          <a:p>
            <a:pPr lvl="1"/>
            <a:r>
              <a:rPr lang="en-US" dirty="0"/>
              <a:t>“Just-in-time” product delivery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115000"/>
            </a:pPr>
            <a:r>
              <a:rPr lang="en-US" sz="3200" dirty="0"/>
              <a:t>FMS 3600 Product</a:t>
            </a:r>
            <a:endParaRPr lang="en-US" dirty="0"/>
          </a:p>
          <a:p>
            <a:r>
              <a:rPr lang="en-US" dirty="0"/>
              <a:t>Online ordering and tracking system</a:t>
            </a:r>
          </a:p>
          <a:p>
            <a:r>
              <a:rPr lang="en-US" dirty="0"/>
              <a:t>Technical support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F8779C5-9334-9542-A24E-C08C4B76F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Contractual Obligations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C9228B72-E5E7-8043-9888-2D385EE56880}"/>
              </a:ext>
            </a:extLst>
          </p:cNvPr>
          <p:cNvSpPr txBox="1">
            <a:spLocks/>
          </p:cNvSpPr>
          <p:nvPr/>
        </p:nvSpPr>
        <p:spPr>
          <a:xfrm>
            <a:off x="2986455" y="2866292"/>
            <a:ext cx="2517530" cy="14595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115000"/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10000"/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F8BE67-D26C-6FF4-8E74-EDB68953EF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17550" y="2006415"/>
            <a:ext cx="5144903" cy="3434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7633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90D20-57DF-07CC-E662-563C2A74C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4D86B4-20C1-203E-98D5-94631393F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1497"/>
            <a:ext cx="5257800" cy="4763414"/>
          </a:xfrm>
        </p:spPr>
        <p:txBody>
          <a:bodyPr>
            <a:normAutofit/>
          </a:bodyPr>
          <a:lstStyle/>
          <a:p>
            <a:r>
              <a:rPr lang="en-US" dirty="0"/>
              <a:t>Continuous coordination with local leadership</a:t>
            </a:r>
          </a:p>
          <a:p>
            <a:pPr lvl="1"/>
            <a:r>
              <a:rPr lang="en-US" dirty="0"/>
              <a:t>Product volume projection</a:t>
            </a:r>
          </a:p>
          <a:p>
            <a:pPr lvl="1"/>
            <a:r>
              <a:rPr lang="en-US" dirty="0"/>
              <a:t>Process updates</a:t>
            </a:r>
          </a:p>
          <a:p>
            <a:pPr lvl="1"/>
            <a:r>
              <a:rPr lang="en-US" dirty="0"/>
              <a:t>Product changes</a:t>
            </a:r>
          </a:p>
          <a:p>
            <a:r>
              <a:rPr lang="en-US" dirty="0"/>
              <a:t>Product expertise</a:t>
            </a:r>
          </a:p>
          <a:p>
            <a:r>
              <a:rPr lang="en-US" dirty="0"/>
              <a:t>Liaison to industry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8A4976-7764-8AFE-4636-BB9BB419F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Expectations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C3CA6F-BEC0-7D38-A324-7BC56A31D8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69692" y="2043457"/>
            <a:ext cx="5040619" cy="3360412"/>
          </a:xfrm>
          <a:prstGeom prst="rect">
            <a:avLst/>
          </a:prstGeom>
        </p:spPr>
      </p:pic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7EFFE576-0BD6-9200-A3BE-373BC73D991C}"/>
              </a:ext>
            </a:extLst>
          </p:cNvPr>
          <p:cNvSpPr txBox="1">
            <a:spLocks/>
          </p:cNvSpPr>
          <p:nvPr/>
        </p:nvSpPr>
        <p:spPr>
          <a:xfrm>
            <a:off x="2986455" y="2866292"/>
            <a:ext cx="2517530" cy="14595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115000"/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10000"/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0329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ABF52-F995-F307-2BDE-53E199F0D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4FD680-C5A8-EB1A-4CE1-BC691BD8C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1497"/>
            <a:ext cx="5257800" cy="4763414"/>
          </a:xfrm>
        </p:spPr>
        <p:txBody>
          <a:bodyPr>
            <a:normAutofit/>
          </a:bodyPr>
          <a:lstStyle/>
          <a:p>
            <a:r>
              <a:rPr lang="en-US" dirty="0"/>
              <a:t>Hangar tour</a:t>
            </a:r>
          </a:p>
          <a:p>
            <a:r>
              <a:rPr lang="en-US" dirty="0"/>
              <a:t>Familiarization with supported workloads</a:t>
            </a:r>
          </a:p>
          <a:p>
            <a:r>
              <a:rPr lang="en-US" dirty="0"/>
              <a:t>Product storage and distribution facilities</a:t>
            </a:r>
          </a:p>
          <a:p>
            <a:r>
              <a:rPr lang="en-US" dirty="0"/>
              <a:t>Interact with leadership and personnel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BB11956-D399-2A0D-D5F9-EEB5C3DCD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Steps: Site Visits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CD6FD5-7E25-BF1C-E235-9E28D10F94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537713" y="2043457"/>
            <a:ext cx="4704576" cy="3360412"/>
          </a:xfrm>
          <a:prstGeom prst="rect">
            <a:avLst/>
          </a:prstGeom>
        </p:spPr>
      </p:pic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627DD6D8-E062-57ED-3CDA-DB1FF2E742FD}"/>
              </a:ext>
            </a:extLst>
          </p:cNvPr>
          <p:cNvSpPr txBox="1">
            <a:spLocks/>
          </p:cNvSpPr>
          <p:nvPr/>
        </p:nvSpPr>
        <p:spPr>
          <a:xfrm>
            <a:off x="2986455" y="2866292"/>
            <a:ext cx="2517530" cy="14595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115000"/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10000"/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89429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5934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E16F11-08F0-EF97-B9FA-5DDB778D485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86863" y="1591409"/>
            <a:ext cx="5709138" cy="4148648"/>
          </a:xfrm>
        </p:spPr>
        <p:txBody>
          <a:bodyPr>
            <a:normAutofit fontScale="85000" lnSpcReduction="10000"/>
          </a:bodyPr>
          <a:lstStyle/>
          <a:p>
            <a:r>
              <a:rPr lang="en-US" sz="2800" dirty="0"/>
              <a:t>Estimated Timeline</a:t>
            </a:r>
          </a:p>
          <a:p>
            <a:pPr lvl="1"/>
            <a:r>
              <a:rPr lang="en-US" sz="2400" dirty="0"/>
              <a:t>Solicitation posting Nov 2025</a:t>
            </a:r>
          </a:p>
          <a:p>
            <a:pPr lvl="1"/>
            <a:r>
              <a:rPr lang="en-US" sz="2400" dirty="0"/>
              <a:t>Proposal due January 2025</a:t>
            </a:r>
          </a:p>
          <a:p>
            <a:pPr lvl="1"/>
            <a:r>
              <a:rPr lang="en-US" sz="2400" dirty="0"/>
              <a:t>Contract award July 2026</a:t>
            </a:r>
          </a:p>
          <a:p>
            <a:pPr lvl="1"/>
            <a:r>
              <a:rPr lang="en-US" sz="2400" dirty="0"/>
              <a:t>Contract start date May 2027</a:t>
            </a:r>
          </a:p>
          <a:p>
            <a:r>
              <a:rPr lang="en-US" sz="2800" dirty="0"/>
              <a:t>FFP contract for 5 years.</a:t>
            </a:r>
          </a:p>
          <a:p>
            <a:pPr algn="l"/>
            <a:r>
              <a:rPr lang="en-US" sz="2800" dirty="0"/>
              <a:t>Anticipated to be a competed effort among small businesses under NAICS 325510.  </a:t>
            </a:r>
          </a:p>
          <a:p>
            <a:r>
              <a:rPr lang="en-US" dirty="0"/>
              <a:t>L</a:t>
            </a:r>
            <a:r>
              <a:rPr lang="en-US" sz="2800" dirty="0"/>
              <a:t>owest priced technically acceptable source selection but may change to a tradeoff approach.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729C9F2-9FF5-652E-9661-14027620A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Contract Timeline and Expectations</a:t>
            </a:r>
          </a:p>
        </p:txBody>
      </p:sp>
      <p:pic>
        <p:nvPicPr>
          <p:cNvPr id="7" name="Content Placeholder 6" descr="Image result for contract filr pictures">
            <a:extLst>
              <a:ext uri="{FF2B5EF4-FFF2-40B4-BE49-F238E27FC236}">
                <a16:creationId xmlns:a16="http://schemas.microsoft.com/office/drawing/2014/main" id="{93A0EF00-10AD-0367-B610-D2983116B1E5}"/>
              </a:ext>
            </a:extLst>
          </p:cNvPr>
          <p:cNvPicPr>
            <a:picLocks noGrp="1" noChangeAspect="1" noChangeArrowheads="1"/>
          </p:cNvPicPr>
          <p:nvPr>
            <p:ph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9740" y="1812040"/>
            <a:ext cx="4891180" cy="3479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0436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7FF058-AD94-BFF0-1A1D-A22D084FADD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15463" y="1802423"/>
            <a:ext cx="4853352" cy="3937633"/>
          </a:xfrm>
        </p:spPr>
        <p:txBody>
          <a:bodyPr/>
          <a:lstStyle/>
          <a:p>
            <a:r>
              <a:rPr lang="en-US" sz="2800" dirty="0"/>
              <a:t>All questions and answers will be recorded and posted under the industry days announcement page on SAM.gov within the next couple of weeks. 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8029FFD-7EC6-98A2-0ED6-DBEED7B5A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Q&amp;A Questions</a:t>
            </a:r>
          </a:p>
        </p:txBody>
      </p:sp>
      <p:pic>
        <p:nvPicPr>
          <p:cNvPr id="7" name="Picture 2" descr="Image result for Questions">
            <a:extLst>
              <a:ext uri="{FF2B5EF4-FFF2-40B4-BE49-F238E27FC236}">
                <a16:creationId xmlns:a16="http://schemas.microsoft.com/office/drawing/2014/main" id="{81AA7ABC-4EE8-FEF1-D81A-B31B514A8F78}"/>
              </a:ext>
            </a:extLst>
          </p:cNvPr>
          <p:cNvPicPr>
            <a:picLocks noGrp="1" noChangeAspect="1" noChangeArrowheads="1"/>
          </p:cNvPicPr>
          <p:nvPr>
            <p:ph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3187" y="1802423"/>
            <a:ext cx="4399387" cy="2879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5257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50320DABDC5E4C9606678EB9ABDA1E" ma:contentTypeVersion="15" ma:contentTypeDescription="Create a new document." ma:contentTypeScope="" ma:versionID="9d500596f93d018fdc205e74a4b34e3a">
  <xsd:schema xmlns:xsd="http://www.w3.org/2001/XMLSchema" xmlns:xs="http://www.w3.org/2001/XMLSchema" xmlns:p="http://schemas.microsoft.com/office/2006/metadata/properties" xmlns:ns2="a97bb7c6-4f6b-4d83-b606-c0acdcbe93e4" xmlns:ns3="882c67cc-85cf-4c3f-bf30-fe4b68b4c8de" xmlns:ns4="bac4e3eb-747f-43bc-bf10-c1bbb893ecac" targetNamespace="http://schemas.microsoft.com/office/2006/metadata/properties" ma:root="true" ma:fieldsID="2b5e9606e53639274fe2e2795dcb27c0" ns2:_="" ns3:_="" ns4:_="">
    <xsd:import namespace="a97bb7c6-4f6b-4d83-b606-c0acdcbe93e4"/>
    <xsd:import namespace="882c67cc-85cf-4c3f-bf30-fe4b68b4c8de"/>
    <xsd:import namespace="bac4e3eb-747f-43bc-bf10-c1bbb893eca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4:TaxCatchAll" minOccurs="0"/>
                <xsd:element ref="ns2:lcf76f155ced4ddcb4097134ff3c332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7bb7c6-4f6b-4d83-b606-c0acdcbe93e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95476efd-2625-4ffb-b020-68dbe4abf3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2c67cc-85cf-4c3f-bf30-fe4b68b4c8d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c4e3eb-747f-43bc-bf10-c1bbb893ecac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510b223-0dd0-4bce-a008-13c81a39235c}" ma:internalName="TaxCatchAll" ma:showField="CatchAllData" ma:web="882c67cc-85cf-4c3f-bf30-fe4b68b4c8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ac4e3eb-747f-43bc-bf10-c1bbb893ecac"/>
    <lcf76f155ced4ddcb4097134ff3c332f xmlns="a97bb7c6-4f6b-4d83-b606-c0acdcbe93e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8474E53-AEED-4954-8E7A-5F5A004677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7bb7c6-4f6b-4d83-b606-c0acdcbe93e4"/>
    <ds:schemaRef ds:uri="882c67cc-85cf-4c3f-bf30-fe4b68b4c8de"/>
    <ds:schemaRef ds:uri="bac4e3eb-747f-43bc-bf10-c1bbb893ec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73F35A3-1E4A-4A5A-9328-A41BF329B22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CC2100A-205E-4E26-9EF2-A4450771F39E}">
  <ds:schemaRefs>
    <ds:schemaRef ds:uri="bac4e3eb-747f-43bc-bf10-c1bbb893ecac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a97bb7c6-4f6b-4d83-b606-c0acdcbe93e4"/>
    <ds:schemaRef ds:uri="882c67cc-85cf-4c3f-bf30-fe4b68b4c8de"/>
    <ds:schemaRef ds:uri="http://www.w3.org/XML/1998/namespace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8331b18d-2d87-48ef-a35f-ac8818ebf9b4}" enabled="0" method="" siteId="{8331b18d-2d87-48ef-a35f-ac8818ebf9b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491</TotalTime>
  <Words>492</Words>
  <Application>Microsoft Office PowerPoint</Application>
  <PresentationFormat>Widescreen</PresentationFormat>
  <Paragraphs>150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Wingdings</vt:lpstr>
      <vt:lpstr>Office Theme</vt:lpstr>
      <vt:lpstr>1_Office Theme</vt:lpstr>
      <vt:lpstr>Industry Days Coatings &amp; Sealants Customer Overview</vt:lpstr>
      <vt:lpstr>AMXG Mission Support</vt:lpstr>
      <vt:lpstr>AMXG Major Workloads</vt:lpstr>
      <vt:lpstr>Maintenance Process Flow</vt:lpstr>
      <vt:lpstr>Paint Facilities - AMXG</vt:lpstr>
      <vt:lpstr>Facilities - AMXG</vt:lpstr>
      <vt:lpstr>Facilities - CMXG</vt:lpstr>
      <vt:lpstr>Facilities - EMXG</vt:lpstr>
      <vt:lpstr>Security Badging</vt:lpstr>
      <vt:lpstr>Security Protocols</vt:lpstr>
      <vt:lpstr>Paint Processes</vt:lpstr>
      <vt:lpstr>Contract Motivation</vt:lpstr>
      <vt:lpstr>Contractual Obligations</vt:lpstr>
      <vt:lpstr>Additional Expectations</vt:lpstr>
      <vt:lpstr>Next Steps: Site Visits</vt:lpstr>
      <vt:lpstr>PowerPoint Presentation</vt:lpstr>
      <vt:lpstr>Contract Timeline and Expectations</vt:lpstr>
      <vt:lpstr>Q&amp;A Questions</vt:lpstr>
    </vt:vector>
  </TitlesOfParts>
  <Company>U.S. Air Force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MARTINEZ, KURSTEN L GS-12 USAF AFMC 309 AMXG/MXDSM</dc:creator>
  <cp:lastModifiedBy>NEERING, JASON T CIV USAF AFMC OL_H/PZIMA</cp:lastModifiedBy>
  <cp:revision>17</cp:revision>
  <dcterms:created xsi:type="dcterms:W3CDTF">2020-10-08T17:30:29Z</dcterms:created>
  <dcterms:modified xsi:type="dcterms:W3CDTF">2025-03-19T15:44:51Z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0x0101004850320DABDC5E4C9606678EB9ABDA1E</vt:lpwstr>
  </property>
  <property fmtid="{D5CDD505-2E9C-101B-9397-08002B2CF9AE}" pid="3" name="MediaServiceImageTags">
    <vt:lpwstr/>
  </property>
</Properties>
</file>